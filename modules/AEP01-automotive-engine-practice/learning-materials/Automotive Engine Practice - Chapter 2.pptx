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heme/theme2.xml" ContentType="application/vnd.openxmlformats-officedocument.theme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8" r:id="rId1"/>
  </p:sldMasterIdLst>
  <p:notesMasterIdLst>
    <p:notesMasterId r:id="rId22"/>
  </p:notesMasterIdLst>
  <p:sldIdLst>
    <p:sldId id="265" r:id="rId2"/>
    <p:sldId id="269" r:id="rId3"/>
    <p:sldId id="296" r:id="rId4"/>
    <p:sldId id="297" r:id="rId5"/>
    <p:sldId id="298" r:id="rId6"/>
    <p:sldId id="299" r:id="rId7"/>
    <p:sldId id="300" r:id="rId8"/>
    <p:sldId id="301" r:id="rId9"/>
    <p:sldId id="302" r:id="rId10"/>
    <p:sldId id="303" r:id="rId11"/>
    <p:sldId id="304" r:id="rId12"/>
    <p:sldId id="305" r:id="rId13"/>
    <p:sldId id="306" r:id="rId14"/>
    <p:sldId id="307" r:id="rId15"/>
    <p:sldId id="308" r:id="rId16"/>
    <p:sldId id="309" r:id="rId17"/>
    <p:sldId id="310" r:id="rId18"/>
    <p:sldId id="311" r:id="rId19"/>
    <p:sldId id="312" r:id="rId20"/>
    <p:sldId id="295" r:id="rId21"/>
  </p:sldIdLst>
  <p:sldSz cx="12192000" cy="6858000"/>
  <p:notesSz cx="6858000" cy="9144000"/>
  <p:custDataLst>
    <p:tags r:id="rId2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者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72" d="100"/>
          <a:sy n="72" d="100"/>
        </p:scale>
        <p:origin x="708" y="78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gs" Target="tags/tag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2025/10/15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tags" Target="../tags/tag15.xml"/><Relationship Id="rId13" Type="http://schemas.openxmlformats.org/officeDocument/2006/relationships/image" Target="../media/image2.png"/><Relationship Id="rId3" Type="http://schemas.openxmlformats.org/officeDocument/2006/relationships/tags" Target="../tags/tag10.xml"/><Relationship Id="rId7" Type="http://schemas.openxmlformats.org/officeDocument/2006/relationships/tags" Target="../tags/tag14.xml"/><Relationship Id="rId12" Type="http://schemas.openxmlformats.org/officeDocument/2006/relationships/image" Target="../media/image1.png"/><Relationship Id="rId2" Type="http://schemas.openxmlformats.org/officeDocument/2006/relationships/tags" Target="../tags/tag9.xml"/><Relationship Id="rId16" Type="http://schemas.openxmlformats.org/officeDocument/2006/relationships/image" Target="../media/image5.png"/><Relationship Id="rId1" Type="http://schemas.openxmlformats.org/officeDocument/2006/relationships/tags" Target="../tags/tag8.xml"/><Relationship Id="rId6" Type="http://schemas.openxmlformats.org/officeDocument/2006/relationships/tags" Target="../tags/tag13.xml"/><Relationship Id="rId11" Type="http://schemas.openxmlformats.org/officeDocument/2006/relationships/slideMaster" Target="../slideMasters/slideMaster1.xml"/><Relationship Id="rId5" Type="http://schemas.openxmlformats.org/officeDocument/2006/relationships/tags" Target="../tags/tag12.xml"/><Relationship Id="rId15" Type="http://schemas.openxmlformats.org/officeDocument/2006/relationships/image" Target="../media/image4.png"/><Relationship Id="rId10" Type="http://schemas.openxmlformats.org/officeDocument/2006/relationships/tags" Target="../tags/tag17.xml"/><Relationship Id="rId4" Type="http://schemas.openxmlformats.org/officeDocument/2006/relationships/tags" Target="../tags/tag11.xml"/><Relationship Id="rId9" Type="http://schemas.openxmlformats.org/officeDocument/2006/relationships/tags" Target="../tags/tag16.xml"/><Relationship Id="rId1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tags" Target="../tags/tag25.xml"/><Relationship Id="rId3" Type="http://schemas.openxmlformats.org/officeDocument/2006/relationships/tags" Target="../tags/tag20.xml"/><Relationship Id="rId7" Type="http://schemas.openxmlformats.org/officeDocument/2006/relationships/tags" Target="../tags/tag24.xml"/><Relationship Id="rId12" Type="http://schemas.openxmlformats.org/officeDocument/2006/relationships/image" Target="../media/image7.png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6" Type="http://schemas.openxmlformats.org/officeDocument/2006/relationships/tags" Target="../tags/tag23.xml"/><Relationship Id="rId11" Type="http://schemas.openxmlformats.org/officeDocument/2006/relationships/image" Target="../media/image6.png"/><Relationship Id="rId5" Type="http://schemas.openxmlformats.org/officeDocument/2006/relationships/tags" Target="../tags/tag22.xml"/><Relationship Id="rId10" Type="http://schemas.openxmlformats.org/officeDocument/2006/relationships/image" Target="../media/image1.png"/><Relationship Id="rId4" Type="http://schemas.openxmlformats.org/officeDocument/2006/relationships/tags" Target="../tags/tag21.xml"/><Relationship Id="rId9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tags" Target="../tags/tag33.xml"/><Relationship Id="rId3" Type="http://schemas.openxmlformats.org/officeDocument/2006/relationships/tags" Target="../tags/tag28.xml"/><Relationship Id="rId7" Type="http://schemas.openxmlformats.org/officeDocument/2006/relationships/tags" Target="../tags/tag32.xml"/><Relationship Id="rId12" Type="http://schemas.openxmlformats.org/officeDocument/2006/relationships/image" Target="../media/image9.png"/><Relationship Id="rId2" Type="http://schemas.openxmlformats.org/officeDocument/2006/relationships/tags" Target="../tags/tag27.xml"/><Relationship Id="rId1" Type="http://schemas.openxmlformats.org/officeDocument/2006/relationships/tags" Target="../tags/tag26.xml"/><Relationship Id="rId6" Type="http://schemas.openxmlformats.org/officeDocument/2006/relationships/tags" Target="../tags/tag31.xml"/><Relationship Id="rId11" Type="http://schemas.openxmlformats.org/officeDocument/2006/relationships/image" Target="../media/image8.png"/><Relationship Id="rId5" Type="http://schemas.openxmlformats.org/officeDocument/2006/relationships/tags" Target="../tags/tag30.xml"/><Relationship Id="rId10" Type="http://schemas.openxmlformats.org/officeDocument/2006/relationships/image" Target="../media/image1.png"/><Relationship Id="rId4" Type="http://schemas.openxmlformats.org/officeDocument/2006/relationships/tags" Target="../tags/tag29.xml"/><Relationship Id="rId9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tags" Target="../tags/tag41.xml"/><Relationship Id="rId13" Type="http://schemas.openxmlformats.org/officeDocument/2006/relationships/image" Target="../media/image7.png"/><Relationship Id="rId3" Type="http://schemas.openxmlformats.org/officeDocument/2006/relationships/tags" Target="../tags/tag36.xml"/><Relationship Id="rId7" Type="http://schemas.openxmlformats.org/officeDocument/2006/relationships/tags" Target="../tags/tag40.xml"/><Relationship Id="rId12" Type="http://schemas.openxmlformats.org/officeDocument/2006/relationships/image" Target="../media/image6.png"/><Relationship Id="rId2" Type="http://schemas.openxmlformats.org/officeDocument/2006/relationships/tags" Target="../tags/tag35.xml"/><Relationship Id="rId1" Type="http://schemas.openxmlformats.org/officeDocument/2006/relationships/tags" Target="../tags/tag34.xml"/><Relationship Id="rId6" Type="http://schemas.openxmlformats.org/officeDocument/2006/relationships/tags" Target="../tags/tag39.xml"/><Relationship Id="rId11" Type="http://schemas.openxmlformats.org/officeDocument/2006/relationships/image" Target="../media/image1.png"/><Relationship Id="rId5" Type="http://schemas.openxmlformats.org/officeDocument/2006/relationships/tags" Target="../tags/tag38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37.xml"/><Relationship Id="rId9" Type="http://schemas.openxmlformats.org/officeDocument/2006/relationships/tags" Target="../tags/tag42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tags" Target="../tags/tag50.xml"/><Relationship Id="rId13" Type="http://schemas.openxmlformats.org/officeDocument/2006/relationships/image" Target="../media/image1.png"/><Relationship Id="rId3" Type="http://schemas.openxmlformats.org/officeDocument/2006/relationships/tags" Target="../tags/tag45.xml"/><Relationship Id="rId7" Type="http://schemas.openxmlformats.org/officeDocument/2006/relationships/tags" Target="../tags/tag49.xml"/><Relationship Id="rId12" Type="http://schemas.openxmlformats.org/officeDocument/2006/relationships/slideMaster" Target="../slideMasters/slideMaster1.xml"/><Relationship Id="rId2" Type="http://schemas.openxmlformats.org/officeDocument/2006/relationships/tags" Target="../tags/tag44.xml"/><Relationship Id="rId1" Type="http://schemas.openxmlformats.org/officeDocument/2006/relationships/tags" Target="../tags/tag43.xml"/><Relationship Id="rId6" Type="http://schemas.openxmlformats.org/officeDocument/2006/relationships/tags" Target="../tags/tag48.xml"/><Relationship Id="rId11" Type="http://schemas.openxmlformats.org/officeDocument/2006/relationships/tags" Target="../tags/tag53.xml"/><Relationship Id="rId5" Type="http://schemas.openxmlformats.org/officeDocument/2006/relationships/tags" Target="../tags/tag47.xml"/><Relationship Id="rId15" Type="http://schemas.openxmlformats.org/officeDocument/2006/relationships/image" Target="../media/image7.png"/><Relationship Id="rId10" Type="http://schemas.openxmlformats.org/officeDocument/2006/relationships/tags" Target="../tags/tag52.xml"/><Relationship Id="rId4" Type="http://schemas.openxmlformats.org/officeDocument/2006/relationships/tags" Target="../tags/tag46.xml"/><Relationship Id="rId9" Type="http://schemas.openxmlformats.org/officeDocument/2006/relationships/tags" Target="../tags/tag51.xml"/><Relationship Id="rId14" Type="http://schemas.openxmlformats.org/officeDocument/2006/relationships/image" Target="../media/image6.png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56.xml"/><Relationship Id="rId7" Type="http://schemas.openxmlformats.org/officeDocument/2006/relationships/tags" Target="../tags/tag60.xml"/><Relationship Id="rId2" Type="http://schemas.openxmlformats.org/officeDocument/2006/relationships/tags" Target="../tags/tag55.xml"/><Relationship Id="rId1" Type="http://schemas.openxmlformats.org/officeDocument/2006/relationships/tags" Target="../tags/tag54.xml"/><Relationship Id="rId6" Type="http://schemas.openxmlformats.org/officeDocument/2006/relationships/tags" Target="../tags/tag59.xml"/><Relationship Id="rId11" Type="http://schemas.openxmlformats.org/officeDocument/2006/relationships/image" Target="../media/image11.png"/><Relationship Id="rId5" Type="http://schemas.openxmlformats.org/officeDocument/2006/relationships/tags" Target="../tags/tag58.xml"/><Relationship Id="rId10" Type="http://schemas.openxmlformats.org/officeDocument/2006/relationships/image" Target="../media/image10.png"/><Relationship Id="rId4" Type="http://schemas.openxmlformats.org/officeDocument/2006/relationships/tags" Target="../tags/tag57.xml"/><Relationship Id="rId9" Type="http://schemas.openxmlformats.org/officeDocument/2006/relationships/image" Target="../media/image1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63.xml"/><Relationship Id="rId2" Type="http://schemas.openxmlformats.org/officeDocument/2006/relationships/tags" Target="../tags/tag62.xml"/><Relationship Id="rId1" Type="http://schemas.openxmlformats.org/officeDocument/2006/relationships/tags" Target="../tags/tag61.xml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tags" Target="../tags/tag71.xml"/><Relationship Id="rId13" Type="http://schemas.openxmlformats.org/officeDocument/2006/relationships/image" Target="../media/image7.png"/><Relationship Id="rId3" Type="http://schemas.openxmlformats.org/officeDocument/2006/relationships/tags" Target="../tags/tag66.xml"/><Relationship Id="rId7" Type="http://schemas.openxmlformats.org/officeDocument/2006/relationships/tags" Target="../tags/tag70.xml"/><Relationship Id="rId12" Type="http://schemas.openxmlformats.org/officeDocument/2006/relationships/image" Target="../media/image6.png"/><Relationship Id="rId2" Type="http://schemas.openxmlformats.org/officeDocument/2006/relationships/tags" Target="../tags/tag65.xml"/><Relationship Id="rId1" Type="http://schemas.openxmlformats.org/officeDocument/2006/relationships/tags" Target="../tags/tag64.xml"/><Relationship Id="rId6" Type="http://schemas.openxmlformats.org/officeDocument/2006/relationships/tags" Target="../tags/tag69.xml"/><Relationship Id="rId11" Type="http://schemas.openxmlformats.org/officeDocument/2006/relationships/image" Target="../media/image1.png"/><Relationship Id="rId5" Type="http://schemas.openxmlformats.org/officeDocument/2006/relationships/tags" Target="../tags/tag68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67.xml"/><Relationship Id="rId9" Type="http://schemas.openxmlformats.org/officeDocument/2006/relationships/tags" Target="../tags/tag72.xml"/></Relationships>
</file>

<file path=ppt/slideLayouts/_rels/slideLayout9.xml.rels><?xml version="1.0" encoding="UTF-8" standalone="yes"?>
<Relationships xmlns="http://schemas.openxmlformats.org/package/2006/relationships"><Relationship Id="rId8" Type="http://schemas.openxmlformats.org/officeDocument/2006/relationships/tags" Target="../tags/tag80.xml"/><Relationship Id="rId3" Type="http://schemas.openxmlformats.org/officeDocument/2006/relationships/tags" Target="../tags/tag75.xml"/><Relationship Id="rId7" Type="http://schemas.openxmlformats.org/officeDocument/2006/relationships/tags" Target="../tags/tag79.xml"/><Relationship Id="rId12" Type="http://schemas.openxmlformats.org/officeDocument/2006/relationships/image" Target="../media/image7.png"/><Relationship Id="rId2" Type="http://schemas.openxmlformats.org/officeDocument/2006/relationships/tags" Target="../tags/tag74.xml"/><Relationship Id="rId1" Type="http://schemas.openxmlformats.org/officeDocument/2006/relationships/tags" Target="../tags/tag73.xml"/><Relationship Id="rId6" Type="http://schemas.openxmlformats.org/officeDocument/2006/relationships/tags" Target="../tags/tag78.xml"/><Relationship Id="rId11" Type="http://schemas.openxmlformats.org/officeDocument/2006/relationships/image" Target="../media/image6.png"/><Relationship Id="rId5" Type="http://schemas.openxmlformats.org/officeDocument/2006/relationships/tags" Target="../tags/tag77.xml"/><Relationship Id="rId10" Type="http://schemas.openxmlformats.org/officeDocument/2006/relationships/image" Target="../media/image1.png"/><Relationship Id="rId4" Type="http://schemas.openxmlformats.org/officeDocument/2006/relationships/tags" Target="../tags/tag76.xml"/><Relationship Id="rId9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83.xml"/><Relationship Id="rId7" Type="http://schemas.openxmlformats.org/officeDocument/2006/relationships/tags" Target="../tags/tag87.xml"/><Relationship Id="rId2" Type="http://schemas.openxmlformats.org/officeDocument/2006/relationships/tags" Target="../tags/tag82.xml"/><Relationship Id="rId1" Type="http://schemas.openxmlformats.org/officeDocument/2006/relationships/tags" Target="../tags/tag81.xml"/><Relationship Id="rId6" Type="http://schemas.openxmlformats.org/officeDocument/2006/relationships/tags" Target="../tags/tag86.xml"/><Relationship Id="rId11" Type="http://schemas.openxmlformats.org/officeDocument/2006/relationships/image" Target="../media/image7.png"/><Relationship Id="rId5" Type="http://schemas.openxmlformats.org/officeDocument/2006/relationships/tags" Target="../tags/tag85.xml"/><Relationship Id="rId10" Type="http://schemas.openxmlformats.org/officeDocument/2006/relationships/image" Target="../media/image6.png"/><Relationship Id="rId4" Type="http://schemas.openxmlformats.org/officeDocument/2006/relationships/tags" Target="../tags/tag84.xml"/><Relationship Id="rId9" Type="http://schemas.openxmlformats.org/officeDocument/2006/relationships/image" Target="../media/image1.png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tags" Target="../tags/tag95.xml"/><Relationship Id="rId13" Type="http://schemas.openxmlformats.org/officeDocument/2006/relationships/image" Target="../media/image13.png"/><Relationship Id="rId3" Type="http://schemas.openxmlformats.org/officeDocument/2006/relationships/tags" Target="../tags/tag90.xml"/><Relationship Id="rId7" Type="http://schemas.openxmlformats.org/officeDocument/2006/relationships/tags" Target="../tags/tag94.xml"/><Relationship Id="rId12" Type="http://schemas.openxmlformats.org/officeDocument/2006/relationships/image" Target="../media/image12.png"/><Relationship Id="rId2" Type="http://schemas.openxmlformats.org/officeDocument/2006/relationships/tags" Target="../tags/tag89.xml"/><Relationship Id="rId1" Type="http://schemas.openxmlformats.org/officeDocument/2006/relationships/tags" Target="../tags/tag88.xml"/><Relationship Id="rId6" Type="http://schemas.openxmlformats.org/officeDocument/2006/relationships/tags" Target="../tags/tag93.xml"/><Relationship Id="rId11" Type="http://schemas.openxmlformats.org/officeDocument/2006/relationships/image" Target="../media/image1.png"/><Relationship Id="rId5" Type="http://schemas.openxmlformats.org/officeDocument/2006/relationships/tags" Target="../tags/tag92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91.xml"/><Relationship Id="rId9" Type="http://schemas.openxmlformats.org/officeDocument/2006/relationships/tags" Target="../tags/tag96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99.xml"/><Relationship Id="rId7" Type="http://schemas.openxmlformats.org/officeDocument/2006/relationships/tags" Target="../tags/tag103.xml"/><Relationship Id="rId2" Type="http://schemas.openxmlformats.org/officeDocument/2006/relationships/tags" Target="../tags/tag98.xml"/><Relationship Id="rId1" Type="http://schemas.openxmlformats.org/officeDocument/2006/relationships/tags" Target="../tags/tag97.xml"/><Relationship Id="rId6" Type="http://schemas.openxmlformats.org/officeDocument/2006/relationships/tags" Target="../tags/tag102.xml"/><Relationship Id="rId11" Type="http://schemas.openxmlformats.org/officeDocument/2006/relationships/image" Target="../media/image7.png"/><Relationship Id="rId5" Type="http://schemas.openxmlformats.org/officeDocument/2006/relationships/tags" Target="../tags/tag101.xml"/><Relationship Id="rId10" Type="http://schemas.openxmlformats.org/officeDocument/2006/relationships/image" Target="../media/image6.png"/><Relationship Id="rId4" Type="http://schemas.openxmlformats.org/officeDocument/2006/relationships/tags" Target="../tags/tag100.xml"/><Relationship Id="rId9" Type="http://schemas.openxmlformats.org/officeDocument/2006/relationships/image" Target="../media/image1.png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tags" Target="../tags/tag111.xml"/><Relationship Id="rId3" Type="http://schemas.openxmlformats.org/officeDocument/2006/relationships/tags" Target="../tags/tag106.xml"/><Relationship Id="rId7" Type="http://schemas.openxmlformats.org/officeDocument/2006/relationships/tags" Target="../tags/tag110.xml"/><Relationship Id="rId2" Type="http://schemas.openxmlformats.org/officeDocument/2006/relationships/tags" Target="../tags/tag105.xml"/><Relationship Id="rId1" Type="http://schemas.openxmlformats.org/officeDocument/2006/relationships/tags" Target="../tags/tag104.xml"/><Relationship Id="rId6" Type="http://schemas.openxmlformats.org/officeDocument/2006/relationships/tags" Target="../tags/tag109.xml"/><Relationship Id="rId11" Type="http://schemas.openxmlformats.org/officeDocument/2006/relationships/image" Target="../media/image7.png"/><Relationship Id="rId5" Type="http://schemas.openxmlformats.org/officeDocument/2006/relationships/tags" Target="../tags/tag108.xml"/><Relationship Id="rId10" Type="http://schemas.openxmlformats.org/officeDocument/2006/relationships/image" Target="../media/image1.png"/><Relationship Id="rId4" Type="http://schemas.openxmlformats.org/officeDocument/2006/relationships/tags" Target="../tags/tag107.xml"/><Relationship Id="rId9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tags" Target="../tags/tag119.xml"/><Relationship Id="rId3" Type="http://schemas.openxmlformats.org/officeDocument/2006/relationships/tags" Target="../tags/tag114.xml"/><Relationship Id="rId7" Type="http://schemas.openxmlformats.org/officeDocument/2006/relationships/tags" Target="../tags/tag118.xml"/><Relationship Id="rId2" Type="http://schemas.openxmlformats.org/officeDocument/2006/relationships/tags" Target="../tags/tag113.xml"/><Relationship Id="rId1" Type="http://schemas.openxmlformats.org/officeDocument/2006/relationships/tags" Target="../tags/tag112.xml"/><Relationship Id="rId6" Type="http://schemas.openxmlformats.org/officeDocument/2006/relationships/tags" Target="../tags/tag117.xml"/><Relationship Id="rId5" Type="http://schemas.openxmlformats.org/officeDocument/2006/relationships/tags" Target="../tags/tag116.xml"/><Relationship Id="rId10" Type="http://schemas.openxmlformats.org/officeDocument/2006/relationships/image" Target="../media/image1.png"/><Relationship Id="rId4" Type="http://schemas.openxmlformats.org/officeDocument/2006/relationships/tags" Target="../tags/tag115.xml"/><Relationship Id="rId9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tags" Target="../tags/tag127.xml"/><Relationship Id="rId3" Type="http://schemas.openxmlformats.org/officeDocument/2006/relationships/tags" Target="../tags/tag122.xml"/><Relationship Id="rId7" Type="http://schemas.openxmlformats.org/officeDocument/2006/relationships/tags" Target="../tags/tag126.xml"/><Relationship Id="rId12" Type="http://schemas.openxmlformats.org/officeDocument/2006/relationships/image" Target="../media/image7.png"/><Relationship Id="rId2" Type="http://schemas.openxmlformats.org/officeDocument/2006/relationships/tags" Target="../tags/tag121.xml"/><Relationship Id="rId1" Type="http://schemas.openxmlformats.org/officeDocument/2006/relationships/tags" Target="../tags/tag120.xml"/><Relationship Id="rId6" Type="http://schemas.openxmlformats.org/officeDocument/2006/relationships/tags" Target="../tags/tag125.xml"/><Relationship Id="rId11" Type="http://schemas.openxmlformats.org/officeDocument/2006/relationships/image" Target="../media/image1.png"/><Relationship Id="rId5" Type="http://schemas.openxmlformats.org/officeDocument/2006/relationships/tags" Target="../tags/tag124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123.xml"/><Relationship Id="rId9" Type="http://schemas.openxmlformats.org/officeDocument/2006/relationships/tags" Target="../tags/tag128.xml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tags" Target="../tags/tag136.xml"/><Relationship Id="rId3" Type="http://schemas.openxmlformats.org/officeDocument/2006/relationships/tags" Target="../tags/tag131.xml"/><Relationship Id="rId7" Type="http://schemas.openxmlformats.org/officeDocument/2006/relationships/tags" Target="../tags/tag135.xml"/><Relationship Id="rId2" Type="http://schemas.openxmlformats.org/officeDocument/2006/relationships/tags" Target="../tags/tag130.xml"/><Relationship Id="rId1" Type="http://schemas.openxmlformats.org/officeDocument/2006/relationships/tags" Target="../tags/tag129.xml"/><Relationship Id="rId6" Type="http://schemas.openxmlformats.org/officeDocument/2006/relationships/tags" Target="../tags/tag134.xml"/><Relationship Id="rId5" Type="http://schemas.openxmlformats.org/officeDocument/2006/relationships/tags" Target="../tags/tag133.xml"/><Relationship Id="rId10" Type="http://schemas.openxmlformats.org/officeDocument/2006/relationships/image" Target="../media/image1.png"/><Relationship Id="rId4" Type="http://schemas.openxmlformats.org/officeDocument/2006/relationships/tags" Target="../tags/tag132.xml"/><Relationship Id="rId9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8" Type="http://schemas.openxmlformats.org/officeDocument/2006/relationships/tags" Target="../tags/tag144.xml"/><Relationship Id="rId13" Type="http://schemas.openxmlformats.org/officeDocument/2006/relationships/image" Target="../media/image1.png"/><Relationship Id="rId3" Type="http://schemas.openxmlformats.org/officeDocument/2006/relationships/tags" Target="../tags/tag139.xml"/><Relationship Id="rId7" Type="http://schemas.openxmlformats.org/officeDocument/2006/relationships/tags" Target="../tags/tag143.xml"/><Relationship Id="rId12" Type="http://schemas.openxmlformats.org/officeDocument/2006/relationships/slideMaster" Target="../slideMasters/slideMaster1.xml"/><Relationship Id="rId2" Type="http://schemas.openxmlformats.org/officeDocument/2006/relationships/tags" Target="../tags/tag138.xml"/><Relationship Id="rId1" Type="http://schemas.openxmlformats.org/officeDocument/2006/relationships/tags" Target="../tags/tag137.xml"/><Relationship Id="rId6" Type="http://schemas.openxmlformats.org/officeDocument/2006/relationships/tags" Target="../tags/tag142.xml"/><Relationship Id="rId11" Type="http://schemas.openxmlformats.org/officeDocument/2006/relationships/tags" Target="../tags/tag147.xml"/><Relationship Id="rId5" Type="http://schemas.openxmlformats.org/officeDocument/2006/relationships/tags" Target="../tags/tag141.xml"/><Relationship Id="rId10" Type="http://schemas.openxmlformats.org/officeDocument/2006/relationships/tags" Target="../tags/tag146.xml"/><Relationship Id="rId4" Type="http://schemas.openxmlformats.org/officeDocument/2006/relationships/tags" Target="../tags/tag140.xml"/><Relationship Id="rId9" Type="http://schemas.openxmlformats.org/officeDocument/2006/relationships/tags" Target="../tags/tag145.xml"/><Relationship Id="rId14" Type="http://schemas.openxmlformats.org/officeDocument/2006/relationships/image" Target="../media/image7.png"/></Relationships>
</file>

<file path=ppt/slideLayouts/_rels/slideLayout18.xml.rels><?xml version="1.0" encoding="UTF-8" standalone="yes"?>
<Relationships xmlns="http://schemas.openxmlformats.org/package/2006/relationships"><Relationship Id="rId8" Type="http://schemas.openxmlformats.org/officeDocument/2006/relationships/tags" Target="../tags/tag155.xml"/><Relationship Id="rId3" Type="http://schemas.openxmlformats.org/officeDocument/2006/relationships/tags" Target="../tags/tag150.xml"/><Relationship Id="rId7" Type="http://schemas.openxmlformats.org/officeDocument/2006/relationships/tags" Target="../tags/tag154.xml"/><Relationship Id="rId2" Type="http://schemas.openxmlformats.org/officeDocument/2006/relationships/tags" Target="../tags/tag149.xml"/><Relationship Id="rId1" Type="http://schemas.openxmlformats.org/officeDocument/2006/relationships/tags" Target="../tags/tag148.xml"/><Relationship Id="rId6" Type="http://schemas.openxmlformats.org/officeDocument/2006/relationships/tags" Target="../tags/tag153.xml"/><Relationship Id="rId11" Type="http://schemas.openxmlformats.org/officeDocument/2006/relationships/image" Target="../media/image7.png"/><Relationship Id="rId5" Type="http://schemas.openxmlformats.org/officeDocument/2006/relationships/tags" Target="../tags/tag152.xml"/><Relationship Id="rId10" Type="http://schemas.openxmlformats.org/officeDocument/2006/relationships/image" Target="../media/image1.png"/><Relationship Id="rId4" Type="http://schemas.openxmlformats.org/officeDocument/2006/relationships/tags" Target="../tags/tag151.xml"/><Relationship Id="rId9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JY01_画板 1 副本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0" y="-5556"/>
            <a:ext cx="12192000" cy="6856730"/>
          </a:xfrm>
          <a:prstGeom prst="rect">
            <a:avLst/>
          </a:prstGeom>
        </p:spPr>
      </p:pic>
      <p:pic>
        <p:nvPicPr>
          <p:cNvPr id="21" name="图片 20" descr="JY01-13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0" y="0"/>
            <a:ext cx="2032000" cy="1009020"/>
          </a:xfrm>
          <a:prstGeom prst="rect">
            <a:avLst/>
          </a:prstGeom>
        </p:spPr>
      </p:pic>
      <p:pic>
        <p:nvPicPr>
          <p:cNvPr id="23" name="图片 22" descr="JY01-1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4"/>
          <a:stretch>
            <a:fillRect/>
          </a:stretch>
        </p:blipFill>
        <p:spPr>
          <a:xfrm>
            <a:off x="0" y="5611495"/>
            <a:ext cx="1257294" cy="1252220"/>
          </a:xfrm>
          <a:prstGeom prst="rect">
            <a:avLst/>
          </a:prstGeom>
        </p:spPr>
      </p:pic>
      <p:pic>
        <p:nvPicPr>
          <p:cNvPr id="22" name="图片 21" descr="JY01-16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5"/>
          <a:stretch>
            <a:fillRect/>
          </a:stretch>
        </p:blipFill>
        <p:spPr>
          <a:xfrm>
            <a:off x="4790440" y="2028565"/>
            <a:ext cx="7401560" cy="4829423"/>
          </a:xfrm>
          <a:prstGeom prst="rect">
            <a:avLst/>
          </a:prstGeom>
        </p:spPr>
      </p:pic>
      <p:pic>
        <p:nvPicPr>
          <p:cNvPr id="19" name="图片 18" descr="JY01-14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6"/>
          <a:stretch>
            <a:fillRect/>
          </a:stretch>
        </p:blipFill>
        <p:spPr>
          <a:xfrm>
            <a:off x="10250805" y="-24765"/>
            <a:ext cx="1941195" cy="3671639"/>
          </a:xfrm>
          <a:prstGeom prst="rect">
            <a:avLst/>
          </a:prstGeom>
        </p:spPr>
      </p:pic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2025/10/15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6" name="标题 5"/>
          <p:cNvSpPr txBox="1">
            <a:spLocks noGrp="1"/>
          </p:cNvSpPr>
          <p:nvPr>
            <p:ph type="title" idx="1" hasCustomPrompt="1"/>
            <p:custDataLst>
              <p:tags r:id="rId9"/>
            </p:custDataLst>
          </p:nvPr>
        </p:nvSpPr>
        <p:spPr>
          <a:xfrm>
            <a:off x="1137137" y="1044416"/>
            <a:ext cx="8927126" cy="3333296"/>
          </a:xfrm>
          <a:noFill/>
        </p:spPr>
        <p:txBody>
          <a:bodyPr wrap="square" rtlCol="0" anchor="ctr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10000"/>
              </a:lnSpc>
              <a:buClrTx/>
              <a:buSzTx/>
              <a:buFontTx/>
              <a:buNone/>
              <a:defRPr kumimoji="0" lang="zh-CN" altLang="en-US" sz="6000" b="1" i="0" u="none" strike="noStrike" kern="1200" cap="none" spc="0" normalizeH="0" baseline="0" noProof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</a:lstStyle>
          <a:p>
            <a:pPr lvl="0"/>
            <a:r>
              <a:rPr>
                <a:sym typeface="+mn-ea"/>
              </a:rPr>
              <a:t>单击此处添加</a:t>
            </a:r>
          </a:p>
          <a:p>
            <a:pPr lvl="0"/>
            <a:r>
              <a:rPr>
                <a:sym typeface="+mn-ea"/>
              </a:rPr>
              <a:t>标题</a:t>
            </a:r>
          </a:p>
        </p:txBody>
      </p:sp>
      <p:sp>
        <p:nvSpPr>
          <p:cNvPr id="7" name="副标题 6"/>
          <p:cNvSpPr txBox="1">
            <a:spLocks noGrp="1"/>
          </p:cNvSpPr>
          <p:nvPr>
            <p:ph type="subTitle" idx="2" hasCustomPrompt="1"/>
            <p:custDataLst>
              <p:tags r:id="rId10"/>
            </p:custDataLst>
          </p:nvPr>
        </p:nvSpPr>
        <p:spPr>
          <a:xfrm>
            <a:off x="1137137" y="4429560"/>
            <a:ext cx="7629063" cy="1183999"/>
          </a:xfrm>
          <a:noFill/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20000"/>
              </a:lnSpc>
              <a:buClrTx/>
              <a:buSzTx/>
              <a:buFontTx/>
              <a:buNone/>
              <a:defRPr kumimoji="0" lang="zh-CN" altLang="en-US" sz="2800" b="1" i="0" u="none" strike="noStrike" kern="1200" cap="all" spc="400" normalizeH="0" baseline="0" noProof="1" dirty="0">
                <a:solidFill>
                  <a:schemeClr val="accent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</a:lstStyle>
          <a:p>
            <a:pPr lvl="0"/>
            <a:r>
              <a:rPr>
                <a:sym typeface="+mn-ea"/>
              </a:rPr>
              <a:t>单击此处添加副标题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JY01_画板 1 副本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0" y="317"/>
            <a:ext cx="12193257" cy="6858635"/>
          </a:xfrm>
          <a:prstGeom prst="rect">
            <a:avLst/>
          </a:prstGeom>
        </p:spPr>
      </p:pic>
      <p:pic>
        <p:nvPicPr>
          <p:cNvPr id="8" name="图片 7" descr="JY01_正文页装饰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822289" y="524194"/>
            <a:ext cx="11370346" cy="5810247"/>
          </a:xfrm>
          <a:prstGeom prst="rect">
            <a:avLst/>
          </a:prstGeom>
        </p:spPr>
      </p:pic>
      <p:pic>
        <p:nvPicPr>
          <p:cNvPr id="7" name="图片 6" descr="JY01_正文页装饰1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0" y="5207635"/>
            <a:ext cx="1710720" cy="16510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90170" tIns="46990" rIns="90170" bIns="4699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文黑-55简" panose="00020600040101010101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5"/>
            </p:custDataLst>
          </p:nvPr>
        </p:nvSpPr>
        <p:spPr>
          <a:xfrm>
            <a:off x="669882" y="952508"/>
            <a:ext cx="10852237" cy="5388907"/>
          </a:xfrm>
        </p:spPr>
        <p:txBody>
          <a:bodyPr vert="horz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文黑-55简" panose="00020600040101010101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文黑-55简" panose="00020600040101010101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文黑-55简" panose="00020600040101010101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文黑-55简" panose="00020600040101010101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文黑-55简" panose="00020600040101010101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2025/10/15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JY01_画板 1 副本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794" y="-318"/>
            <a:ext cx="12192000" cy="6858318"/>
          </a:xfrm>
          <a:prstGeom prst="rect">
            <a:avLst/>
          </a:prstGeom>
        </p:spPr>
      </p:pic>
      <p:pic>
        <p:nvPicPr>
          <p:cNvPr id="3" name="图片 2" descr="JY01_章节页装饰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7479507" y="5458144"/>
            <a:ext cx="4703272" cy="1398270"/>
          </a:xfrm>
          <a:prstGeom prst="rect">
            <a:avLst/>
          </a:prstGeom>
        </p:spPr>
      </p:pic>
      <p:pic>
        <p:nvPicPr>
          <p:cNvPr id="2" name="图片 1" descr="JY01_章节页装饰1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635" y="0"/>
            <a:ext cx="1954530" cy="6858000"/>
          </a:xfrm>
          <a:prstGeom prst="rect">
            <a:avLst/>
          </a:prstGeom>
        </p:spPr>
      </p:pic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2025/10/15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标题 1"/>
          <p:cNvSpPr>
            <a:spLocks noGrp="1"/>
          </p:cNvSpPr>
          <p:nvPr>
            <p:ph type="ctrTitle" idx="1" hasCustomPrompt="1"/>
            <p:custDataLst>
              <p:tags r:id="rId7"/>
            </p:custDataLst>
          </p:nvPr>
        </p:nvSpPr>
        <p:spPr>
          <a:xfrm>
            <a:off x="2112431" y="2833012"/>
            <a:ext cx="7967137" cy="1200150"/>
          </a:xfrm>
          <a:noFill/>
        </p:spPr>
        <p:txBody>
          <a:bodyPr vert="horz" wrap="square" lIns="101600" tIns="38100" rIns="76200" bIns="38100" rtlCol="0" anchor="ctr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kumimoji="0" lang="zh-CN" altLang="en-US" sz="6600" b="0" i="0" u="none" strike="noStrike" kern="1200" cap="none" spc="100" normalizeH="0" baseline="0" noProof="1" dirty="0">
                <a:solidFill>
                  <a:schemeClr val="dk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汉仪文黑-85简" panose="00020600040101010101" charset="-122"/>
                <a:cs typeface="+mn-cs"/>
              </a:defRPr>
            </a:lvl1pPr>
          </a:lstStyle>
          <a:p>
            <a:pPr lvl="0"/>
            <a:r>
              <a:rPr>
                <a:sym typeface="+mn-ea"/>
              </a:rPr>
              <a:t>编辑标题</a:t>
            </a:r>
          </a:p>
        </p:txBody>
      </p:sp>
      <p:sp>
        <p:nvSpPr>
          <p:cNvPr id="9" name="文本占位符 2"/>
          <p:cNvSpPr>
            <a:spLocks noGrp="1"/>
          </p:cNvSpPr>
          <p:nvPr>
            <p:ph type="body" idx="2" hasCustomPrompt="1"/>
            <p:custDataLst>
              <p:tags r:id="rId8"/>
            </p:custDataLst>
          </p:nvPr>
        </p:nvSpPr>
        <p:spPr>
          <a:xfrm>
            <a:off x="2680121" y="4295417"/>
            <a:ext cx="6831757" cy="827115"/>
          </a:xfrm>
        </p:spPr>
        <p:txBody>
          <a:bodyPr vert="horz" wrap="square" lIns="101600" tIns="0" rIns="82550" bIns="0" rtlCol="0">
            <a:normAutofit/>
          </a:bodyPr>
          <a:lstStyle>
            <a:lvl1pPr marL="0" marR="0" indent="-22860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defRPr kumimoji="0" lang="zh-CN" altLang="en-US" sz="1400" b="0" i="0" u="none" strike="noStrike" kern="1200" cap="none" spc="0" normalizeH="0" baseline="0" noProof="1" dirty="0">
                <a:solidFill>
                  <a:schemeClr val="dk1">
                    <a:lumMod val="50000"/>
                    <a:lumOff val="50000"/>
                  </a:schemeClr>
                </a:solidFill>
                <a:uFillTx/>
                <a:latin typeface="Arial" panose="020B0604020202020204" pitchFamily="34" charset="0"/>
                <a:ea typeface="汉仪文黑-55简" panose="00020600040101010101" charset="-122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>
                <a:sym typeface="+mn-ea"/>
              </a:rPr>
              <a:t>单击此处添加文本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 descr="JY01_画板 1 副本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0" y="317"/>
            <a:ext cx="12193257" cy="6858635"/>
          </a:xfrm>
          <a:prstGeom prst="rect">
            <a:avLst/>
          </a:prstGeom>
        </p:spPr>
      </p:pic>
      <p:pic>
        <p:nvPicPr>
          <p:cNvPr id="9" name="图片 8" descr="JY01_正文页装饰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822289" y="524194"/>
            <a:ext cx="11370346" cy="5810247"/>
          </a:xfrm>
          <a:prstGeom prst="rect">
            <a:avLst/>
          </a:prstGeom>
        </p:spPr>
      </p:pic>
      <p:pic>
        <p:nvPicPr>
          <p:cNvPr id="8" name="图片 7" descr="JY01_正文页装饰1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0" y="5207635"/>
            <a:ext cx="1710720" cy="16510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90170" tIns="46990" rIns="90170" bIns="4699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文黑-55简" panose="00020600040101010101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5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文黑-55简" panose="00020600040101010101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文黑-55简" panose="00020600040101010101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文黑-55简" panose="00020600040101010101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文黑-55简" panose="00020600040101010101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文黑-55简" panose="00020600040101010101" charset="-122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单击此处编辑母版文本样式</a:t>
            </a:r>
          </a:p>
          <a:p>
            <a:pPr lvl="1"/>
            <a:r>
              <a:rPr>
                <a:sym typeface="+mn-ea"/>
              </a:rPr>
              <a:t>第二级</a:t>
            </a:r>
          </a:p>
          <a:p>
            <a:pPr lvl="2"/>
            <a:r>
              <a:rPr>
                <a:sym typeface="+mn-ea"/>
              </a:rPr>
              <a:t>第三级</a:t>
            </a:r>
          </a:p>
          <a:p>
            <a:pPr lvl="3"/>
            <a:r>
              <a:rPr>
                <a:sym typeface="+mn-ea"/>
              </a:rPr>
              <a:t>第四级</a:t>
            </a:r>
          </a:p>
          <a:p>
            <a:pPr lvl="4"/>
            <a:r>
              <a:rPr>
                <a:sym typeface="+mn-ea"/>
              </a:rPr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6"/>
            </p:custDataLst>
          </p:nvPr>
        </p:nvSpPr>
        <p:spPr>
          <a:xfrm>
            <a:off x="6238877" y="952508"/>
            <a:ext cx="5283242" cy="5388907"/>
          </a:xfrm>
        </p:spPr>
        <p:txBody>
          <a:bodyPr lIns="90170" tIns="46990" rIns="90170" bIns="46990">
            <a:normAutofit/>
          </a:bodyPr>
          <a:lstStyle>
            <a:lvl1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  <a:lvl2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2pPr>
            <a:lvl3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3pPr>
            <a:lvl4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4pPr>
            <a:lvl5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2025/10/15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 descr="JY01_画板 1 副本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0" y="317"/>
            <a:ext cx="12193257" cy="6858635"/>
          </a:xfrm>
          <a:prstGeom prst="rect">
            <a:avLst/>
          </a:prstGeom>
        </p:spPr>
      </p:pic>
      <p:pic>
        <p:nvPicPr>
          <p:cNvPr id="11" name="图片 10" descr="JY01_正文页装饰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4"/>
          <a:stretch>
            <a:fillRect/>
          </a:stretch>
        </p:blipFill>
        <p:spPr>
          <a:xfrm>
            <a:off x="822289" y="524194"/>
            <a:ext cx="11370346" cy="5810247"/>
          </a:xfrm>
          <a:prstGeom prst="rect">
            <a:avLst/>
          </a:prstGeom>
        </p:spPr>
      </p:pic>
      <p:pic>
        <p:nvPicPr>
          <p:cNvPr id="10" name="图片 9" descr="JY01_正文页装饰1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5"/>
          <a:stretch>
            <a:fillRect/>
          </a:stretch>
        </p:blipFill>
        <p:spPr>
          <a:xfrm>
            <a:off x="0" y="5207635"/>
            <a:ext cx="1710720" cy="16510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90170" tIns="46990" rIns="90170" bIns="4699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文黑-55简" panose="00020600040101010101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5"/>
            </p:custDataLst>
          </p:nvPr>
        </p:nvSpPr>
        <p:spPr>
          <a:xfrm>
            <a:off x="669930" y="952508"/>
            <a:ext cx="5283242" cy="381003"/>
          </a:xfrm>
        </p:spPr>
        <p:txBody>
          <a:bodyPr lIns="90170" tIns="46990" rIns="90170" bIns="46990" anchor="ctr" anchorCtr="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0" u="none" strike="noStrike" kern="1200" cap="none" spc="20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文黑-55简" panose="00020600040101010101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6"/>
            </p:custDataLst>
          </p:nvPr>
        </p:nvSpPr>
        <p:spPr>
          <a:xfrm>
            <a:off x="669925" y="1406525"/>
            <a:ext cx="5283200" cy="4934752"/>
          </a:xfrm>
        </p:spPr>
        <p:txBody>
          <a:bodyPr vert="horz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文黑-55简" panose="00020600040101010101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文黑-55简" panose="00020600040101010101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文黑-55简" panose="00020600040101010101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文黑-55简" panose="00020600040101010101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文黑-55简" panose="00020600040101010101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7"/>
            </p:custDataLst>
          </p:nvPr>
        </p:nvSpPr>
        <p:spPr>
          <a:xfrm>
            <a:off x="6235750" y="952508"/>
            <a:ext cx="5283242" cy="381003"/>
          </a:xfrm>
        </p:spPr>
        <p:txBody>
          <a:bodyPr vert="horz" lIns="90170" tIns="46990" rIns="90170" bIns="46990" rtlCol="0" anchor="ctr" anchorCtr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0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文黑-55简" panose="00020600040101010101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8"/>
            </p:custDataLst>
          </p:nvPr>
        </p:nvSpPr>
        <p:spPr>
          <a:xfrm>
            <a:off x="6235750" y="1406525"/>
            <a:ext cx="5283242" cy="4934752"/>
          </a:xfrm>
        </p:spPr>
        <p:txBody>
          <a:bodyPr vert="horz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文黑-55简" panose="00020600040101010101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文黑-55简" panose="00020600040101010101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文黑-55简" panose="00020600040101010101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文黑-55简" panose="00020600040101010101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文黑-55简" panose="00020600040101010101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2025/10/15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JY01_画板 1 副本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0" y="-318"/>
            <a:ext cx="12192000" cy="6858635"/>
          </a:xfrm>
          <a:prstGeom prst="rect">
            <a:avLst/>
          </a:prstGeom>
        </p:spPr>
      </p:pic>
      <p:pic>
        <p:nvPicPr>
          <p:cNvPr id="7" name="图片 6" descr="JY01_目录页装饰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0" y="5388868"/>
            <a:ext cx="2132952" cy="1469132"/>
          </a:xfrm>
          <a:prstGeom prst="rect">
            <a:avLst/>
          </a:prstGeom>
        </p:spPr>
      </p:pic>
      <p:pic>
        <p:nvPicPr>
          <p:cNvPr id="6" name="图片 5" descr="JY01_目录页装饰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7445375" y="0"/>
            <a:ext cx="4746625" cy="441148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/>
        <p:txBody>
          <a:bodyPr vert="horz" lIns="90170" tIns="46990" rIns="90170" bIns="4699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文黑-55简" panose="00020600040101010101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2025/10/15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2025/10/15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 descr="JY01_画板 1 副本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0" y="317"/>
            <a:ext cx="12193257" cy="6858635"/>
          </a:xfrm>
          <a:prstGeom prst="rect">
            <a:avLst/>
          </a:prstGeom>
        </p:spPr>
      </p:pic>
      <p:pic>
        <p:nvPicPr>
          <p:cNvPr id="9" name="图片 8" descr="JY01_正文页装饰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822289" y="524194"/>
            <a:ext cx="11370346" cy="5810247"/>
          </a:xfrm>
          <a:prstGeom prst="rect">
            <a:avLst/>
          </a:prstGeom>
        </p:spPr>
      </p:pic>
      <p:pic>
        <p:nvPicPr>
          <p:cNvPr id="8" name="图片 7" descr="JY01_正文页装饰1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0" y="5207635"/>
            <a:ext cx="1710720" cy="16510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669930" y="443234"/>
            <a:ext cx="10852237" cy="441964"/>
          </a:xfrm>
        </p:spPr>
        <p:txBody>
          <a:bodyPr vert="horz" lIns="90170" tIns="46990" rIns="90170" bIns="4699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文黑-55简" panose="00020600040101010101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5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90170" tIns="46990" rIns="90170" bIns="4699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文黑-55简" panose="00020600040101010101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6"/>
            </p:custDataLst>
          </p:nvPr>
        </p:nvSpPr>
        <p:spPr>
          <a:xfrm>
            <a:off x="6238925" y="952508"/>
            <a:ext cx="5283242" cy="5388907"/>
          </a:xfrm>
        </p:spPr>
        <p:txBody>
          <a:bodyPr vert="horz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文黑-55简" panose="00020600040101010101" charset="-122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fld id="{9EFD9D74-47D9-4702-A33C-335B63B48DBF}" type="datetimeFigureOut">
              <a:rPr lang="zh-CN" altLang="en-US" smtClean="0"/>
              <a:t>2025/10/15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JY01_画板 1 副本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0" y="317"/>
            <a:ext cx="12193257" cy="6858635"/>
          </a:xfrm>
          <a:prstGeom prst="rect">
            <a:avLst/>
          </a:prstGeom>
        </p:spPr>
      </p:pic>
      <p:pic>
        <p:nvPicPr>
          <p:cNvPr id="8" name="图片 7" descr="JY01_正文页装饰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822289" y="524194"/>
            <a:ext cx="11370346" cy="5810247"/>
          </a:xfrm>
          <a:prstGeom prst="rect">
            <a:avLst/>
          </a:prstGeom>
        </p:spPr>
      </p:pic>
      <p:pic>
        <p:nvPicPr>
          <p:cNvPr id="7" name="图片 6" descr="JY01_正文页装饰1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0" y="5207635"/>
            <a:ext cx="1710720" cy="1651000"/>
          </a:xfrm>
          <a:prstGeom prst="rect">
            <a:avLst/>
          </a:prstGeom>
        </p:spPr>
      </p:pic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4"/>
            </p:custDataLst>
          </p:nvPr>
        </p:nvSpPr>
        <p:spPr>
          <a:xfrm>
            <a:off x="10571135" y="952508"/>
            <a:ext cx="950984" cy="5388907"/>
          </a:xfrm>
        </p:spPr>
        <p:txBody>
          <a:bodyPr vert="eaVert" lIns="90170" tIns="46990" rIns="90170" bIns="4699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文黑-55简" panose="00020600040101010101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5"/>
            </p:custDataLst>
          </p:nvPr>
        </p:nvSpPr>
        <p:spPr>
          <a:xfrm>
            <a:off x="669925" y="952500"/>
            <a:ext cx="9828101" cy="5388907"/>
          </a:xfrm>
        </p:spPr>
        <p:txBody>
          <a:bodyPr vert="eaVert"/>
          <a:lstStyle>
            <a:lvl1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  <a:lvl2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2pPr>
            <a:lvl3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3pPr>
            <a:lvl4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4pPr>
            <a:lvl5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2025/10/15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JY01_画板 1 副本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0" y="317"/>
            <a:ext cx="12193257" cy="6858635"/>
          </a:xfrm>
          <a:prstGeom prst="rect">
            <a:avLst/>
          </a:prstGeom>
        </p:spPr>
      </p:pic>
      <p:pic>
        <p:nvPicPr>
          <p:cNvPr id="2" name="图片 1" descr="JY01_正文页装饰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822289" y="524194"/>
            <a:ext cx="11370346" cy="5810247"/>
          </a:xfrm>
          <a:prstGeom prst="rect">
            <a:avLst/>
          </a:prstGeom>
        </p:spPr>
      </p:pic>
      <p:pic>
        <p:nvPicPr>
          <p:cNvPr id="6" name="图片 5" descr="JY01_正文页装饰1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0" y="5207635"/>
            <a:ext cx="1710720" cy="1651000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2025/10/15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7"/>
            </p:custDataLst>
          </p:nvPr>
        </p:nvSpPr>
        <p:spPr>
          <a:xfrm>
            <a:off x="669930" y="952508"/>
            <a:ext cx="10852237" cy="5388907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JY01_画板 1 副本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794" y="-318"/>
            <a:ext cx="12192000" cy="6858318"/>
          </a:xfrm>
          <a:prstGeom prst="rect">
            <a:avLst/>
          </a:prstGeom>
        </p:spPr>
      </p:pic>
      <p:pic>
        <p:nvPicPr>
          <p:cNvPr id="6" name="图片 5" descr="JY01_结束页装饰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7479507" y="5458144"/>
            <a:ext cx="4703272" cy="1398270"/>
          </a:xfrm>
          <a:prstGeom prst="rect">
            <a:avLst/>
          </a:prstGeom>
        </p:spPr>
      </p:pic>
      <p:pic>
        <p:nvPicPr>
          <p:cNvPr id="2" name="图片 1" descr="JY01_结束页装饰1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635" y="0"/>
            <a:ext cx="1954530" cy="6858000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2025/10/15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标题 1"/>
          <p:cNvSpPr>
            <a:spLocks noGrp="1"/>
          </p:cNvSpPr>
          <p:nvPr>
            <p:ph type="title" idx="1" hasCustomPrompt="1"/>
            <p:custDataLst>
              <p:tags r:id="rId7"/>
            </p:custDataLst>
          </p:nvPr>
        </p:nvSpPr>
        <p:spPr>
          <a:xfrm>
            <a:off x="2153288" y="2533739"/>
            <a:ext cx="7885427" cy="1353881"/>
          </a:xfrm>
          <a:noFill/>
        </p:spPr>
        <p:txBody>
          <a:bodyPr vert="horz" wrap="square" lIns="90000" tIns="46800" rIns="90000" bIns="46800" rtlCol="0" anchor="ctr" anchorCtr="0">
            <a:normAutofit/>
          </a:bodyPr>
          <a:lstStyle>
            <a:lvl1pPr marL="0" marR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lang="zh-CN" altLang="en-US" sz="7200" b="1" i="0" u="none" strike="noStrike" kern="0" cap="none" spc="300" normalizeH="0" baseline="0" noProof="1" dirty="0">
                <a:ln>
                  <a:noFill/>
                </a:ln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汉仪文黑-85简" panose="00020600040101010101" charset="-122"/>
                <a:cs typeface="+mj-cs"/>
              </a:defRPr>
            </a:lvl1pPr>
          </a:lstStyle>
          <a:p>
            <a:pPr lvl="0"/>
            <a:r>
              <a:rPr>
                <a:sym typeface="+mn-ea"/>
              </a:rPr>
              <a:t>编辑标题</a:t>
            </a:r>
          </a:p>
        </p:txBody>
      </p:sp>
      <p:sp>
        <p:nvSpPr>
          <p:cNvPr id="9" name="文本占位符 2"/>
          <p:cNvSpPr>
            <a:spLocks noGrp="1"/>
          </p:cNvSpPr>
          <p:nvPr>
            <p:ph type="body" idx="2" hasCustomPrompt="1"/>
            <p:custDataLst>
              <p:tags r:id="rId8"/>
            </p:custDataLst>
          </p:nvPr>
        </p:nvSpPr>
        <p:spPr>
          <a:xfrm flipH="1">
            <a:off x="2153285" y="3996025"/>
            <a:ext cx="7885428" cy="928995"/>
          </a:xfrm>
          <a:noFill/>
        </p:spPr>
        <p:txBody>
          <a:bodyPr vert="horz" wrap="square" lIns="0" tIns="0" rIns="0" bIns="0" rtlCol="0">
            <a:normAutofit/>
          </a:bodyPr>
          <a:lstStyle>
            <a:lvl1pPr marL="0" marR="0" indent="-228600" algn="l" defTabSz="914400" rtl="0" eaLnBrk="1" fontAlgn="auto" latinLnBrk="0" hangingPunct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lang="zh-CN" altLang="en-US" sz="1800" b="0" i="0" u="none" strike="noStrike" kern="0" cap="none" spc="100" normalizeH="0" baseline="0" noProof="1" dirty="0">
                <a:ln>
                  <a:noFill/>
                </a:ln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汉仪文黑-55简" panose="00020600040101010101" charset="-122"/>
                <a:cs typeface="+mj-cs"/>
              </a:defRPr>
            </a:lvl1pPr>
            <a:lvl2pPr marL="6858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>
                <a:sym typeface="+mn-ea"/>
              </a:rPr>
              <a:t>单击此处添加文本</a:t>
            </a:r>
          </a:p>
        </p:txBody>
      </p:sp>
      <p:sp>
        <p:nvSpPr>
          <p:cNvPr id="10" name="副标题 3"/>
          <p:cNvSpPr>
            <a:spLocks noGrp="1"/>
          </p:cNvSpPr>
          <p:nvPr>
            <p:ph type="subTitle" idx="3" hasCustomPrompt="1"/>
            <p:custDataLst>
              <p:tags r:id="rId9"/>
            </p:custDataLst>
          </p:nvPr>
        </p:nvSpPr>
        <p:spPr>
          <a:xfrm>
            <a:off x="2153288" y="1932968"/>
            <a:ext cx="7885427" cy="492366"/>
          </a:xfrm>
          <a:noFill/>
        </p:spPr>
        <p:txBody>
          <a:bodyPr vert="horz" wrap="square" lIns="90000" tIns="46800" rIns="90000" bIns="46800" rtlCol="0">
            <a:normAutofit/>
          </a:bodyPr>
          <a:lstStyle>
            <a:lvl1pPr marL="0" marR="0" indent="-22860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lang="zh-CN" altLang="en-US" sz="2400" b="1" i="0" u="none" strike="noStrike" kern="0" cap="none" spc="600" normalizeH="0" baseline="0" noProof="1" dirty="0">
                <a:ln>
                  <a:noFill/>
                </a:ln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汉仪文黑-55简" panose="00020600040101010101" charset="-122"/>
                <a:cs typeface="+mj-cs"/>
              </a:defRPr>
            </a:lvl1pPr>
            <a:lvl2pPr marL="6858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>
                <a:sym typeface="+mn-ea"/>
              </a:rPr>
              <a:t>单击此处编辑副标题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JY01_画板 1 副本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0" y="317"/>
            <a:ext cx="12193257" cy="6858635"/>
          </a:xfrm>
          <a:prstGeom prst="rect">
            <a:avLst/>
          </a:prstGeom>
        </p:spPr>
      </p:pic>
      <p:pic>
        <p:nvPicPr>
          <p:cNvPr id="7" name="图片 6" descr="JY01_正文页装饰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822289" y="524194"/>
            <a:ext cx="11370346" cy="5810247"/>
          </a:xfrm>
          <a:prstGeom prst="rect">
            <a:avLst/>
          </a:prstGeom>
        </p:spPr>
      </p:pic>
      <p:pic>
        <p:nvPicPr>
          <p:cNvPr id="6" name="图片 5" descr="JY01_正文页装饰1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0" y="5207635"/>
            <a:ext cx="1710720" cy="16510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2025/10/15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JY01_画板 1 副本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0" y="-318"/>
            <a:ext cx="12193257" cy="6858635"/>
          </a:xfrm>
          <a:prstGeom prst="rect">
            <a:avLst/>
          </a:prstGeom>
        </p:spPr>
      </p:pic>
      <p:sp>
        <p:nvSpPr>
          <p:cNvPr id="8" name="矩形 7"/>
          <p:cNvSpPr/>
          <p:nvPr>
            <p:custDataLst>
              <p:tags r:id="rId2"/>
            </p:custDataLst>
          </p:nvPr>
        </p:nvSpPr>
        <p:spPr>
          <a:xfrm>
            <a:off x="293594" y="304200"/>
            <a:ext cx="11606400" cy="62496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pic>
        <p:nvPicPr>
          <p:cNvPr id="6" name="图片 5" descr="JY01_正文页装饰1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635" y="5589270"/>
            <a:ext cx="1314622" cy="126873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281600" y="1249200"/>
            <a:ext cx="9626400" cy="723600"/>
          </a:xfrm>
        </p:spPr>
        <p:txBody>
          <a:bodyPr anchor="ctr"/>
          <a:lstStyle>
            <a:lvl1pPr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1281113" y="2163600"/>
            <a:ext cx="9626600" cy="3445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2025/10/15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JY01_画板 1 副本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635" y="-318"/>
            <a:ext cx="12192622" cy="6858635"/>
          </a:xfrm>
          <a:prstGeom prst="rect">
            <a:avLst/>
          </a:prstGeom>
        </p:spPr>
      </p:pic>
      <p:sp>
        <p:nvSpPr>
          <p:cNvPr id="6" name="矩形 5"/>
          <p:cNvSpPr/>
          <p:nvPr>
            <p:custDataLst>
              <p:tags r:id="rId2"/>
            </p:custDataLst>
          </p:nvPr>
        </p:nvSpPr>
        <p:spPr>
          <a:xfrm>
            <a:off x="794" y="1"/>
            <a:ext cx="4823460" cy="6866255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dirty="0">
              <a:solidFill>
                <a:schemeClr val="lt1"/>
              </a:solidFill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583200" y="770400"/>
            <a:ext cx="3960000" cy="882000"/>
          </a:xfrm>
        </p:spPr>
        <p:txBody>
          <a:bodyPr anchor="ctr" anchorCtr="0"/>
          <a:lstStyle>
            <a:lvl1pPr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r>
              <a:rPr lang="zh-CN" altLang="en-US" dirty="0"/>
              <a:t>单击编辑标题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2025/10/15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7"/>
            </p:custDataLst>
          </p:nvPr>
        </p:nvSpPr>
        <p:spPr>
          <a:xfrm>
            <a:off x="586800" y="1764000"/>
            <a:ext cx="3956400" cy="4093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8"/>
            </p:custDataLst>
          </p:nvPr>
        </p:nvSpPr>
        <p:spPr>
          <a:xfrm>
            <a:off x="5101200" y="769938"/>
            <a:ext cx="6480000" cy="5087937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 descr="JY01_画板 1 副本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794" y="0"/>
            <a:ext cx="12192000" cy="6858318"/>
          </a:xfrm>
          <a:prstGeom prst="rect">
            <a:avLst/>
          </a:prstGeom>
        </p:spPr>
      </p:pic>
      <p:sp>
        <p:nvSpPr>
          <p:cNvPr id="8" name="矩形 7"/>
          <p:cNvSpPr/>
          <p:nvPr>
            <p:custDataLst>
              <p:tags r:id="rId2"/>
            </p:custDataLst>
          </p:nvPr>
        </p:nvSpPr>
        <p:spPr>
          <a:xfrm>
            <a:off x="159" y="0"/>
            <a:ext cx="12192000" cy="2664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olidFill>
                <a:schemeClr val="lt1"/>
              </a:solidFill>
              <a:sym typeface="+mn-ea"/>
            </a:endParaRPr>
          </a:p>
        </p:txBody>
      </p:sp>
      <p:pic>
        <p:nvPicPr>
          <p:cNvPr id="6" name="图片 5" descr="JY01_正文页装饰1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0" y="5207635"/>
            <a:ext cx="1710720" cy="16510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612000" y="781200"/>
            <a:ext cx="10976400" cy="626400"/>
          </a:xfrm>
        </p:spPr>
        <p:txBody>
          <a:bodyPr anchor="ctr"/>
          <a:lstStyle>
            <a:lvl1pPr algn="ctr"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2025/10/15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8"/>
            </p:custDataLst>
          </p:nvPr>
        </p:nvSpPr>
        <p:spPr>
          <a:xfrm>
            <a:off x="612000" y="1659600"/>
            <a:ext cx="10975975" cy="828000"/>
          </a:xfrm>
        </p:spPr>
        <p:txBody>
          <a:bodyPr/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9"/>
            </p:custDataLst>
          </p:nvPr>
        </p:nvSpPr>
        <p:spPr>
          <a:xfrm>
            <a:off x="612775" y="2808000"/>
            <a:ext cx="10965600" cy="34308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JY01_画板 1 副本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0" y="-318"/>
            <a:ext cx="12193257" cy="6858635"/>
          </a:xfrm>
          <a:prstGeom prst="rect">
            <a:avLst/>
          </a:prstGeom>
        </p:spPr>
      </p:pic>
      <p:sp>
        <p:nvSpPr>
          <p:cNvPr id="6" name="矩形 5"/>
          <p:cNvSpPr/>
          <p:nvPr>
            <p:custDataLst>
              <p:tags r:id="rId2"/>
            </p:custDataLst>
          </p:nvPr>
        </p:nvSpPr>
        <p:spPr>
          <a:xfrm>
            <a:off x="159" y="5029202"/>
            <a:ext cx="12192000" cy="1828799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olidFill>
                <a:schemeClr val="lt1"/>
              </a:solidFill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604800" y="669600"/>
            <a:ext cx="10976400" cy="565200"/>
          </a:xfrm>
        </p:spPr>
        <p:txBody>
          <a:bodyPr anchor="ctr" anchorCtr="0"/>
          <a:lstStyle>
            <a:lvl1pPr algn="ctr"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2025/10/15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7"/>
            </p:custDataLst>
          </p:nvPr>
        </p:nvSpPr>
        <p:spPr>
          <a:xfrm>
            <a:off x="604837" y="1681200"/>
            <a:ext cx="10990800" cy="321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8"/>
            </p:custDataLst>
          </p:nvPr>
        </p:nvSpPr>
        <p:spPr>
          <a:xfrm>
            <a:off x="594000" y="5180400"/>
            <a:ext cx="11001600" cy="10116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 descr="JY01_画板 1 副本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635" y="317"/>
            <a:ext cx="12192000" cy="6858635"/>
          </a:xfrm>
          <a:prstGeom prst="rect">
            <a:avLst/>
          </a:prstGeom>
        </p:spPr>
      </p:pic>
      <p:sp>
        <p:nvSpPr>
          <p:cNvPr id="8" name="矩形 7"/>
          <p:cNvSpPr/>
          <p:nvPr>
            <p:custDataLst>
              <p:tags r:id="rId2"/>
            </p:custDataLst>
          </p:nvPr>
        </p:nvSpPr>
        <p:spPr>
          <a:xfrm>
            <a:off x="159" y="3175"/>
            <a:ext cx="12192000" cy="9144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olidFill>
                <a:schemeClr val="lt1"/>
              </a:solidFill>
              <a:sym typeface="+mn-ea"/>
            </a:endParaRPr>
          </a:p>
        </p:txBody>
      </p:sp>
      <p:pic>
        <p:nvPicPr>
          <p:cNvPr id="6" name="图片 5" descr="JY01_正文页装饰1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4"/>
          <a:stretch>
            <a:fillRect/>
          </a:stretch>
        </p:blipFill>
        <p:spPr>
          <a:xfrm>
            <a:off x="0" y="5636260"/>
            <a:ext cx="1266591" cy="122237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579600" y="237600"/>
            <a:ext cx="11037600" cy="441964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2025/10/15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8"/>
            </p:custDataLst>
          </p:nvPr>
        </p:nvSpPr>
        <p:spPr>
          <a:xfrm>
            <a:off x="579600" y="1663200"/>
            <a:ext cx="5342400" cy="28944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9"/>
            </p:custDataLst>
          </p:nvPr>
        </p:nvSpPr>
        <p:spPr>
          <a:xfrm>
            <a:off x="6242400" y="1663200"/>
            <a:ext cx="5367600" cy="28944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10"/>
            </p:custDataLst>
          </p:nvPr>
        </p:nvSpPr>
        <p:spPr>
          <a:xfrm>
            <a:off x="572400" y="4816800"/>
            <a:ext cx="5342400" cy="78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1"/>
            </p:custDataLst>
          </p:nvPr>
        </p:nvSpPr>
        <p:spPr>
          <a:xfrm>
            <a:off x="6253200" y="4813200"/>
            <a:ext cx="5367600" cy="78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JY01_画板 1 副本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0" y="-318"/>
            <a:ext cx="12193257" cy="6858635"/>
          </a:xfrm>
          <a:prstGeom prst="rect">
            <a:avLst/>
          </a:prstGeom>
        </p:spPr>
      </p:pic>
      <p:sp>
        <p:nvSpPr>
          <p:cNvPr id="8" name="矩形 7"/>
          <p:cNvSpPr/>
          <p:nvPr>
            <p:custDataLst>
              <p:tags r:id="rId2"/>
            </p:custDataLst>
          </p:nvPr>
        </p:nvSpPr>
        <p:spPr>
          <a:xfrm>
            <a:off x="1429" y="958590"/>
            <a:ext cx="12192000" cy="4939553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olidFill>
                <a:schemeClr val="lt1"/>
              </a:solidFill>
              <a:sym typeface="+mn-ea"/>
            </a:endParaRPr>
          </a:p>
        </p:txBody>
      </p:sp>
      <p:pic>
        <p:nvPicPr>
          <p:cNvPr id="6" name="图片 5" descr="JY01_正文页装饰1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0" y="5635625"/>
            <a:ext cx="1266591" cy="122237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522800" y="1339200"/>
            <a:ext cx="9144000" cy="2386800"/>
          </a:xfrm>
        </p:spPr>
        <p:txBody>
          <a:bodyPr anchor="b"/>
          <a:lstStyle>
            <a:lvl1pPr algn="ctr">
              <a:defRPr sz="6000"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2025/10/15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8"/>
            </p:custDataLst>
          </p:nvPr>
        </p:nvSpPr>
        <p:spPr>
          <a:xfrm>
            <a:off x="1522413" y="3862800"/>
            <a:ext cx="9144000" cy="1656000"/>
          </a:xfrm>
        </p:spPr>
        <p:txBody>
          <a:bodyPr/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ags" Target="../tags/tag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ags" Target="../tags/tag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ags" Target="../tags/tag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ags" Target="../tags/tag6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ags" Target="../tags/tag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ags" Target="../tags/tag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20"/>
            </p:custDataLst>
          </p:nvPr>
        </p:nvSpPr>
        <p:spPr>
          <a:xfrm>
            <a:off x="669882" y="443230"/>
            <a:ext cx="10852237" cy="441964"/>
          </a:xfrm>
          <a:prstGeom prst="rect">
            <a:avLst/>
          </a:prstGeom>
        </p:spPr>
        <p:txBody>
          <a:bodyPr vert="horz" wrap="square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1"/>
            </p:custDataLst>
          </p:nvPr>
        </p:nvSpPr>
        <p:spPr>
          <a:xfrm>
            <a:off x="669882" y="961398"/>
            <a:ext cx="10852237" cy="5388907"/>
          </a:xfrm>
          <a:prstGeom prst="rect">
            <a:avLst/>
          </a:prstGeom>
        </p:spPr>
        <p:txBody>
          <a:bodyPr vert="horz" wrap="square" lIns="90170" tIns="46990" rIns="90170" bIns="4699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2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2025/10/15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3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4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8" name="KSO_TEMPLATE" hidden="1"/>
          <p:cNvSpPr/>
          <p:nvPr userDrawn="1">
            <p:custDataLst>
              <p:tags r:id="rId25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  <p:sldLayoutId id="2147483678" r:id="rId10"/>
    <p:sldLayoutId id="2147483679" r:id="rId11"/>
    <p:sldLayoutId id="2147483680" r:id="rId12"/>
    <p:sldLayoutId id="2147483681" r:id="rId13"/>
    <p:sldLayoutId id="2147483682" r:id="rId14"/>
    <p:sldLayoutId id="2147483683" r:id="rId15"/>
    <p:sldLayoutId id="2147483684" r:id="rId16"/>
    <p:sldLayoutId id="2147483685" r:id="rId17"/>
    <p:sldLayoutId id="2147483686" r:id="rId18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400" b="1" u="none" strike="noStrike" kern="1200" cap="none" spc="200" normalizeH="0">
          <a:solidFill>
            <a:schemeClr val="tx1"/>
          </a:solidFill>
          <a:uFillTx/>
          <a:latin typeface="Arial" panose="020B0604020202020204" pitchFamily="34" charset="0"/>
          <a:ea typeface="汉仪文黑-55简" panose="00020600040101010101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汉仪文黑-55简" panose="00020600040101010101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汉仪文黑-55简" panose="00020600040101010101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汉仪文黑-55简" panose="00020600040101010101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汉仪文黑-55简" panose="00020600040101010101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汉仪文黑-55简" panose="00020600040101010101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158.xml"/><Relationship Id="rId2" Type="http://schemas.openxmlformats.org/officeDocument/2006/relationships/tags" Target="../tags/tag157.xml"/><Relationship Id="rId1" Type="http://schemas.openxmlformats.org/officeDocument/2006/relationships/tags" Target="../tags/tag156.xml"/><Relationship Id="rId5" Type="http://schemas.openxmlformats.org/officeDocument/2006/relationships/image" Target="../media/image14.png"/><Relationship Id="rId4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60.xml"/><Relationship Id="rId1" Type="http://schemas.openxmlformats.org/officeDocument/2006/relationships/tags" Target="../tags/tag15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62.xml"/><Relationship Id="rId1" Type="http://schemas.openxmlformats.org/officeDocument/2006/relationships/tags" Target="../tags/tag16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64.xml"/><Relationship Id="rId1" Type="http://schemas.openxmlformats.org/officeDocument/2006/relationships/tags" Target="../tags/tag163.xml"/><Relationship Id="rId4" Type="http://schemas.openxmlformats.org/officeDocument/2006/relationships/image" Target="../media/image15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video" Target="https://www.youtube.com/embed/KggpS5Yf_Jw?feature=oembed" TargetMode="External"/><Relationship Id="rId7" Type="http://schemas.openxmlformats.org/officeDocument/2006/relationships/image" Target="../media/image18.jpeg"/><Relationship Id="rId2" Type="http://schemas.openxmlformats.org/officeDocument/2006/relationships/tags" Target="../tags/tag166.xml"/><Relationship Id="rId1" Type="http://schemas.openxmlformats.org/officeDocument/2006/relationships/tags" Target="../tags/tag165.xml"/><Relationship Id="rId6" Type="http://schemas.openxmlformats.org/officeDocument/2006/relationships/image" Target="../media/image17.jpeg"/><Relationship Id="rId5" Type="http://schemas.openxmlformats.org/officeDocument/2006/relationships/image" Target="../media/image16.png"/><Relationship Id="rId4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video" Target="https://www.youtube.com/embed/nRPWgMwl3m0?feature=oembed" TargetMode="External"/><Relationship Id="rId7" Type="http://schemas.openxmlformats.org/officeDocument/2006/relationships/image" Target="../media/image21.jpeg"/><Relationship Id="rId2" Type="http://schemas.openxmlformats.org/officeDocument/2006/relationships/tags" Target="../tags/tag168.xml"/><Relationship Id="rId1" Type="http://schemas.openxmlformats.org/officeDocument/2006/relationships/tags" Target="../tags/tag167.xml"/><Relationship Id="rId6" Type="http://schemas.openxmlformats.org/officeDocument/2006/relationships/image" Target="../media/image20.jpeg"/><Relationship Id="rId5" Type="http://schemas.openxmlformats.org/officeDocument/2006/relationships/image" Target="../media/image19.png"/><Relationship Id="rId4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70.xml"/><Relationship Id="rId1" Type="http://schemas.openxmlformats.org/officeDocument/2006/relationships/tags" Target="../tags/tag169.xml"/><Relationship Id="rId5" Type="http://schemas.openxmlformats.org/officeDocument/2006/relationships/image" Target="../media/image23.jpeg"/><Relationship Id="rId4" Type="http://schemas.openxmlformats.org/officeDocument/2006/relationships/image" Target="../media/image22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video" Target="https://www.youtube.com/embed/xYi3soPlnvw?feature=oembed" TargetMode="External"/><Relationship Id="rId2" Type="http://schemas.openxmlformats.org/officeDocument/2006/relationships/tags" Target="../tags/tag172.xml"/><Relationship Id="rId1" Type="http://schemas.openxmlformats.org/officeDocument/2006/relationships/tags" Target="../tags/tag171.xml"/><Relationship Id="rId6" Type="http://schemas.openxmlformats.org/officeDocument/2006/relationships/image" Target="../media/image25.jpeg"/><Relationship Id="rId5" Type="http://schemas.openxmlformats.org/officeDocument/2006/relationships/image" Target="../media/image24.png"/><Relationship Id="rId4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74.xml"/><Relationship Id="rId1" Type="http://schemas.openxmlformats.org/officeDocument/2006/relationships/tags" Target="../tags/tag173.xml"/><Relationship Id="rId4" Type="http://schemas.openxmlformats.org/officeDocument/2006/relationships/image" Target="../media/image26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76.xml"/><Relationship Id="rId1" Type="http://schemas.openxmlformats.org/officeDocument/2006/relationships/tags" Target="../tags/tag175.xml"/><Relationship Id="rId4" Type="http://schemas.openxmlformats.org/officeDocument/2006/relationships/image" Target="../media/image27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video" Target="https://www.youtube.com/embed/LRa-YPKAa2A?feature=oembed" TargetMode="External"/><Relationship Id="rId2" Type="http://schemas.openxmlformats.org/officeDocument/2006/relationships/tags" Target="../tags/tag178.xml"/><Relationship Id="rId1" Type="http://schemas.openxmlformats.org/officeDocument/2006/relationships/tags" Target="../tags/tag177.xml"/><Relationship Id="rId6" Type="http://schemas.openxmlformats.org/officeDocument/2006/relationships/image" Target="../media/image29.jpeg"/><Relationship Id="rId5" Type="http://schemas.openxmlformats.org/officeDocument/2006/relationships/image" Target="../media/image28.jpeg"/><Relationship Id="rId4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80.xml"/><Relationship Id="rId1" Type="http://schemas.openxmlformats.org/officeDocument/2006/relationships/tags" Target="../tags/tag179.xml"/><Relationship Id="rId5" Type="http://schemas.openxmlformats.org/officeDocument/2006/relationships/image" Target="../media/image31.jpeg"/><Relationship Id="rId4" Type="http://schemas.openxmlformats.org/officeDocument/2006/relationships/image" Target="../media/image30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82.xml"/><Relationship Id="rId1" Type="http://schemas.openxmlformats.org/officeDocument/2006/relationships/tags" Target="../tags/tag181.xml"/><Relationship Id="rId5" Type="http://schemas.openxmlformats.org/officeDocument/2006/relationships/image" Target="../media/image33.jpeg"/><Relationship Id="rId4" Type="http://schemas.openxmlformats.org/officeDocument/2006/relationships/image" Target="../media/image3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video" Target="https://www.youtube.com/embed/yF0dOTTTn9Q?feature=oembed" TargetMode="External"/><Relationship Id="rId7" Type="http://schemas.openxmlformats.org/officeDocument/2006/relationships/image" Target="../media/image36.jpeg"/><Relationship Id="rId2" Type="http://schemas.openxmlformats.org/officeDocument/2006/relationships/tags" Target="../tags/tag184.xml"/><Relationship Id="rId1" Type="http://schemas.openxmlformats.org/officeDocument/2006/relationships/tags" Target="../tags/tag183.xml"/><Relationship Id="rId6" Type="http://schemas.openxmlformats.org/officeDocument/2006/relationships/image" Target="../media/image35.gif"/><Relationship Id="rId5" Type="http://schemas.openxmlformats.org/officeDocument/2006/relationships/image" Target="../media/image34.jpeg"/><Relationship Id="rId4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86.xml"/><Relationship Id="rId1" Type="http://schemas.openxmlformats.org/officeDocument/2006/relationships/tags" Target="../tags/tag185.xml"/><Relationship Id="rId4" Type="http://schemas.openxmlformats.org/officeDocument/2006/relationships/image" Target="../media/image37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88.xml"/><Relationship Id="rId1" Type="http://schemas.openxmlformats.org/officeDocument/2006/relationships/tags" Target="../tags/tag187.xml"/><Relationship Id="rId4" Type="http://schemas.openxmlformats.org/officeDocument/2006/relationships/image" Target="../media/image38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90.xml"/><Relationship Id="rId1" Type="http://schemas.openxmlformats.org/officeDocument/2006/relationships/tags" Target="../tags/tag189.xml"/><Relationship Id="rId5" Type="http://schemas.openxmlformats.org/officeDocument/2006/relationships/image" Target="../media/image40.jpeg"/><Relationship Id="rId4" Type="http://schemas.openxmlformats.org/officeDocument/2006/relationships/image" Target="../media/image39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92.xml"/><Relationship Id="rId1" Type="http://schemas.openxmlformats.org/officeDocument/2006/relationships/tags" Target="../tags/tag191.xml"/><Relationship Id="rId4" Type="http://schemas.openxmlformats.org/officeDocument/2006/relationships/image" Target="../media/image4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94.xml"/><Relationship Id="rId1" Type="http://schemas.openxmlformats.org/officeDocument/2006/relationships/tags" Target="../tags/tag19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96.xml"/><Relationship Id="rId1" Type="http://schemas.openxmlformats.org/officeDocument/2006/relationships/tags" Target="../tags/tag19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文本框 22"/>
          <p:cNvSpPr txBox="1"/>
          <p:nvPr>
            <p:custDataLst>
              <p:tags r:id="rId2"/>
            </p:custDataLst>
          </p:nvPr>
        </p:nvSpPr>
        <p:spPr>
          <a:xfrm>
            <a:off x="1084128" y="5658615"/>
            <a:ext cx="7629063" cy="1183999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altLang="zh-CN" cap="all" spc="100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By Ibrahim </a:t>
            </a:r>
            <a:r>
              <a:rPr lang="en-US" altLang="zh-CN" cap="all" spc="100" dirty="0" err="1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siraj</a:t>
            </a:r>
            <a:endParaRPr lang="en-US" altLang="zh-CN" cap="all" spc="100" dirty="0">
              <a:solidFill>
                <a:srgbClr val="00B05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altLang="zh-CN" cap="all" spc="100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Maldives polytechnic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5D17C5F-D582-80A6-4DE3-CCB3F46FEC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91125" y="466312"/>
            <a:ext cx="904875" cy="1428750"/>
          </a:xfrm>
          <a:prstGeom prst="rect">
            <a:avLst/>
          </a:prstGeom>
        </p:spPr>
      </p:pic>
      <p:sp>
        <p:nvSpPr>
          <p:cNvPr id="5" name="文本框 21">
            <a:extLst>
              <a:ext uri="{FF2B5EF4-FFF2-40B4-BE49-F238E27FC236}">
                <a16:creationId xmlns:a16="http://schemas.microsoft.com/office/drawing/2014/main" id="{8291BEAF-DC80-7114-D7E5-4D33D4D73EFF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517374" y="2036310"/>
            <a:ext cx="8719930" cy="1740528"/>
          </a:xfrm>
          <a:prstGeom prst="rect">
            <a:avLst/>
          </a:prstGeom>
          <a:noFill/>
        </p:spPr>
        <p:txBody>
          <a:bodyPr wrap="square" rtlCol="0" anchor="ctr" anchorCtr="0">
            <a:norm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2800" b="1" kern="100" dirty="0">
                <a:solidFill>
                  <a:schemeClr val="accent3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CERTIFICATE III IN AUTOMOTIVE REPAIR &amp; MAINTE</a:t>
            </a:r>
            <a:r>
              <a:rPr lang="en-US" sz="2800" b="1" kern="100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NANCE</a:t>
            </a:r>
            <a:endParaRPr lang="en-US" sz="2800" b="1" kern="100" dirty="0">
              <a:solidFill>
                <a:schemeClr val="accent3">
                  <a:lumMod val="5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B8B25F2-350A-E959-A436-C1320A9A1827}"/>
              </a:ext>
            </a:extLst>
          </p:cNvPr>
          <p:cNvSpPr txBox="1"/>
          <p:nvPr/>
        </p:nvSpPr>
        <p:spPr>
          <a:xfrm>
            <a:off x="821635" y="4015155"/>
            <a:ext cx="9415669" cy="5305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00" cap="none" spc="0" normalizeH="0" baseline="0" noProof="0" dirty="0">
                <a:ln>
                  <a:noFill/>
                </a:ln>
                <a:solidFill>
                  <a:srgbClr val="FFAD63">
                    <a:lumMod val="5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SUBJECT:  </a:t>
            </a:r>
            <a:r>
              <a:rPr lang="en-US" sz="2800" b="1" kern="1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Automotive Engineering Practice </a:t>
            </a:r>
            <a:endParaRPr kumimoji="0" lang="en-US" sz="2800" b="1" i="0" u="none" strike="noStrike" kern="1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文本框 22"/>
          <p:cNvSpPr txBox="1"/>
          <p:nvPr>
            <p:custDataLst>
              <p:tags r:id="rId2"/>
            </p:custDataLst>
          </p:nvPr>
        </p:nvSpPr>
        <p:spPr>
          <a:xfrm>
            <a:off x="967408" y="1080524"/>
            <a:ext cx="10018643" cy="50024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lvl="0">
              <a:buSzPct val="100000"/>
              <a:defRPr/>
            </a:pPr>
            <a:r>
              <a:rPr lang="en-US" sz="2400" b="1" dirty="0"/>
              <a:t>Chapter 2  Identify Different Parts and their Function of Engine</a:t>
            </a:r>
            <a:br>
              <a:rPr lang="en-US" dirty="0"/>
            </a:br>
            <a:endParaRPr kumimoji="0" lang="en-US" altLang="zh-CN" sz="2400" b="1" i="0" u="none" strike="noStrike" kern="1200" spc="10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tabLst/>
              <a:defRPr/>
            </a:pPr>
            <a:endParaRPr kumimoji="0" lang="en-US" altLang="zh-CN" sz="2400" i="0" u="none" strike="noStrike" kern="1200" spc="10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CB18384-A138-74B7-DF16-BB03399C9D56}"/>
              </a:ext>
            </a:extLst>
          </p:cNvPr>
          <p:cNvSpPr txBox="1"/>
          <p:nvPr/>
        </p:nvSpPr>
        <p:spPr>
          <a:xfrm>
            <a:off x="2961860" y="258456"/>
            <a:ext cx="6559826" cy="8311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200000"/>
              </a:lnSpc>
              <a:spcAft>
                <a:spcPts val="800"/>
              </a:spcAft>
              <a:defRPr/>
            </a:pPr>
            <a:r>
              <a:rPr lang="en-US" sz="2800" b="1" kern="100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Automotive Engineering Practice</a:t>
            </a:r>
            <a:endParaRPr lang="en-US" sz="2800" b="1" kern="100" dirty="0">
              <a:solidFill>
                <a:schemeClr val="accent3">
                  <a:lumMod val="5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9769EAF-2A2E-E7B9-70FB-97F07A033829}"/>
              </a:ext>
            </a:extLst>
          </p:cNvPr>
          <p:cNvSpPr txBox="1"/>
          <p:nvPr/>
        </p:nvSpPr>
        <p:spPr>
          <a:xfrm>
            <a:off x="1643269" y="5777476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altLang="zh-CN" cap="all" spc="100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By Ibrahim </a:t>
            </a:r>
            <a:r>
              <a:rPr lang="en-US" altLang="zh-CN" cap="all" spc="100" dirty="0" err="1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siraj</a:t>
            </a:r>
            <a:endParaRPr lang="en-US" altLang="zh-CN" cap="all" spc="100" dirty="0">
              <a:solidFill>
                <a:srgbClr val="00B05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altLang="zh-CN" cap="all" spc="100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Maldives polytechnic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E75E1AB-1D16-4BEC-F181-29C5282242E9}"/>
              </a:ext>
            </a:extLst>
          </p:cNvPr>
          <p:cNvSpPr txBox="1"/>
          <p:nvPr/>
        </p:nvSpPr>
        <p:spPr>
          <a:xfrm>
            <a:off x="1126435" y="2126399"/>
            <a:ext cx="94488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: </a:t>
            </a:r>
            <a:r>
              <a:rPr lang="en-US" sz="2400" b="1" dirty="0"/>
              <a:t>Introduction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/>
              <a:t>The engine is the heart of any vehicle or machine.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/>
              <a:t>It converts chemical energy of fuel into mechanical energy.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/>
              <a:t>Based on fuel and ignition type, engines are classified as:</a:t>
            </a:r>
          </a:p>
          <a:p>
            <a:r>
              <a:rPr lang="en-US" sz="2400" dirty="0"/>
              <a:t>o	Petrol Engine (Spark Ignition – SI)</a:t>
            </a:r>
          </a:p>
          <a:p>
            <a:r>
              <a:rPr lang="en-US" sz="2400" dirty="0"/>
              <a:t>o	Diesel Engine (Compression Ignition – CI)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908292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1E1A7F-5E4F-66EB-46CD-90AD3F003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文本框 22">
            <a:extLst>
              <a:ext uri="{FF2B5EF4-FFF2-40B4-BE49-F238E27FC236}">
                <a16:creationId xmlns:a16="http://schemas.microsoft.com/office/drawing/2014/main" id="{51E9F1FB-67A0-2C2D-7B01-AA764CD47264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967408" y="1080524"/>
            <a:ext cx="10018643" cy="50024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lvl="0">
              <a:buSzPct val="100000"/>
              <a:defRPr/>
            </a:pPr>
            <a:r>
              <a:rPr lang="en-US" sz="2400" b="1" dirty="0"/>
              <a:t>Chapter 2  Identify Different Parts and their Function of Engine</a:t>
            </a:r>
            <a:br>
              <a:rPr lang="en-US" dirty="0"/>
            </a:br>
            <a:endParaRPr kumimoji="0" lang="en-US" altLang="zh-CN" sz="2400" b="1" i="0" u="none" strike="noStrike" kern="1200" spc="10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tabLst/>
              <a:defRPr/>
            </a:pPr>
            <a:endParaRPr kumimoji="0" lang="en-US" altLang="zh-CN" sz="2400" i="0" u="none" strike="noStrike" kern="1200" spc="10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CA893C8-CBC7-B8F8-5445-32F336C0523D}"/>
              </a:ext>
            </a:extLst>
          </p:cNvPr>
          <p:cNvSpPr txBox="1"/>
          <p:nvPr/>
        </p:nvSpPr>
        <p:spPr>
          <a:xfrm>
            <a:off x="2961860" y="258456"/>
            <a:ext cx="6559826" cy="8311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200000"/>
              </a:lnSpc>
              <a:spcAft>
                <a:spcPts val="800"/>
              </a:spcAft>
              <a:defRPr/>
            </a:pPr>
            <a:r>
              <a:rPr lang="en-US" sz="2800" b="1" kern="100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Automotive Engineering Practice</a:t>
            </a:r>
            <a:endParaRPr lang="en-US" sz="2800" b="1" kern="100" dirty="0">
              <a:solidFill>
                <a:schemeClr val="accent3">
                  <a:lumMod val="5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EEF5D19-FFD2-CE12-939F-9FCEB0EDC502}"/>
              </a:ext>
            </a:extLst>
          </p:cNvPr>
          <p:cNvSpPr txBox="1"/>
          <p:nvPr/>
        </p:nvSpPr>
        <p:spPr>
          <a:xfrm>
            <a:off x="1643269" y="5777476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altLang="zh-CN" cap="all" spc="100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By Ibrahim </a:t>
            </a:r>
            <a:r>
              <a:rPr lang="en-US" altLang="zh-CN" cap="all" spc="100" dirty="0" err="1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siraj</a:t>
            </a:r>
            <a:endParaRPr lang="en-US" altLang="zh-CN" cap="all" spc="100" dirty="0">
              <a:solidFill>
                <a:srgbClr val="00B05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altLang="zh-CN" cap="all" spc="100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Maldives polytechnic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72EB14A-15C4-B8DD-871D-1F682223A278}"/>
              </a:ext>
            </a:extLst>
          </p:cNvPr>
          <p:cNvSpPr txBox="1"/>
          <p:nvPr/>
        </p:nvSpPr>
        <p:spPr>
          <a:xfrm>
            <a:off x="967408" y="1580772"/>
            <a:ext cx="944880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/>
              <a:t>Main Components of an IC Engine</a:t>
            </a:r>
            <a:endParaRPr lang="en-US" sz="2400"/>
          </a:p>
          <a:p>
            <a:pPr lvl="0"/>
            <a:r>
              <a:rPr lang="en-US" sz="2400"/>
              <a:t>Cylinder Block</a:t>
            </a:r>
          </a:p>
          <a:p>
            <a:pPr lvl="0"/>
            <a:r>
              <a:rPr lang="en-US" sz="2400"/>
              <a:t>Cylinder Head</a:t>
            </a:r>
          </a:p>
          <a:p>
            <a:pPr lvl="0"/>
            <a:r>
              <a:rPr lang="en-US" sz="2400"/>
              <a:t>Piston</a:t>
            </a:r>
          </a:p>
          <a:p>
            <a:pPr lvl="0"/>
            <a:r>
              <a:rPr lang="en-US" sz="2400"/>
              <a:t>Connecting Rod</a:t>
            </a:r>
          </a:p>
          <a:p>
            <a:pPr lvl="0"/>
            <a:r>
              <a:rPr lang="en-US" sz="2400"/>
              <a:t>Crankshaft</a:t>
            </a:r>
          </a:p>
          <a:p>
            <a:pPr lvl="0"/>
            <a:r>
              <a:rPr lang="en-US" sz="2400"/>
              <a:t>Valves (Inlet &amp; Exhaust)</a:t>
            </a:r>
          </a:p>
          <a:p>
            <a:pPr lvl="0"/>
            <a:r>
              <a:rPr lang="en-US" sz="2400"/>
              <a:t>Camshaft</a:t>
            </a:r>
          </a:p>
          <a:p>
            <a:pPr lvl="0"/>
            <a:r>
              <a:rPr lang="en-US" sz="2400"/>
              <a:t>Flywheel</a:t>
            </a:r>
          </a:p>
          <a:p>
            <a:pPr lvl="0"/>
            <a:r>
              <a:rPr lang="en-US" sz="2400"/>
              <a:t>Carburetor / Fuel Injector</a:t>
            </a:r>
          </a:p>
          <a:p>
            <a:pPr lvl="0"/>
            <a:r>
              <a:rPr lang="en-US" sz="2400"/>
              <a:t>Cooling and Lubrication Systems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563697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CCA998-3BE6-D0DB-4262-E3BC5B30D4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文本框 22">
            <a:extLst>
              <a:ext uri="{FF2B5EF4-FFF2-40B4-BE49-F238E27FC236}">
                <a16:creationId xmlns:a16="http://schemas.microsoft.com/office/drawing/2014/main" id="{0D28D847-3A93-E7B8-CA7A-BBA7BF66C758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967408" y="1080524"/>
            <a:ext cx="10018643" cy="50024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lvl="0">
              <a:buSzPct val="100000"/>
              <a:defRPr/>
            </a:pPr>
            <a:r>
              <a:rPr lang="en-US" sz="2400" b="1" dirty="0"/>
              <a:t>Chapter 2  Identify Different Parts and their Function of Engine</a:t>
            </a:r>
            <a:br>
              <a:rPr lang="en-US" dirty="0"/>
            </a:br>
            <a:endParaRPr kumimoji="0" lang="en-US" altLang="zh-CN" sz="2400" b="1" i="0" u="none" strike="noStrike" kern="1200" spc="10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lvl="0"/>
            <a:r>
              <a:rPr lang="en-US" sz="2000" b="1" dirty="0"/>
              <a:t>Engine Block</a:t>
            </a:r>
            <a:endParaRPr lang="en-US" dirty="0"/>
          </a:p>
          <a:p>
            <a:pPr lvl="1"/>
            <a:r>
              <a:rPr lang="en-US" sz="2000" dirty="0"/>
              <a:t>The core structure of the engine; houses cylinders and other components.</a:t>
            </a:r>
            <a:endParaRPr lang="en-US" dirty="0"/>
          </a:p>
          <a:p>
            <a:pPr lvl="1"/>
            <a:r>
              <a:rPr lang="en-US" sz="2000" dirty="0"/>
              <a:t>Usually made from cast iron or aluminum.</a:t>
            </a:r>
            <a:endParaRPr lang="en-US" dirty="0"/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tabLst/>
              <a:defRPr/>
            </a:pPr>
            <a:endParaRPr kumimoji="0" lang="en-US" altLang="zh-CN" sz="2400" i="0" u="none" strike="noStrike" kern="1200" spc="10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3E2984A-AECD-05E8-3DCB-90A46449F43D}"/>
              </a:ext>
            </a:extLst>
          </p:cNvPr>
          <p:cNvSpPr txBox="1"/>
          <p:nvPr/>
        </p:nvSpPr>
        <p:spPr>
          <a:xfrm>
            <a:off x="2961860" y="258456"/>
            <a:ext cx="6559826" cy="8311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200000"/>
              </a:lnSpc>
              <a:spcAft>
                <a:spcPts val="800"/>
              </a:spcAft>
              <a:defRPr/>
            </a:pPr>
            <a:r>
              <a:rPr lang="en-US" sz="2800" b="1" kern="100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Automotive Engineering Practice</a:t>
            </a:r>
            <a:endParaRPr lang="en-US" sz="2800" b="1" kern="100" dirty="0">
              <a:solidFill>
                <a:schemeClr val="accent3">
                  <a:lumMod val="5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16D9474-1EBC-9C19-A0B6-96187B2FD818}"/>
              </a:ext>
            </a:extLst>
          </p:cNvPr>
          <p:cNvSpPr txBox="1"/>
          <p:nvPr/>
        </p:nvSpPr>
        <p:spPr>
          <a:xfrm>
            <a:off x="1643269" y="5777476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altLang="zh-CN" cap="all" spc="100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By Ibrahim </a:t>
            </a:r>
            <a:r>
              <a:rPr lang="en-US" altLang="zh-CN" cap="all" spc="100" dirty="0" err="1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siraj</a:t>
            </a:r>
            <a:endParaRPr lang="en-US" altLang="zh-CN" cap="all" spc="100" dirty="0">
              <a:solidFill>
                <a:srgbClr val="00B05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altLang="zh-CN" cap="all" spc="100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Maldives polytechnic</a:t>
            </a:r>
          </a:p>
        </p:txBody>
      </p:sp>
      <p:sp>
        <p:nvSpPr>
          <p:cNvPr id="2" name="Rectangle 1" descr="📌 What is a Cylinder Block in an Engine? In an internal ...">
            <a:extLst>
              <a:ext uri="{FF2B5EF4-FFF2-40B4-BE49-F238E27FC236}">
                <a16:creationId xmlns:a16="http://schemas.microsoft.com/office/drawing/2014/main" id="{CDA05F1A-C4E7-A571-8BAB-2F64C319DC8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0" y="0"/>
            <a:ext cx="302895" cy="302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en-US"/>
          </a:p>
        </p:txBody>
      </p:sp>
      <p:pic>
        <p:nvPicPr>
          <p:cNvPr id="1025" name="Picture 10" descr="EngineersPost - Engine Block Diagram ✓ | Facebook">
            <a:extLst>
              <a:ext uri="{FF2B5EF4-FFF2-40B4-BE49-F238E27FC236}">
                <a16:creationId xmlns:a16="http://schemas.microsoft.com/office/drawing/2014/main" id="{08223BD2-ED1A-A31B-0F83-9B545F19F8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3269" y="2809462"/>
            <a:ext cx="3935895" cy="29680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3">
            <a:extLst>
              <a:ext uri="{FF2B5EF4-FFF2-40B4-BE49-F238E27FC236}">
                <a16:creationId xmlns:a16="http://schemas.microsoft.com/office/drawing/2014/main" id="{BB85E82D-DDD0-BBC7-1FA5-EE834EDDF6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Engine Block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The core structure of the engine; houses cylinders and other components.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Usually made from cast iron or aluminum.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FFBEE230-699D-5838-B166-D2130808B7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0321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F8E06B2-25D2-76E6-26B7-75EA6B8CC887}"/>
              </a:ext>
            </a:extLst>
          </p:cNvPr>
          <p:cNvSpPr txBox="1"/>
          <p:nvPr/>
        </p:nvSpPr>
        <p:spPr>
          <a:xfrm>
            <a:off x="6096000" y="3134265"/>
            <a:ext cx="565868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It acts as the engine's foundation, providing a sealed and strong casing for the combustion process, and includes passages for coolant and oil.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810887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E6E303-38C5-EC60-FC95-686108A50E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文本框 22">
            <a:extLst>
              <a:ext uri="{FF2B5EF4-FFF2-40B4-BE49-F238E27FC236}">
                <a16:creationId xmlns:a16="http://schemas.microsoft.com/office/drawing/2014/main" id="{24809FC6-781C-4CB3-E3E6-290D6112B7EA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967408" y="1080524"/>
            <a:ext cx="10018643" cy="50024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lvl="0">
              <a:buSzPct val="100000"/>
              <a:defRPr/>
            </a:pPr>
            <a:r>
              <a:rPr lang="en-US" sz="2400" b="1" dirty="0"/>
              <a:t>Chapter 2  Identify Different Parts and their Function of Engine</a:t>
            </a:r>
            <a:br>
              <a:rPr lang="en-US" dirty="0"/>
            </a:br>
            <a:endParaRPr kumimoji="0" lang="en-US" altLang="zh-CN" sz="2400" b="1" i="0" u="none" strike="noStrike" kern="1200" spc="10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lvl="0"/>
            <a:r>
              <a:rPr lang="en-US" sz="2000" b="1" dirty="0"/>
              <a:t>Cylinders</a:t>
            </a:r>
            <a:endParaRPr lang="en-US" dirty="0"/>
          </a:p>
          <a:p>
            <a:pPr lvl="1"/>
            <a:r>
              <a:rPr lang="en-US" sz="2000" dirty="0"/>
              <a:t>Hollow spaces where pistons move up and down.</a:t>
            </a:r>
            <a:endParaRPr lang="en-US" dirty="0"/>
          </a:p>
          <a:p>
            <a:pPr lvl="1"/>
            <a:r>
              <a:rPr lang="en-US" sz="2000" dirty="0"/>
              <a:t>Most engines have 4, 6, or 8 cylinders (I4, V6, V8, etc.).</a:t>
            </a:r>
            <a:endParaRPr lang="en-US" dirty="0"/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tabLst/>
              <a:defRPr/>
            </a:pPr>
            <a:endParaRPr kumimoji="0" lang="en-US" altLang="zh-CN" sz="2400" i="0" u="none" strike="noStrike" kern="1200" spc="10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BB2D2C-894B-5CF4-D80F-C2254CCBC931}"/>
              </a:ext>
            </a:extLst>
          </p:cNvPr>
          <p:cNvSpPr txBox="1"/>
          <p:nvPr/>
        </p:nvSpPr>
        <p:spPr>
          <a:xfrm>
            <a:off x="2961860" y="258456"/>
            <a:ext cx="6559826" cy="8311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200000"/>
              </a:lnSpc>
              <a:spcAft>
                <a:spcPts val="800"/>
              </a:spcAft>
              <a:defRPr/>
            </a:pPr>
            <a:r>
              <a:rPr lang="en-US" sz="2800" b="1" kern="100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Automotive Engineering Practice</a:t>
            </a:r>
            <a:endParaRPr lang="en-US" sz="2800" b="1" kern="100" dirty="0">
              <a:solidFill>
                <a:schemeClr val="accent3">
                  <a:lumMod val="5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526C6BD-E095-3412-FA41-0F82DB3C0046}"/>
              </a:ext>
            </a:extLst>
          </p:cNvPr>
          <p:cNvSpPr txBox="1"/>
          <p:nvPr/>
        </p:nvSpPr>
        <p:spPr>
          <a:xfrm>
            <a:off x="1643269" y="5777476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altLang="zh-CN" cap="all" spc="100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By Ibrahim </a:t>
            </a:r>
            <a:r>
              <a:rPr lang="en-US" altLang="zh-CN" cap="all" spc="100" dirty="0" err="1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siraj</a:t>
            </a:r>
            <a:endParaRPr lang="en-US" altLang="zh-CN" cap="all" spc="100" dirty="0">
              <a:solidFill>
                <a:srgbClr val="00B05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altLang="zh-CN" cap="all" spc="100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Maldives polytechnic</a:t>
            </a:r>
          </a:p>
        </p:txBody>
      </p:sp>
      <p:sp>
        <p:nvSpPr>
          <p:cNvPr id="2" name="Rectangle 1" descr="📌 What is a Cylinder Block in an Engine? In an internal ...">
            <a:extLst>
              <a:ext uri="{FF2B5EF4-FFF2-40B4-BE49-F238E27FC236}">
                <a16:creationId xmlns:a16="http://schemas.microsoft.com/office/drawing/2014/main" id="{E67AB3A9-7D74-10BA-5E1E-6D4A901BA03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0" y="0"/>
            <a:ext cx="302895" cy="302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en-US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B2A52131-F03B-398E-F789-1F1F800F97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Engine Block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The core structure of the engine; houses cylinders and other components.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Usually made from cast iron or aluminum.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F4413BA4-976F-708F-DF9E-404E20E9E3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0321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3" name="Picture 2" descr="Part 9 - Cylinder Liners - SECO GmbH">
            <a:extLst>
              <a:ext uri="{FF2B5EF4-FFF2-40B4-BE49-F238E27FC236}">
                <a16:creationId xmlns:a16="http://schemas.microsoft.com/office/drawing/2014/main" id="{47A8B9C5-E7D4-AF8B-359E-732A0BC0E1F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1375" y="3260573"/>
            <a:ext cx="1914182" cy="2146314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 descr="Cylinder Liners: Essential Components of Internal Combustion Engines -  VOLGEN POWER">
            <a:extLst>
              <a:ext uri="{FF2B5EF4-FFF2-40B4-BE49-F238E27FC236}">
                <a16:creationId xmlns:a16="http://schemas.microsoft.com/office/drawing/2014/main" id="{1149DAEB-0D4A-1614-9D1E-997D4310444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81818" y="3250783"/>
            <a:ext cx="3133382" cy="21561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Online Media 9" title="Inline-4 Cylinder Piston Engine Animation #Shorts">
            <a:hlinkClick r:id="" action="ppaction://media"/>
            <a:extLst>
              <a:ext uri="{FF2B5EF4-FFF2-40B4-BE49-F238E27FC236}">
                <a16:creationId xmlns:a16="http://schemas.microsoft.com/office/drawing/2014/main" id="{7BABE703-292E-81EB-8FA0-4FAC046CC36E}"/>
              </a:ext>
            </a:extLst>
          </p:cNvPr>
          <p:cNvPicPr>
            <a:picLocks noRot="1" noChangeAspect="1"/>
          </p:cNvPicPr>
          <p:nvPr>
            <a:videoFile r:link="rId3"/>
          </p:nvPr>
        </p:nvPicPr>
        <p:blipFill>
          <a:blip r:embed="rId7"/>
          <a:stretch>
            <a:fillRect/>
          </a:stretch>
        </p:blipFill>
        <p:spPr>
          <a:xfrm>
            <a:off x="8507896" y="2502935"/>
            <a:ext cx="2690191" cy="3023222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5546263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ABF5A3-E0DF-F1AD-814D-2E3A2EBBB2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文本框 22">
            <a:extLst>
              <a:ext uri="{FF2B5EF4-FFF2-40B4-BE49-F238E27FC236}">
                <a16:creationId xmlns:a16="http://schemas.microsoft.com/office/drawing/2014/main" id="{D487208B-9AEA-1B25-1B20-DD194A165652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967408" y="1080524"/>
            <a:ext cx="10018643" cy="50024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lvl="0">
              <a:buSzPct val="100000"/>
              <a:defRPr/>
            </a:pPr>
            <a:r>
              <a:rPr lang="en-US" sz="2400" b="1" dirty="0"/>
              <a:t>Chapter 2  Identify Different Parts and their Function of Engine</a:t>
            </a:r>
            <a:br>
              <a:rPr lang="en-US" dirty="0"/>
            </a:br>
            <a:endParaRPr kumimoji="0" lang="en-US" altLang="zh-CN" sz="2400" b="1" i="0" u="none" strike="noStrike" kern="1200" spc="10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lvl="0"/>
            <a:r>
              <a:rPr lang="en-US" sz="2000" b="1" dirty="0"/>
              <a:t>Pistons</a:t>
            </a:r>
            <a:endParaRPr lang="en-US" dirty="0"/>
          </a:p>
          <a:p>
            <a:pPr lvl="1"/>
            <a:r>
              <a:rPr lang="en-US" sz="2000" dirty="0"/>
              <a:t>Move up and down inside the cylinders.</a:t>
            </a:r>
            <a:endParaRPr lang="en-US" dirty="0"/>
          </a:p>
          <a:p>
            <a:pPr lvl="1"/>
            <a:r>
              <a:rPr lang="en-US" sz="2000" dirty="0"/>
              <a:t>Convert expanding gas energy into mechanical motion.</a:t>
            </a:r>
            <a:endParaRPr lang="en-US" dirty="0"/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tabLst/>
              <a:defRPr/>
            </a:pPr>
            <a:endParaRPr kumimoji="0" lang="en-US" altLang="zh-CN" sz="2400" i="0" u="none" strike="noStrike" kern="1200" spc="10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C3FD78B-5964-1C50-493A-A238568A5C9D}"/>
              </a:ext>
            </a:extLst>
          </p:cNvPr>
          <p:cNvSpPr txBox="1"/>
          <p:nvPr/>
        </p:nvSpPr>
        <p:spPr>
          <a:xfrm>
            <a:off x="2961860" y="258456"/>
            <a:ext cx="6559826" cy="8311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200000"/>
              </a:lnSpc>
              <a:spcAft>
                <a:spcPts val="800"/>
              </a:spcAft>
              <a:defRPr/>
            </a:pPr>
            <a:r>
              <a:rPr lang="en-US" sz="2800" b="1" kern="100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Automotive Engineering Practice</a:t>
            </a:r>
            <a:endParaRPr lang="en-US" sz="2800" b="1" kern="100" dirty="0">
              <a:solidFill>
                <a:schemeClr val="accent3">
                  <a:lumMod val="5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D0AB65B-816F-B104-8B53-D6DDC2514CB9}"/>
              </a:ext>
            </a:extLst>
          </p:cNvPr>
          <p:cNvSpPr txBox="1"/>
          <p:nvPr/>
        </p:nvSpPr>
        <p:spPr>
          <a:xfrm>
            <a:off x="1643269" y="5777476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altLang="zh-CN" cap="all" spc="100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By Ibrahim </a:t>
            </a:r>
            <a:r>
              <a:rPr lang="en-US" altLang="zh-CN" cap="all" spc="100" dirty="0" err="1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siraj</a:t>
            </a:r>
            <a:endParaRPr lang="en-US" altLang="zh-CN" cap="all" spc="100" dirty="0">
              <a:solidFill>
                <a:srgbClr val="00B05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altLang="zh-CN" cap="all" spc="100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Maldives polytechnic</a:t>
            </a:r>
          </a:p>
        </p:txBody>
      </p:sp>
      <p:sp>
        <p:nvSpPr>
          <p:cNvPr id="2" name="Rectangle 1" descr="📌 What is a Cylinder Block in an Engine? In an internal ...">
            <a:extLst>
              <a:ext uri="{FF2B5EF4-FFF2-40B4-BE49-F238E27FC236}">
                <a16:creationId xmlns:a16="http://schemas.microsoft.com/office/drawing/2014/main" id="{2CE559CE-7E21-33B7-EDFE-7DFFC9F9A4C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0" y="0"/>
            <a:ext cx="302895" cy="302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en-US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7ED14E02-E9E5-A3CE-E789-2DD165C007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Engine Block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The core structure of the engine; houses cylinders and other components.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Usually made from cast iron or aluminum.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509CF367-AC0C-C51C-4850-42A39547E0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0321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9" name="Picture 8" descr="Piston Explained - saVRee">
            <a:extLst>
              <a:ext uri="{FF2B5EF4-FFF2-40B4-BE49-F238E27FC236}">
                <a16:creationId xmlns:a16="http://schemas.microsoft.com/office/drawing/2014/main" id="{B9773E7B-C626-21FF-282E-FF216352824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3269" y="3197159"/>
            <a:ext cx="2531166" cy="22494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Picture 10" descr="Engine Pistons and Connecting Rods - How a Car Works">
            <a:extLst>
              <a:ext uri="{FF2B5EF4-FFF2-40B4-BE49-F238E27FC236}">
                <a16:creationId xmlns:a16="http://schemas.microsoft.com/office/drawing/2014/main" id="{4A3EA912-3989-985F-88E4-445BC61AE769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5008" y="3197159"/>
            <a:ext cx="2294255" cy="2089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Online Media 11" title="4 Stroke Vs  2 Stroke Engine">
            <a:hlinkClick r:id="" action="ppaction://media"/>
            <a:extLst>
              <a:ext uri="{FF2B5EF4-FFF2-40B4-BE49-F238E27FC236}">
                <a16:creationId xmlns:a16="http://schemas.microsoft.com/office/drawing/2014/main" id="{3E1693BD-FD43-DED7-E7DD-BCCAE226561E}"/>
              </a:ext>
            </a:extLst>
          </p:cNvPr>
          <p:cNvPicPr>
            <a:picLocks noRot="1" noChangeAspect="1"/>
          </p:cNvPicPr>
          <p:nvPr>
            <a:videoFile r:link="rId3"/>
          </p:nvPr>
        </p:nvPicPr>
        <p:blipFill>
          <a:blip r:embed="rId7"/>
          <a:stretch>
            <a:fillRect/>
          </a:stretch>
        </p:blipFill>
        <p:spPr>
          <a:xfrm>
            <a:off x="8017567" y="1724370"/>
            <a:ext cx="3875087" cy="4464394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1696999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00B269-BFD5-F31C-4D01-8842F927C9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文本框 22">
            <a:extLst>
              <a:ext uri="{FF2B5EF4-FFF2-40B4-BE49-F238E27FC236}">
                <a16:creationId xmlns:a16="http://schemas.microsoft.com/office/drawing/2014/main" id="{13FF16D0-B5DE-6F7E-543F-4BF574C1A6C8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967408" y="1080524"/>
            <a:ext cx="10018643" cy="50024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lvl="0">
              <a:buSzPct val="100000"/>
              <a:defRPr/>
            </a:pPr>
            <a:r>
              <a:rPr lang="en-US" sz="2400" b="1" dirty="0"/>
              <a:t>Chapter 2  Identify Different Parts and their Function of Engine</a:t>
            </a:r>
            <a:br>
              <a:rPr lang="en-US" dirty="0"/>
            </a:br>
            <a:endParaRPr kumimoji="0" lang="en-US" altLang="zh-CN" sz="2400" b="1" i="0" u="none" strike="noStrike" kern="1200" spc="10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tabLst/>
              <a:defRPr/>
            </a:pPr>
            <a:endParaRPr kumimoji="0" lang="en-US" altLang="zh-CN" sz="2400" i="0" u="none" strike="noStrike" kern="1200" spc="10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8FADBC-59F9-E139-69FC-3E99ED535E81}"/>
              </a:ext>
            </a:extLst>
          </p:cNvPr>
          <p:cNvSpPr txBox="1"/>
          <p:nvPr/>
        </p:nvSpPr>
        <p:spPr>
          <a:xfrm>
            <a:off x="2961860" y="258456"/>
            <a:ext cx="6559826" cy="8311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200000"/>
              </a:lnSpc>
              <a:spcAft>
                <a:spcPts val="800"/>
              </a:spcAft>
              <a:defRPr/>
            </a:pPr>
            <a:r>
              <a:rPr lang="en-US" sz="2800" b="1" kern="100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Automotive Engineering Practice</a:t>
            </a:r>
            <a:endParaRPr lang="en-US" sz="2800" b="1" kern="100" dirty="0">
              <a:solidFill>
                <a:schemeClr val="accent3">
                  <a:lumMod val="5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2DA5D27-CE87-CCFA-AB02-74DDA85CF1AA}"/>
              </a:ext>
            </a:extLst>
          </p:cNvPr>
          <p:cNvSpPr txBox="1"/>
          <p:nvPr/>
        </p:nvSpPr>
        <p:spPr>
          <a:xfrm>
            <a:off x="1643269" y="5777476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altLang="zh-CN" cap="all" spc="100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By Ibrahim </a:t>
            </a:r>
            <a:r>
              <a:rPr lang="en-US" altLang="zh-CN" cap="all" spc="100" dirty="0" err="1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siraj</a:t>
            </a:r>
            <a:endParaRPr lang="en-US" altLang="zh-CN" cap="all" spc="100" dirty="0">
              <a:solidFill>
                <a:srgbClr val="00B05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altLang="zh-CN" cap="all" spc="100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Maldives polytechnic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A355B7D-9BE8-7FFF-A3F0-5C8A144B6241}"/>
              </a:ext>
            </a:extLst>
          </p:cNvPr>
          <p:cNvSpPr txBox="1"/>
          <p:nvPr/>
        </p:nvSpPr>
        <p:spPr>
          <a:xfrm>
            <a:off x="1113183" y="1693255"/>
            <a:ext cx="6096000" cy="1166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Connecting Rods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Connect pistons to the crankshaft.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Transfer motion from the piston to the crankshaft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7" name="Picture 6" descr="Connecting rod - Wikipedia">
            <a:extLst>
              <a:ext uri="{FF2B5EF4-FFF2-40B4-BE49-F238E27FC236}">
                <a16:creationId xmlns:a16="http://schemas.microsoft.com/office/drawing/2014/main" id="{6CB7A6A5-C26B-55A6-B34E-9FD805EC229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0977" y="2859922"/>
            <a:ext cx="4004049" cy="291755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0" name="Picture 2" descr="Piston | 3D CAD Model Library ...">
            <a:extLst>
              <a:ext uri="{FF2B5EF4-FFF2-40B4-BE49-F238E27FC236}">
                <a16:creationId xmlns:a16="http://schemas.microsoft.com/office/drawing/2014/main" id="{16060ED8-2BE2-6FEA-BDA4-BB845939F8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6635" y="2859921"/>
            <a:ext cx="3385103" cy="29175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9452237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DFE0B1-077C-7B8A-D701-B61D94B2A2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文本框 22">
            <a:extLst>
              <a:ext uri="{FF2B5EF4-FFF2-40B4-BE49-F238E27FC236}">
                <a16:creationId xmlns:a16="http://schemas.microsoft.com/office/drawing/2014/main" id="{22901048-DC23-7F3A-E2E4-1B8DBC6F6C9A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967408" y="1080524"/>
            <a:ext cx="10018643" cy="50024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lvl="0">
              <a:buSzPct val="100000"/>
              <a:defRPr/>
            </a:pPr>
            <a:r>
              <a:rPr lang="en-US" sz="2400" b="1" dirty="0"/>
              <a:t>Chapter 2  Identify Different Parts and their Function of Engine</a:t>
            </a:r>
            <a:br>
              <a:rPr lang="en-US" dirty="0"/>
            </a:br>
            <a:endParaRPr kumimoji="0" lang="en-US" altLang="zh-CN" sz="2400" b="1" i="0" u="none" strike="noStrike" kern="1200" spc="10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lvl="0"/>
            <a:r>
              <a:rPr lang="en-US" sz="2400" b="1" dirty="0"/>
              <a:t>Crankshaft</a:t>
            </a:r>
            <a:endParaRPr lang="en-US" sz="2000" dirty="0"/>
          </a:p>
          <a:p>
            <a:pPr lvl="1"/>
            <a:r>
              <a:rPr lang="en-US" sz="2400" dirty="0"/>
              <a:t>Converts linear motion of pistons into rotational motion.</a:t>
            </a:r>
            <a:endParaRPr lang="en-US" sz="2000" dirty="0"/>
          </a:p>
          <a:p>
            <a:pPr lvl="1"/>
            <a:r>
              <a:rPr lang="en-US" sz="2400" dirty="0"/>
              <a:t>Drives the vehicle’s wheels (indirectly).</a:t>
            </a:r>
            <a:endParaRPr lang="en-US" sz="2000" dirty="0"/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tabLst/>
              <a:defRPr/>
            </a:pPr>
            <a:endParaRPr kumimoji="0" lang="en-US" altLang="zh-CN" sz="2400" i="0" u="none" strike="noStrike" kern="1200" spc="10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728C37D-D1DC-4748-2B04-CEB03FDD46DA}"/>
              </a:ext>
            </a:extLst>
          </p:cNvPr>
          <p:cNvSpPr txBox="1"/>
          <p:nvPr/>
        </p:nvSpPr>
        <p:spPr>
          <a:xfrm>
            <a:off x="2961860" y="258456"/>
            <a:ext cx="6559826" cy="8311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200000"/>
              </a:lnSpc>
              <a:spcAft>
                <a:spcPts val="800"/>
              </a:spcAft>
              <a:defRPr/>
            </a:pPr>
            <a:r>
              <a:rPr lang="en-US" sz="2800" b="1" kern="100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Automotive Engineering Practice</a:t>
            </a:r>
            <a:endParaRPr lang="en-US" sz="2800" b="1" kern="100" dirty="0">
              <a:solidFill>
                <a:schemeClr val="accent3">
                  <a:lumMod val="5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325BE45-FE06-1613-07F3-2050B39AE48B}"/>
              </a:ext>
            </a:extLst>
          </p:cNvPr>
          <p:cNvSpPr txBox="1"/>
          <p:nvPr/>
        </p:nvSpPr>
        <p:spPr>
          <a:xfrm>
            <a:off x="1643269" y="5777476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altLang="zh-CN" cap="all" spc="100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By Ibrahim </a:t>
            </a:r>
            <a:r>
              <a:rPr lang="en-US" altLang="zh-CN" cap="all" spc="100" dirty="0" err="1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siraj</a:t>
            </a:r>
            <a:endParaRPr lang="en-US" altLang="zh-CN" cap="all" spc="100" dirty="0">
              <a:solidFill>
                <a:srgbClr val="00B05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altLang="zh-CN" cap="all" spc="100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Maldives polytechnic</a:t>
            </a:r>
          </a:p>
        </p:txBody>
      </p:sp>
      <p:pic>
        <p:nvPicPr>
          <p:cNvPr id="2" name="Picture 1" descr="Engine Crankshaft Explained - saVRee">
            <a:extLst>
              <a:ext uri="{FF2B5EF4-FFF2-40B4-BE49-F238E27FC236}">
                <a16:creationId xmlns:a16="http://schemas.microsoft.com/office/drawing/2014/main" id="{CA9C9095-F74C-FE0C-26D9-0BA8A5F5BAA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2731" y="3176159"/>
            <a:ext cx="5226852" cy="2110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Online Media 2" title="Types of Internal Combustion Engines #engine #automobile #automotive #mechanical">
            <a:hlinkClick r:id="" action="ppaction://media"/>
            <a:extLst>
              <a:ext uri="{FF2B5EF4-FFF2-40B4-BE49-F238E27FC236}">
                <a16:creationId xmlns:a16="http://schemas.microsoft.com/office/drawing/2014/main" id="{AF1489B1-D15E-5B4F-08AE-9D46AE638E28}"/>
              </a:ext>
            </a:extLst>
          </p:cNvPr>
          <p:cNvPicPr>
            <a:picLocks noRot="1" noChangeAspect="1"/>
          </p:cNvPicPr>
          <p:nvPr>
            <a:videoFile r:link="rId3"/>
          </p:nvPr>
        </p:nvPicPr>
        <p:blipFill>
          <a:blip r:embed="rId6"/>
          <a:stretch>
            <a:fillRect/>
          </a:stretch>
        </p:blipFill>
        <p:spPr>
          <a:xfrm>
            <a:off x="7739269" y="2690192"/>
            <a:ext cx="3875087" cy="407504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3988408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7156A4-BB79-0EA1-EDD2-B43FECCA8E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文本框 22">
            <a:extLst>
              <a:ext uri="{FF2B5EF4-FFF2-40B4-BE49-F238E27FC236}">
                <a16:creationId xmlns:a16="http://schemas.microsoft.com/office/drawing/2014/main" id="{E637B5FB-C8C3-005A-8C3B-6F02B5E67822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967408" y="1080524"/>
            <a:ext cx="10018643" cy="50024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lvl="0">
              <a:buSzPct val="100000"/>
              <a:defRPr/>
            </a:pPr>
            <a:r>
              <a:rPr lang="en-US" sz="2400" b="1" dirty="0"/>
              <a:t>Chapter 2  Identify Different Parts and their Function of Engine</a:t>
            </a:r>
            <a:br>
              <a:rPr lang="en-US" dirty="0"/>
            </a:br>
            <a:endParaRPr kumimoji="0" lang="en-US" altLang="zh-CN" sz="2400" b="1" i="0" u="none" strike="noStrike" kern="1200" spc="10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tabLst/>
              <a:defRPr/>
            </a:pPr>
            <a:endParaRPr kumimoji="0" lang="en-US" altLang="zh-CN" sz="2400" i="0" u="none" strike="noStrike" kern="1200" spc="10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B9FFB1-7636-CEA5-FF35-987DE9E767D9}"/>
              </a:ext>
            </a:extLst>
          </p:cNvPr>
          <p:cNvSpPr txBox="1"/>
          <p:nvPr/>
        </p:nvSpPr>
        <p:spPr>
          <a:xfrm>
            <a:off x="2961860" y="258456"/>
            <a:ext cx="6559826" cy="8311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200000"/>
              </a:lnSpc>
              <a:spcAft>
                <a:spcPts val="800"/>
              </a:spcAft>
              <a:defRPr/>
            </a:pPr>
            <a:r>
              <a:rPr lang="en-US" sz="2800" b="1" kern="100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Automotive Engineering Practice</a:t>
            </a:r>
            <a:endParaRPr lang="en-US" sz="2800" b="1" kern="100" dirty="0">
              <a:solidFill>
                <a:schemeClr val="accent3">
                  <a:lumMod val="5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81DEA56-A043-8788-9D26-4B95A05C6AF5}"/>
              </a:ext>
            </a:extLst>
          </p:cNvPr>
          <p:cNvSpPr txBox="1"/>
          <p:nvPr/>
        </p:nvSpPr>
        <p:spPr>
          <a:xfrm>
            <a:off x="1643269" y="5777476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altLang="zh-CN" cap="all" spc="100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By Ibrahim </a:t>
            </a:r>
            <a:r>
              <a:rPr lang="en-US" altLang="zh-CN" cap="all" spc="100" dirty="0" err="1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siraj</a:t>
            </a:r>
            <a:endParaRPr lang="en-US" altLang="zh-CN" cap="all" spc="100" dirty="0">
              <a:solidFill>
                <a:srgbClr val="00B05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altLang="zh-CN" cap="all" spc="100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Maldives polytechnic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3F0A7F5-2B68-AAC4-AC6E-F73FB9AD0646}"/>
              </a:ext>
            </a:extLst>
          </p:cNvPr>
          <p:cNvSpPr txBox="1"/>
          <p:nvPr/>
        </p:nvSpPr>
        <p:spPr>
          <a:xfrm>
            <a:off x="967408" y="1580772"/>
            <a:ext cx="94488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b="1"/>
              <a:t>Cylinder Head</a:t>
            </a:r>
            <a:endParaRPr lang="en-US" sz="1600"/>
          </a:p>
          <a:p>
            <a:pPr lvl="1"/>
            <a:r>
              <a:rPr lang="en-US"/>
              <a:t>Sits on top of the engine block, sealing the cylinders.</a:t>
            </a:r>
            <a:endParaRPr lang="en-US" sz="1600"/>
          </a:p>
          <a:p>
            <a:pPr lvl="1"/>
            <a:r>
              <a:rPr lang="en-US"/>
              <a:t>Contains valves, spark plugs, and camshafts (in OHC engines).</a:t>
            </a:r>
            <a:endParaRPr lang="en-US" sz="1600"/>
          </a:p>
        </p:txBody>
      </p:sp>
      <p:pic>
        <p:nvPicPr>
          <p:cNvPr id="2" name="Picture 1" descr="Cylinder Head: Definition, Construction, Types, Advantages [Notes &amp; PDF]">
            <a:extLst>
              <a:ext uri="{FF2B5EF4-FFF2-40B4-BE49-F238E27FC236}">
                <a16:creationId xmlns:a16="http://schemas.microsoft.com/office/drawing/2014/main" id="{7CD52FED-CF05-7A40-437D-60A0270821E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4243" y="2560955"/>
            <a:ext cx="5009322" cy="3211107"/>
          </a:xfrm>
          <a:prstGeom prst="rect">
            <a:avLst/>
          </a:prstGeom>
          <a:noFill/>
          <a:ln>
            <a:noFill/>
          </a:ln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6014733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777504-6BAF-D31A-4745-41C8856B08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文本框 22">
            <a:extLst>
              <a:ext uri="{FF2B5EF4-FFF2-40B4-BE49-F238E27FC236}">
                <a16:creationId xmlns:a16="http://schemas.microsoft.com/office/drawing/2014/main" id="{BC992E07-1F2A-24FB-54B2-CD3DFD2E232C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967408" y="1080524"/>
            <a:ext cx="10018643" cy="50024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lvl="0">
              <a:buSzPct val="100000"/>
              <a:defRPr/>
            </a:pPr>
            <a:r>
              <a:rPr lang="en-US" sz="2400" b="1" dirty="0"/>
              <a:t>Chapter 2  Identify Different Parts and their Function of Engine</a:t>
            </a:r>
            <a:br>
              <a:rPr lang="en-US" dirty="0"/>
            </a:br>
            <a:endParaRPr kumimoji="0" lang="en-US" altLang="zh-CN" sz="2400" b="1" i="0" u="none" strike="noStrike" kern="1200" spc="10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lvl="0"/>
            <a:r>
              <a:rPr lang="en-US" sz="2000" b="1" dirty="0"/>
              <a:t>Valves (Intake &amp; Exhaust)</a:t>
            </a:r>
            <a:endParaRPr lang="en-US" dirty="0"/>
          </a:p>
          <a:p>
            <a:pPr lvl="1"/>
            <a:r>
              <a:rPr lang="en-US" sz="2000" dirty="0"/>
              <a:t>Open and close to let air-fuel mixture in and exhaust gases out.</a:t>
            </a:r>
            <a:endParaRPr lang="en-US" dirty="0"/>
          </a:p>
          <a:p>
            <a:pPr lvl="1"/>
            <a:r>
              <a:rPr lang="en-US" sz="2000" dirty="0"/>
              <a:t>Controlled by the camshaft(s).</a:t>
            </a:r>
            <a:endParaRPr lang="en-US" dirty="0"/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tabLst/>
              <a:defRPr/>
            </a:pPr>
            <a:endParaRPr kumimoji="0" lang="en-US" altLang="zh-CN" sz="2400" i="0" u="none" strike="noStrike" kern="1200" spc="10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5D3024E-801E-486A-5FE6-47DF098E5BD7}"/>
              </a:ext>
            </a:extLst>
          </p:cNvPr>
          <p:cNvSpPr txBox="1"/>
          <p:nvPr/>
        </p:nvSpPr>
        <p:spPr>
          <a:xfrm>
            <a:off x="2961860" y="258456"/>
            <a:ext cx="6559826" cy="8311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200000"/>
              </a:lnSpc>
              <a:spcAft>
                <a:spcPts val="800"/>
              </a:spcAft>
              <a:defRPr/>
            </a:pPr>
            <a:r>
              <a:rPr lang="en-US" sz="2800" b="1" kern="100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Automotive Engineering Practice</a:t>
            </a:r>
            <a:endParaRPr lang="en-US" sz="2800" b="1" kern="100" dirty="0">
              <a:solidFill>
                <a:schemeClr val="accent3">
                  <a:lumMod val="5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F43B732-82E2-AB12-0CC6-CAA3D7E12734}"/>
              </a:ext>
            </a:extLst>
          </p:cNvPr>
          <p:cNvSpPr txBox="1"/>
          <p:nvPr/>
        </p:nvSpPr>
        <p:spPr>
          <a:xfrm>
            <a:off x="1643269" y="5777476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altLang="zh-CN" cap="all" spc="100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By Ibrahim </a:t>
            </a:r>
            <a:r>
              <a:rPr lang="en-US" altLang="zh-CN" cap="all" spc="100" dirty="0" err="1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siraj</a:t>
            </a:r>
            <a:endParaRPr lang="en-US" altLang="zh-CN" cap="all" spc="100" dirty="0">
              <a:solidFill>
                <a:srgbClr val="00B05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altLang="zh-CN" cap="all" spc="100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Maldives polytechnic</a:t>
            </a:r>
          </a:p>
        </p:txBody>
      </p:sp>
      <p:pic>
        <p:nvPicPr>
          <p:cNvPr id="5" name="Picture 4" descr="Intake Valves Vs Exhaust Valves Function: - Intake Valve: Allows fresh air  (or air-fuel mixture in modern engines) to enter the engine cylinder for  combustion. - Exhaust Valve: Opens to release the">
            <a:extLst>
              <a:ext uri="{FF2B5EF4-FFF2-40B4-BE49-F238E27FC236}">
                <a16:creationId xmlns:a16="http://schemas.microsoft.com/office/drawing/2014/main" id="{7448AA2A-44FA-C863-E65A-71662A7D045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3268" y="3002777"/>
            <a:ext cx="3419061" cy="2283508"/>
          </a:xfrm>
          <a:prstGeom prst="rect">
            <a:avLst/>
          </a:prstGeom>
          <a:noFill/>
          <a:ln>
            <a:noFill/>
          </a:ln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1567323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EB1A73-DA62-EABD-79B3-7A138B86CA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文本框 22">
            <a:extLst>
              <a:ext uri="{FF2B5EF4-FFF2-40B4-BE49-F238E27FC236}">
                <a16:creationId xmlns:a16="http://schemas.microsoft.com/office/drawing/2014/main" id="{9A5F40E3-5AFF-F1AD-F7B4-55471221CDB0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967408" y="1080524"/>
            <a:ext cx="10018643" cy="50024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lvl="0">
              <a:buSzPct val="100000"/>
              <a:defRPr/>
            </a:pPr>
            <a:r>
              <a:rPr lang="en-US" sz="2400" b="1" dirty="0"/>
              <a:t>Chapter 2  Identify Different Parts and their Function of Engine</a:t>
            </a:r>
            <a:br>
              <a:rPr lang="en-US" dirty="0"/>
            </a:br>
            <a:endParaRPr kumimoji="0" lang="en-US" altLang="zh-CN" sz="2400" b="1" i="0" u="none" strike="noStrike" kern="1200" spc="10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tabLst/>
              <a:defRPr/>
            </a:pPr>
            <a:endParaRPr kumimoji="0" lang="en-US" altLang="zh-CN" sz="2400" i="0" u="none" strike="noStrike" kern="1200" spc="10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2B3856-0B05-8E77-4787-9E6983CA232F}"/>
              </a:ext>
            </a:extLst>
          </p:cNvPr>
          <p:cNvSpPr txBox="1"/>
          <p:nvPr/>
        </p:nvSpPr>
        <p:spPr>
          <a:xfrm>
            <a:off x="2961860" y="258456"/>
            <a:ext cx="6559826" cy="8311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200000"/>
              </a:lnSpc>
              <a:spcAft>
                <a:spcPts val="800"/>
              </a:spcAft>
              <a:defRPr/>
            </a:pPr>
            <a:r>
              <a:rPr lang="en-US" sz="2800" b="1" kern="100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Automotive Engineering Practice</a:t>
            </a:r>
            <a:endParaRPr lang="en-US" sz="2800" b="1" kern="100" dirty="0">
              <a:solidFill>
                <a:schemeClr val="accent3">
                  <a:lumMod val="5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25FEAF-7323-1541-3E7A-F528258EB8C0}"/>
              </a:ext>
            </a:extLst>
          </p:cNvPr>
          <p:cNvSpPr txBox="1"/>
          <p:nvPr/>
        </p:nvSpPr>
        <p:spPr>
          <a:xfrm>
            <a:off x="1643269" y="5777476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altLang="zh-CN" cap="all" spc="100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By Ibrahim </a:t>
            </a:r>
            <a:r>
              <a:rPr lang="en-US" altLang="zh-CN" cap="all" spc="100" dirty="0" err="1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siraj</a:t>
            </a:r>
            <a:endParaRPr lang="en-US" altLang="zh-CN" cap="all" spc="100" dirty="0">
              <a:solidFill>
                <a:srgbClr val="00B05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altLang="zh-CN" cap="all" spc="100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Maldives polytechnic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45C8EB8-6A95-8CFF-E646-128268E9DF38}"/>
              </a:ext>
            </a:extLst>
          </p:cNvPr>
          <p:cNvSpPr txBox="1"/>
          <p:nvPr/>
        </p:nvSpPr>
        <p:spPr>
          <a:xfrm>
            <a:off x="1099930" y="1802938"/>
            <a:ext cx="94488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b="1"/>
              <a:t>Camshaft</a:t>
            </a:r>
            <a:endParaRPr lang="en-US" sz="1600"/>
          </a:p>
          <a:p>
            <a:pPr lvl="1"/>
            <a:r>
              <a:rPr lang="en-US"/>
              <a:t>Operates the valves via lifters, pushrods, and rocker arms (in OHV engines).</a:t>
            </a:r>
            <a:endParaRPr lang="en-US" sz="1600"/>
          </a:p>
          <a:p>
            <a:pPr lvl="1"/>
            <a:r>
              <a:rPr lang="en-US"/>
              <a:t>Often driven by the timing belt or chain.</a:t>
            </a:r>
            <a:endParaRPr lang="en-US" sz="1600"/>
          </a:p>
        </p:txBody>
      </p:sp>
      <p:pic>
        <p:nvPicPr>
          <p:cNvPr id="5" name="Picture 4" descr="What is a Camshaft in Cars: A Detailed Guideline - APW">
            <a:extLst>
              <a:ext uri="{FF2B5EF4-FFF2-40B4-BE49-F238E27FC236}">
                <a16:creationId xmlns:a16="http://schemas.microsoft.com/office/drawing/2014/main" id="{F1303964-A477-05FD-FC6D-D37A172A372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3269" y="2726268"/>
            <a:ext cx="5102088" cy="2971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Online Media 6" title="Engine Camshaft Working animation | How Engine Works #icengine #working_of_cam-shaft #pistonworking">
            <a:hlinkClick r:id="" action="ppaction://media"/>
            <a:extLst>
              <a:ext uri="{FF2B5EF4-FFF2-40B4-BE49-F238E27FC236}">
                <a16:creationId xmlns:a16="http://schemas.microsoft.com/office/drawing/2014/main" id="{55BB033F-F410-0BF7-FDF8-A239AC2AA0CC}"/>
              </a:ext>
            </a:extLst>
          </p:cNvPr>
          <p:cNvPicPr>
            <a:picLocks noRot="1" noChangeAspect="1"/>
          </p:cNvPicPr>
          <p:nvPr>
            <a:videoFile r:link="rId3"/>
          </p:nvPr>
        </p:nvPicPr>
        <p:blipFill>
          <a:blip r:embed="rId6"/>
          <a:stretch>
            <a:fillRect/>
          </a:stretch>
        </p:blipFill>
        <p:spPr>
          <a:xfrm>
            <a:off x="7288696" y="2467812"/>
            <a:ext cx="4227443" cy="427754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1053493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7495F5-30FD-0A2B-A11F-2DB95B6BCE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文本框 22">
            <a:extLst>
              <a:ext uri="{FF2B5EF4-FFF2-40B4-BE49-F238E27FC236}">
                <a16:creationId xmlns:a16="http://schemas.microsoft.com/office/drawing/2014/main" id="{9544021B-3869-0F6A-E620-5F1C381A53F7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967408" y="1080524"/>
            <a:ext cx="10018643" cy="50024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lvl="0">
              <a:buSzPct val="100000"/>
              <a:defRPr/>
            </a:pPr>
            <a:r>
              <a:rPr lang="en-US" sz="2400" b="1" dirty="0"/>
              <a:t>Chapter 2  Identify Different Parts and their Function of Engine</a:t>
            </a:r>
            <a:br>
              <a:rPr lang="en-US" dirty="0"/>
            </a:br>
            <a:endParaRPr kumimoji="0" lang="en-US" altLang="zh-CN" sz="2400" b="1" i="0" u="none" strike="noStrike" kern="1200" spc="10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lvl="0"/>
            <a:r>
              <a:rPr lang="en-US" b="1" dirty="0"/>
              <a:t>Timing Belt / Timing Chain</a:t>
            </a:r>
            <a:endParaRPr lang="en-US" sz="1600" dirty="0"/>
          </a:p>
          <a:p>
            <a:pPr lvl="1"/>
            <a:r>
              <a:rPr lang="en-US" dirty="0"/>
              <a:t>Synchronizes the rotation of the crankshaft and camshaft.</a:t>
            </a:r>
            <a:endParaRPr lang="en-US" sz="1600" dirty="0"/>
          </a:p>
          <a:p>
            <a:pPr lvl="1"/>
            <a:r>
              <a:rPr lang="en-US" dirty="0"/>
              <a:t>Ensures valves open and close at the right time.</a:t>
            </a:r>
            <a:endParaRPr lang="en-US" sz="1600" dirty="0"/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tabLst/>
              <a:defRPr/>
            </a:pPr>
            <a:endParaRPr kumimoji="0" lang="en-US" altLang="zh-CN" sz="2400" i="0" u="none" strike="noStrike" kern="1200" spc="10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F0B8B3-7639-ADE1-6168-7C6B8BCEA728}"/>
              </a:ext>
            </a:extLst>
          </p:cNvPr>
          <p:cNvSpPr txBox="1"/>
          <p:nvPr/>
        </p:nvSpPr>
        <p:spPr>
          <a:xfrm>
            <a:off x="2961860" y="258456"/>
            <a:ext cx="6559826" cy="8311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200000"/>
              </a:lnSpc>
              <a:spcAft>
                <a:spcPts val="800"/>
              </a:spcAft>
              <a:defRPr/>
            </a:pPr>
            <a:r>
              <a:rPr lang="en-US" sz="2800" b="1" kern="100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Automotive Engineering Practice</a:t>
            </a:r>
            <a:endParaRPr lang="en-US" sz="2800" b="1" kern="100" dirty="0">
              <a:solidFill>
                <a:schemeClr val="accent3">
                  <a:lumMod val="5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4BBE1F5-5ECC-DA26-A8D6-E0DBA6196D0C}"/>
              </a:ext>
            </a:extLst>
          </p:cNvPr>
          <p:cNvSpPr txBox="1"/>
          <p:nvPr/>
        </p:nvSpPr>
        <p:spPr>
          <a:xfrm>
            <a:off x="1643269" y="5777476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altLang="zh-CN" cap="all" spc="100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By Ibrahim </a:t>
            </a:r>
            <a:r>
              <a:rPr lang="en-US" altLang="zh-CN" cap="all" spc="100" dirty="0" err="1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siraj</a:t>
            </a:r>
            <a:endParaRPr lang="en-US" altLang="zh-CN" cap="all" spc="100" dirty="0">
              <a:solidFill>
                <a:srgbClr val="00B05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altLang="zh-CN" cap="all" spc="100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Maldives polytechnic</a:t>
            </a:r>
          </a:p>
        </p:txBody>
      </p:sp>
      <p:pic>
        <p:nvPicPr>
          <p:cNvPr id="2" name="Picture 1" descr="Timing Belt Vs Timing Chain – Which Is Better? - Cars of Malaysia">
            <a:extLst>
              <a:ext uri="{FF2B5EF4-FFF2-40B4-BE49-F238E27FC236}">
                <a16:creationId xmlns:a16="http://schemas.microsoft.com/office/drawing/2014/main" id="{802136AF-598D-453D-90A3-5C0E27A3469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2951" y="2914636"/>
            <a:ext cx="4251987" cy="2371649"/>
          </a:xfrm>
          <a:prstGeom prst="rect">
            <a:avLst/>
          </a:prstGeom>
          <a:noFill/>
          <a:ln>
            <a:noFill/>
          </a:ln>
        </p:spPr>
      </p:pic>
      <p:pic>
        <p:nvPicPr>
          <p:cNvPr id="5122" name="Picture 2" descr="Timing Mechanism used in Cars ...">
            <a:extLst>
              <a:ext uri="{FF2B5EF4-FFF2-40B4-BE49-F238E27FC236}">
                <a16:creationId xmlns:a16="http://schemas.microsoft.com/office/drawing/2014/main" id="{19B12D47-52E9-0E20-7A72-032AAABC5C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47791" y="3131581"/>
            <a:ext cx="4757531" cy="2154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2149701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D90337-3013-842B-D33F-3C7962353B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文本框 22">
            <a:extLst>
              <a:ext uri="{FF2B5EF4-FFF2-40B4-BE49-F238E27FC236}">
                <a16:creationId xmlns:a16="http://schemas.microsoft.com/office/drawing/2014/main" id="{0036EE00-FA01-1EFE-2954-AC5142DD12A0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967408" y="1080524"/>
            <a:ext cx="10018643" cy="50024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lvl="0">
              <a:buSzPct val="100000"/>
              <a:defRPr/>
            </a:pPr>
            <a:r>
              <a:rPr lang="en-US" sz="2400" b="1" dirty="0"/>
              <a:t>Chapter 2  Identify Different Parts and their Function of Engine</a:t>
            </a:r>
            <a:br>
              <a:rPr lang="en-US" dirty="0"/>
            </a:br>
            <a:endParaRPr kumimoji="0" lang="en-US" altLang="zh-CN" sz="2400" b="1" i="0" u="none" strike="noStrike" kern="1200" spc="10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tabLst/>
              <a:defRPr/>
            </a:pPr>
            <a:endParaRPr kumimoji="0" lang="en-US" altLang="zh-CN" sz="2400" i="0" u="none" strike="noStrike" kern="1200" spc="10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EDEC8E5-B90D-043D-704E-AF3A5140DBFF}"/>
              </a:ext>
            </a:extLst>
          </p:cNvPr>
          <p:cNvSpPr txBox="1"/>
          <p:nvPr/>
        </p:nvSpPr>
        <p:spPr>
          <a:xfrm>
            <a:off x="2961860" y="258456"/>
            <a:ext cx="6559826" cy="8311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200000"/>
              </a:lnSpc>
              <a:spcAft>
                <a:spcPts val="800"/>
              </a:spcAft>
              <a:defRPr/>
            </a:pPr>
            <a:r>
              <a:rPr lang="en-US" sz="2800" b="1" kern="100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Automotive Engineering Practice</a:t>
            </a:r>
            <a:endParaRPr lang="en-US" sz="2800" b="1" kern="100" dirty="0">
              <a:solidFill>
                <a:schemeClr val="accent3">
                  <a:lumMod val="5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6643136-7622-A4C3-8C76-9AF7F26BC570}"/>
              </a:ext>
            </a:extLst>
          </p:cNvPr>
          <p:cNvSpPr txBox="1"/>
          <p:nvPr/>
        </p:nvSpPr>
        <p:spPr>
          <a:xfrm>
            <a:off x="1643269" y="5777476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altLang="zh-CN" cap="all" spc="100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By Ibrahim </a:t>
            </a:r>
            <a:r>
              <a:rPr lang="en-US" altLang="zh-CN" cap="all" spc="100" dirty="0" err="1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siraj</a:t>
            </a:r>
            <a:endParaRPr lang="en-US" altLang="zh-CN" cap="all" spc="100" dirty="0">
              <a:solidFill>
                <a:srgbClr val="00B05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altLang="zh-CN" cap="all" spc="100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Maldives polytechnic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98171C1-17E5-72DD-6035-6BDE6F608C96}"/>
              </a:ext>
            </a:extLst>
          </p:cNvPr>
          <p:cNvSpPr txBox="1"/>
          <p:nvPr/>
        </p:nvSpPr>
        <p:spPr>
          <a:xfrm>
            <a:off x="967408" y="1726504"/>
            <a:ext cx="663934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2000" b="1" dirty="0"/>
              <a:t>Spark Plugs (in gasoline engines)</a:t>
            </a:r>
            <a:endParaRPr lang="en-US" sz="2000" dirty="0"/>
          </a:p>
          <a:p>
            <a:r>
              <a:rPr lang="en-US" sz="2000" dirty="0"/>
              <a:t>Ignite the air-fuel mixture in each cylinder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" name="Picture 1" descr="What Is A Spark Plug? its Functions, Diagram And Parts - ML">
            <a:extLst>
              <a:ext uri="{FF2B5EF4-FFF2-40B4-BE49-F238E27FC236}">
                <a16:creationId xmlns:a16="http://schemas.microsoft.com/office/drawing/2014/main" id="{FF20E504-FDFF-9273-825F-70F00811AD3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7408" y="2580122"/>
            <a:ext cx="4021634" cy="2706163"/>
          </a:xfrm>
          <a:prstGeom prst="rect">
            <a:avLst/>
          </a:prstGeom>
          <a:noFill/>
          <a:ln>
            <a:noFill/>
          </a:ln>
        </p:spPr>
      </p:pic>
      <p:pic>
        <p:nvPicPr>
          <p:cNvPr id="7170" name="Picture 2" descr="Ignition Coil and Spark Plug Kit 8 Piece - Compatible with 2007 - 2017 Jeep  Patriot 2008 2009 2010 2011 2012 2013 2014 2015 2016 - Walmart.com">
            <a:extLst>
              <a:ext uri="{FF2B5EF4-FFF2-40B4-BE49-F238E27FC236}">
                <a16:creationId xmlns:a16="http://schemas.microsoft.com/office/drawing/2014/main" id="{F86F4E4E-5AD4-3F05-8981-C05CE3EA90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42653" y="2311603"/>
            <a:ext cx="3220278" cy="32202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8093281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D4AE11-C522-F010-27A1-063AC857B4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文本框 22">
            <a:extLst>
              <a:ext uri="{FF2B5EF4-FFF2-40B4-BE49-F238E27FC236}">
                <a16:creationId xmlns:a16="http://schemas.microsoft.com/office/drawing/2014/main" id="{44889C18-9C0D-B15F-61DF-16CF207791F6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967408" y="1080524"/>
            <a:ext cx="10018643" cy="50024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lvl="0">
              <a:buSzPct val="100000"/>
              <a:defRPr/>
            </a:pPr>
            <a:r>
              <a:rPr lang="en-US" sz="2400" b="1" dirty="0"/>
              <a:t>Chapter 2  Identify Different Parts and their Function of Engine</a:t>
            </a:r>
            <a:br>
              <a:rPr lang="en-US" dirty="0"/>
            </a:br>
            <a:endParaRPr kumimoji="0" lang="en-US" altLang="zh-CN" sz="2400" b="1" i="0" u="none" strike="noStrike" kern="1200" spc="10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lvl="0"/>
            <a:r>
              <a:rPr lang="en-US" sz="2000" b="1" dirty="0"/>
              <a:t>Fuel Injectors / Carburetor</a:t>
            </a:r>
            <a:endParaRPr lang="en-US" sz="2000" dirty="0"/>
          </a:p>
          <a:p>
            <a:pPr lvl="0"/>
            <a:r>
              <a:rPr lang="en-US" sz="2000" dirty="0"/>
              <a:t>Deliver fuel to the engine.</a:t>
            </a:r>
          </a:p>
          <a:p>
            <a:pPr lvl="0"/>
            <a:r>
              <a:rPr lang="en-US" sz="2000" dirty="0"/>
              <a:t>Injectors are used in modern engines; carburetors in older ones.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tabLst/>
              <a:defRPr/>
            </a:pPr>
            <a:endParaRPr kumimoji="0" lang="en-US" altLang="zh-CN" sz="2400" i="0" u="none" strike="noStrike" kern="1200" spc="10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BDC642-B124-52C8-4927-72B0EE3E83F7}"/>
              </a:ext>
            </a:extLst>
          </p:cNvPr>
          <p:cNvSpPr txBox="1"/>
          <p:nvPr/>
        </p:nvSpPr>
        <p:spPr>
          <a:xfrm>
            <a:off x="2961860" y="258456"/>
            <a:ext cx="6559826" cy="8311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200000"/>
              </a:lnSpc>
              <a:spcAft>
                <a:spcPts val="800"/>
              </a:spcAft>
              <a:defRPr/>
            </a:pPr>
            <a:r>
              <a:rPr lang="en-US" sz="2800" b="1" kern="100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Automotive Engineering Practice</a:t>
            </a:r>
            <a:endParaRPr lang="en-US" sz="2800" b="1" kern="100" dirty="0">
              <a:solidFill>
                <a:schemeClr val="accent3">
                  <a:lumMod val="5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FCB19A4-6126-D54F-8B07-63E5C2158F19}"/>
              </a:ext>
            </a:extLst>
          </p:cNvPr>
          <p:cNvSpPr txBox="1"/>
          <p:nvPr/>
        </p:nvSpPr>
        <p:spPr>
          <a:xfrm>
            <a:off x="1643269" y="5777476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altLang="zh-CN" cap="all" spc="100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By Ibrahim </a:t>
            </a:r>
            <a:r>
              <a:rPr lang="en-US" altLang="zh-CN" cap="all" spc="100" dirty="0" err="1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siraj</a:t>
            </a:r>
            <a:endParaRPr lang="en-US" altLang="zh-CN" cap="all" spc="100" dirty="0">
              <a:solidFill>
                <a:srgbClr val="00B05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altLang="zh-CN" cap="all" spc="100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Maldives polytechnic</a:t>
            </a:r>
          </a:p>
        </p:txBody>
      </p:sp>
      <p:pic>
        <p:nvPicPr>
          <p:cNvPr id="3" name="Picture 2" descr="Inside a Diesel Fuel Injector ...">
            <a:extLst>
              <a:ext uri="{FF2B5EF4-FFF2-40B4-BE49-F238E27FC236}">
                <a16:creationId xmlns:a16="http://schemas.microsoft.com/office/drawing/2014/main" id="{F68DC0A9-FACF-2861-0A9B-78D1C8D403A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148" y="2834612"/>
            <a:ext cx="1744345" cy="262001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 descr="Carburetor | Fuel Injection, Air-Fuel Ratio &amp; Ignition Timing | Britannica">
            <a:extLst>
              <a:ext uri="{FF2B5EF4-FFF2-40B4-BE49-F238E27FC236}">
                <a16:creationId xmlns:a16="http://schemas.microsoft.com/office/drawing/2014/main" id="{323C919A-EA52-9A21-0B3B-51BB9077D63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1935" y="3124199"/>
            <a:ext cx="3124725" cy="2040835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Online Media 8" title="simple carburettor Working principle #machine #automobile #technology #aircraft #automotive #bike">
            <a:hlinkClick r:id="" action="ppaction://media"/>
            <a:extLst>
              <a:ext uri="{FF2B5EF4-FFF2-40B4-BE49-F238E27FC236}">
                <a16:creationId xmlns:a16="http://schemas.microsoft.com/office/drawing/2014/main" id="{9658641A-6F61-5234-AA9D-8BC8F74C70A0}"/>
              </a:ext>
            </a:extLst>
          </p:cNvPr>
          <p:cNvPicPr>
            <a:picLocks noRot="1" noChangeAspect="1"/>
          </p:cNvPicPr>
          <p:nvPr>
            <a:videoFile r:link="rId3"/>
          </p:nvPr>
        </p:nvPicPr>
        <p:blipFill>
          <a:blip r:embed="rId7"/>
          <a:stretch>
            <a:fillRect/>
          </a:stretch>
        </p:blipFill>
        <p:spPr>
          <a:xfrm>
            <a:off x="7235687" y="2834612"/>
            <a:ext cx="4732958" cy="399553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780475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C5322E-0C05-A945-B82D-ED36D51029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文本框 22">
            <a:extLst>
              <a:ext uri="{FF2B5EF4-FFF2-40B4-BE49-F238E27FC236}">
                <a16:creationId xmlns:a16="http://schemas.microsoft.com/office/drawing/2014/main" id="{B11CA80B-545E-3B55-69F4-D447A037B9F2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967408" y="1080524"/>
            <a:ext cx="10018643" cy="50024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lvl="0">
              <a:buSzPct val="100000"/>
              <a:defRPr/>
            </a:pPr>
            <a:r>
              <a:rPr lang="en-US" sz="2400" b="1" dirty="0"/>
              <a:t>Chapter 2  Identify Different Parts and their Function of Engine</a:t>
            </a:r>
            <a:br>
              <a:rPr lang="en-US" dirty="0"/>
            </a:br>
            <a:endParaRPr kumimoji="0" lang="en-US" altLang="zh-CN" sz="2400" b="1" i="0" u="none" strike="noStrike" kern="1200" spc="10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lvl="0"/>
            <a:r>
              <a:rPr lang="en-US" b="1" dirty="0"/>
              <a:t>Oil Pump</a:t>
            </a:r>
            <a:endParaRPr lang="en-US" dirty="0"/>
          </a:p>
          <a:p>
            <a:pPr lvl="0"/>
            <a:r>
              <a:rPr lang="en-US" dirty="0"/>
              <a:t>Circulates engine oil to lubricate moving parts.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tabLst/>
              <a:defRPr/>
            </a:pPr>
            <a:endParaRPr kumimoji="0" lang="en-US" altLang="zh-CN" sz="2400" i="0" u="none" strike="noStrike" kern="1200" spc="10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091FB31-F1BE-FE4C-E4D7-F1B49918B9E5}"/>
              </a:ext>
            </a:extLst>
          </p:cNvPr>
          <p:cNvSpPr txBox="1"/>
          <p:nvPr/>
        </p:nvSpPr>
        <p:spPr>
          <a:xfrm>
            <a:off x="2961860" y="258456"/>
            <a:ext cx="6559826" cy="8311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200000"/>
              </a:lnSpc>
              <a:spcAft>
                <a:spcPts val="800"/>
              </a:spcAft>
              <a:defRPr/>
            </a:pPr>
            <a:r>
              <a:rPr lang="en-US" sz="2800" b="1" kern="100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Automotive Engineering Practice</a:t>
            </a:r>
            <a:endParaRPr lang="en-US" sz="2800" b="1" kern="100" dirty="0">
              <a:solidFill>
                <a:schemeClr val="accent3">
                  <a:lumMod val="5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D2DBB1-4944-2E37-842D-16FED6C7E608}"/>
              </a:ext>
            </a:extLst>
          </p:cNvPr>
          <p:cNvSpPr txBox="1"/>
          <p:nvPr/>
        </p:nvSpPr>
        <p:spPr>
          <a:xfrm>
            <a:off x="1643269" y="5777476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altLang="zh-CN" cap="all" spc="100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By Ibrahim </a:t>
            </a:r>
            <a:r>
              <a:rPr lang="en-US" altLang="zh-CN" cap="all" spc="100" dirty="0" err="1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siraj</a:t>
            </a:r>
            <a:endParaRPr lang="en-US" altLang="zh-CN" cap="all" spc="100" dirty="0">
              <a:solidFill>
                <a:srgbClr val="00B05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altLang="zh-CN" cap="all" spc="100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Maldives polytechnic</a:t>
            </a:r>
          </a:p>
        </p:txBody>
      </p:sp>
      <p:pic>
        <p:nvPicPr>
          <p:cNvPr id="2" name="Picture 1" descr="Understanding Oil Pumps ...">
            <a:extLst>
              <a:ext uri="{FF2B5EF4-FFF2-40B4-BE49-F238E27FC236}">
                <a16:creationId xmlns:a16="http://schemas.microsoft.com/office/drawing/2014/main" id="{5211379D-0A30-75FC-DCFA-6B247A87711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1368" y="2749992"/>
            <a:ext cx="3426405" cy="2762912"/>
          </a:xfrm>
          <a:prstGeom prst="rect">
            <a:avLst/>
          </a:prstGeom>
          <a:noFill/>
          <a:ln>
            <a:noFill/>
          </a:ln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3691141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6BF251-E5B6-3012-0F4D-C39F614BAC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文本框 22">
            <a:extLst>
              <a:ext uri="{FF2B5EF4-FFF2-40B4-BE49-F238E27FC236}">
                <a16:creationId xmlns:a16="http://schemas.microsoft.com/office/drawing/2014/main" id="{F2811C6B-D136-5F56-8FCF-661C40D654A3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967408" y="1080524"/>
            <a:ext cx="10018643" cy="50024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lvl="0">
              <a:buSzPct val="100000"/>
              <a:defRPr/>
            </a:pPr>
            <a:r>
              <a:rPr lang="en-US" sz="2400" b="1" dirty="0"/>
              <a:t>Chapter 2  Identify Different Parts and their Function of Engine</a:t>
            </a:r>
            <a:br>
              <a:rPr lang="en-US" dirty="0"/>
            </a:br>
            <a:endParaRPr kumimoji="0" lang="en-US" altLang="zh-CN" sz="2400" b="1" i="0" u="none" strike="noStrike" kern="1200" spc="10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lvl="0"/>
            <a:r>
              <a:rPr lang="en-US" sz="2000" b="1" dirty="0"/>
              <a:t>Water Pump</a:t>
            </a:r>
            <a:endParaRPr lang="en-US" sz="2000" dirty="0"/>
          </a:p>
          <a:p>
            <a:pPr lvl="0"/>
            <a:r>
              <a:rPr lang="en-US" sz="2000" dirty="0"/>
              <a:t>Circulates coolant through the engine and radiator to manage temperature.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tabLst/>
              <a:defRPr/>
            </a:pPr>
            <a:endParaRPr kumimoji="0" lang="en-US" altLang="zh-CN" sz="2400" i="0" u="none" strike="noStrike" kern="1200" spc="10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8E882E-9F3A-AA30-E28F-8277A460F39A}"/>
              </a:ext>
            </a:extLst>
          </p:cNvPr>
          <p:cNvSpPr txBox="1"/>
          <p:nvPr/>
        </p:nvSpPr>
        <p:spPr>
          <a:xfrm>
            <a:off x="2961860" y="258456"/>
            <a:ext cx="6559826" cy="8311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200000"/>
              </a:lnSpc>
              <a:spcAft>
                <a:spcPts val="800"/>
              </a:spcAft>
              <a:defRPr/>
            </a:pPr>
            <a:r>
              <a:rPr lang="en-US" sz="2800" b="1" kern="100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Automotive Engineering Practice</a:t>
            </a:r>
            <a:endParaRPr lang="en-US" sz="2800" b="1" kern="100" dirty="0">
              <a:solidFill>
                <a:schemeClr val="accent3">
                  <a:lumMod val="5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A2C4830-67BD-4D0B-20A6-097277F31BB8}"/>
              </a:ext>
            </a:extLst>
          </p:cNvPr>
          <p:cNvSpPr txBox="1"/>
          <p:nvPr/>
        </p:nvSpPr>
        <p:spPr>
          <a:xfrm>
            <a:off x="1643269" y="5777476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altLang="zh-CN" cap="all" spc="100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By Ibrahim </a:t>
            </a:r>
            <a:r>
              <a:rPr lang="en-US" altLang="zh-CN" cap="all" spc="100" dirty="0" err="1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siraj</a:t>
            </a:r>
            <a:endParaRPr lang="en-US" altLang="zh-CN" cap="all" spc="100" dirty="0">
              <a:solidFill>
                <a:srgbClr val="00B05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altLang="zh-CN" cap="all" spc="100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Maldives polytechnic</a:t>
            </a:r>
          </a:p>
        </p:txBody>
      </p:sp>
      <p:pic>
        <p:nvPicPr>
          <p:cNvPr id="3" name="Picture 2" descr="Water Pump for Car Mechanism">
            <a:extLst>
              <a:ext uri="{FF2B5EF4-FFF2-40B4-BE49-F238E27FC236}">
                <a16:creationId xmlns:a16="http://schemas.microsoft.com/office/drawing/2014/main" id="{0E2748BE-75C7-C6E4-5368-C14DCAB01C4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0684" y="2567167"/>
            <a:ext cx="4179212" cy="2958990"/>
          </a:xfrm>
          <a:prstGeom prst="rect">
            <a:avLst/>
          </a:prstGeom>
          <a:noFill/>
          <a:ln>
            <a:noFill/>
          </a:ln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1002876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B79654-E74D-8FA2-CFB5-5CED5A4262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文本框 22">
            <a:extLst>
              <a:ext uri="{FF2B5EF4-FFF2-40B4-BE49-F238E27FC236}">
                <a16:creationId xmlns:a16="http://schemas.microsoft.com/office/drawing/2014/main" id="{C537FA96-DE9B-139C-9A06-7805E54BC3F5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967408" y="1080524"/>
            <a:ext cx="10018643" cy="50024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lvl="0">
              <a:buSzPct val="100000"/>
              <a:defRPr/>
            </a:pPr>
            <a:r>
              <a:rPr lang="en-US" sz="2400" b="1" dirty="0"/>
              <a:t>Chapter 2  Identify Different Parts and their Function of Engine</a:t>
            </a:r>
            <a:br>
              <a:rPr lang="en-US" dirty="0"/>
            </a:br>
            <a:endParaRPr kumimoji="0" lang="en-US" altLang="zh-CN" sz="2400" b="1" i="0" u="none" strike="noStrike" kern="1200" spc="10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lvl="0"/>
            <a:r>
              <a:rPr lang="en-US" b="1" dirty="0"/>
              <a:t>Radiator</a:t>
            </a:r>
            <a:endParaRPr lang="en-US" dirty="0"/>
          </a:p>
          <a:p>
            <a:pPr lvl="0"/>
            <a:r>
              <a:rPr lang="en-US" dirty="0"/>
              <a:t>Cools the engine coolant.</a:t>
            </a:r>
          </a:p>
          <a:p>
            <a:pPr lvl="0"/>
            <a:r>
              <a:rPr lang="en-US" dirty="0"/>
              <a:t>Helps prevent the engine from overheating.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tabLst/>
              <a:defRPr/>
            </a:pPr>
            <a:endParaRPr kumimoji="0" lang="en-US" altLang="zh-CN" sz="2400" i="0" u="none" strike="noStrike" kern="1200" spc="10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95FE061-D79F-9137-EFC6-007BFA18B933}"/>
              </a:ext>
            </a:extLst>
          </p:cNvPr>
          <p:cNvSpPr txBox="1"/>
          <p:nvPr/>
        </p:nvSpPr>
        <p:spPr>
          <a:xfrm>
            <a:off x="2961860" y="258456"/>
            <a:ext cx="6559826" cy="8311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200000"/>
              </a:lnSpc>
              <a:spcAft>
                <a:spcPts val="800"/>
              </a:spcAft>
              <a:defRPr/>
            </a:pPr>
            <a:r>
              <a:rPr lang="en-US" sz="2800" b="1" kern="100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Automotive Engineering Practice</a:t>
            </a:r>
            <a:endParaRPr lang="en-US" sz="2800" b="1" kern="100" dirty="0">
              <a:solidFill>
                <a:schemeClr val="accent3">
                  <a:lumMod val="5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2183D28-5E04-DF78-6D31-A5F609495A85}"/>
              </a:ext>
            </a:extLst>
          </p:cNvPr>
          <p:cNvSpPr txBox="1"/>
          <p:nvPr/>
        </p:nvSpPr>
        <p:spPr>
          <a:xfrm>
            <a:off x="1643269" y="5777476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altLang="zh-CN" cap="all" spc="100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By Ibrahim </a:t>
            </a:r>
            <a:r>
              <a:rPr lang="en-US" altLang="zh-CN" cap="all" spc="100" dirty="0" err="1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siraj</a:t>
            </a:r>
            <a:endParaRPr lang="en-US" altLang="zh-CN" cap="all" spc="100" dirty="0">
              <a:solidFill>
                <a:srgbClr val="00B05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altLang="zh-CN" cap="all" spc="100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Maldives polytechnic</a:t>
            </a:r>
          </a:p>
        </p:txBody>
      </p:sp>
      <p:pic>
        <p:nvPicPr>
          <p:cNvPr id="2" name="Picture 1" descr="Engine Cooling: Over 28,028 Royalty-Free Licensable Stock Illustrations &amp;  Drawings | Shutterstock">
            <a:extLst>
              <a:ext uri="{FF2B5EF4-FFF2-40B4-BE49-F238E27FC236}">
                <a16:creationId xmlns:a16="http://schemas.microsoft.com/office/drawing/2014/main" id="{93F4BF56-2500-361D-2331-6FA58CF9C27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7408" y="3136292"/>
            <a:ext cx="4094922" cy="233685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 descr="4-row tractor radiator produced by ...">
            <a:extLst>
              <a:ext uri="{FF2B5EF4-FFF2-40B4-BE49-F238E27FC236}">
                <a16:creationId xmlns:a16="http://schemas.microsoft.com/office/drawing/2014/main" id="{969E47F7-0497-1470-2FE8-C7402F7B996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1773" y="3136292"/>
            <a:ext cx="3631097" cy="2149993"/>
          </a:xfrm>
          <a:prstGeom prst="rect">
            <a:avLst/>
          </a:prstGeom>
          <a:noFill/>
          <a:ln>
            <a:noFill/>
          </a:ln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4049176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37E5D2-7697-027E-A5F7-0B65F48AA8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文本框 22">
            <a:extLst>
              <a:ext uri="{FF2B5EF4-FFF2-40B4-BE49-F238E27FC236}">
                <a16:creationId xmlns:a16="http://schemas.microsoft.com/office/drawing/2014/main" id="{D0A5FFC2-5FD6-4EC5-639A-B739C170354D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967408" y="1080524"/>
            <a:ext cx="10018643" cy="50024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lvl="0">
              <a:buSzPct val="100000"/>
              <a:defRPr/>
            </a:pPr>
            <a:r>
              <a:rPr lang="en-US" sz="2400" b="1" dirty="0"/>
              <a:t>Chapter 2  Identify Different Parts and their Function of Engine</a:t>
            </a:r>
            <a:br>
              <a:rPr lang="en-US" dirty="0"/>
            </a:br>
            <a:endParaRPr kumimoji="0" lang="en-US" altLang="zh-CN" sz="2400" b="1" i="0" u="none" strike="noStrike" kern="1200" spc="10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lvl="0"/>
            <a:r>
              <a:rPr lang="en-US" sz="2000" b="1" dirty="0"/>
              <a:t>Flywheel / </a:t>
            </a:r>
            <a:r>
              <a:rPr lang="en-US" sz="2000" b="1" dirty="0" err="1"/>
              <a:t>Flexplate</a:t>
            </a:r>
            <a:endParaRPr lang="en-US" sz="2000" dirty="0"/>
          </a:p>
          <a:p>
            <a:pPr lvl="0"/>
            <a:r>
              <a:rPr lang="en-US" sz="2000" dirty="0"/>
              <a:t>Stores rotational energy.</a:t>
            </a:r>
          </a:p>
          <a:p>
            <a:r>
              <a:rPr lang="en-US" sz="2000" dirty="0"/>
              <a:t>Helps maintain smooth engine rotation; connects to the transmission</a:t>
            </a:r>
            <a:endParaRPr kumimoji="0" lang="en-US" altLang="zh-CN" sz="2800" i="0" u="none" strike="noStrike" kern="1200" spc="10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6F8E9F-9CF0-A622-1EC0-57B1D34BFCEC}"/>
              </a:ext>
            </a:extLst>
          </p:cNvPr>
          <p:cNvSpPr txBox="1"/>
          <p:nvPr/>
        </p:nvSpPr>
        <p:spPr>
          <a:xfrm>
            <a:off x="2961860" y="258456"/>
            <a:ext cx="6559826" cy="8311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200000"/>
              </a:lnSpc>
              <a:spcAft>
                <a:spcPts val="800"/>
              </a:spcAft>
              <a:defRPr/>
            </a:pPr>
            <a:r>
              <a:rPr lang="en-US" sz="2800" b="1" kern="100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Automotive Engineering Practice</a:t>
            </a:r>
            <a:endParaRPr lang="en-US" sz="2800" b="1" kern="100" dirty="0">
              <a:solidFill>
                <a:schemeClr val="accent3">
                  <a:lumMod val="5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4FBA3DC-7C15-EBEC-A6B1-02921EA10B19}"/>
              </a:ext>
            </a:extLst>
          </p:cNvPr>
          <p:cNvSpPr txBox="1"/>
          <p:nvPr/>
        </p:nvSpPr>
        <p:spPr>
          <a:xfrm>
            <a:off x="1643269" y="5777476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altLang="zh-CN" cap="all" spc="100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By Ibrahim </a:t>
            </a:r>
            <a:r>
              <a:rPr lang="en-US" altLang="zh-CN" cap="all" spc="100" dirty="0" err="1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siraj</a:t>
            </a:r>
            <a:endParaRPr lang="en-US" altLang="zh-CN" cap="all" spc="100" dirty="0">
              <a:solidFill>
                <a:srgbClr val="00B05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altLang="zh-CN" cap="all" spc="100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Maldives polytechnic</a:t>
            </a:r>
          </a:p>
        </p:txBody>
      </p:sp>
      <p:pic>
        <p:nvPicPr>
          <p:cNvPr id="3" name="Picture 2" descr="engine: Flywheel ...">
            <a:extLst>
              <a:ext uri="{FF2B5EF4-FFF2-40B4-BE49-F238E27FC236}">
                <a16:creationId xmlns:a16="http://schemas.microsoft.com/office/drawing/2014/main" id="{79791264-5677-EA82-0A82-21D6E2DAA52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9349" y="3291094"/>
            <a:ext cx="4281033" cy="2314575"/>
          </a:xfrm>
          <a:prstGeom prst="rect">
            <a:avLst/>
          </a:prstGeom>
          <a:noFill/>
          <a:ln>
            <a:noFill/>
          </a:ln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4507644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F8FF8B-3AE5-4322-D00A-55047EF074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文本框 22">
            <a:extLst>
              <a:ext uri="{FF2B5EF4-FFF2-40B4-BE49-F238E27FC236}">
                <a16:creationId xmlns:a16="http://schemas.microsoft.com/office/drawing/2014/main" id="{FEA06C95-C11F-5DEC-9285-AE27C810A99F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967408" y="1080524"/>
            <a:ext cx="10018643" cy="50024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lvl="0">
              <a:buSzPct val="100000"/>
              <a:defRPr/>
            </a:pPr>
            <a:r>
              <a:rPr lang="en-US" sz="2400" b="1" dirty="0"/>
              <a:t>Chapter 2  Identify Different Parts and their Function of Engine</a:t>
            </a:r>
            <a:br>
              <a:rPr lang="en-US" dirty="0"/>
            </a:br>
            <a:endParaRPr kumimoji="0" lang="en-US" altLang="zh-CN" sz="2400" b="1" i="0" u="none" strike="noStrike" kern="1200" spc="10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0B2837-980A-5A10-5D34-576AA97CBD4E}"/>
              </a:ext>
            </a:extLst>
          </p:cNvPr>
          <p:cNvSpPr txBox="1"/>
          <p:nvPr/>
        </p:nvSpPr>
        <p:spPr>
          <a:xfrm>
            <a:off x="2961860" y="258456"/>
            <a:ext cx="6559826" cy="8311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200000"/>
              </a:lnSpc>
              <a:spcAft>
                <a:spcPts val="800"/>
              </a:spcAft>
              <a:defRPr/>
            </a:pPr>
            <a:r>
              <a:rPr lang="en-US" sz="2800" b="1" kern="100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Automotive Engineering Practice</a:t>
            </a:r>
            <a:endParaRPr lang="en-US" sz="2800" b="1" kern="100" dirty="0">
              <a:solidFill>
                <a:schemeClr val="accent3">
                  <a:lumMod val="5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502F59-1090-04BE-9167-15D7B49EE6FF}"/>
              </a:ext>
            </a:extLst>
          </p:cNvPr>
          <p:cNvSpPr txBox="1"/>
          <p:nvPr/>
        </p:nvSpPr>
        <p:spPr>
          <a:xfrm>
            <a:off x="1643269" y="5777476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altLang="zh-CN" cap="all" spc="100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By Ibrahim </a:t>
            </a:r>
            <a:r>
              <a:rPr lang="en-US" altLang="zh-CN" cap="all" spc="100" dirty="0" err="1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siraj</a:t>
            </a:r>
            <a:endParaRPr lang="en-US" altLang="zh-CN" cap="all" spc="100" dirty="0">
              <a:solidFill>
                <a:srgbClr val="00B05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altLang="zh-CN" cap="all" spc="100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Maldives polytechnic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BA4AAA-3067-114A-5559-78FF95361ED5}"/>
              </a:ext>
            </a:extLst>
          </p:cNvPr>
          <p:cNvSpPr txBox="1"/>
          <p:nvPr/>
        </p:nvSpPr>
        <p:spPr>
          <a:xfrm>
            <a:off x="1179443" y="1625429"/>
            <a:ext cx="8666922" cy="3618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Additional Components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Air Intake System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– Brings air into the engine.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Exhaust Manifold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– Channels exhaust gases out of the engine.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Turbocharger / Supercharger (if present)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– Forces more air into the engine for more power.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Engine Control Unit (ECU)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– The computer that manages fuel injection, timing, and other parameters.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Gaskets &amp; Seals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– Ensure airtight and leak-proof operation between engine components.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43877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文本框 22"/>
          <p:cNvSpPr txBox="1"/>
          <p:nvPr>
            <p:custDataLst>
              <p:tags r:id="rId2"/>
            </p:custDataLst>
          </p:nvPr>
        </p:nvSpPr>
        <p:spPr>
          <a:xfrm>
            <a:off x="1192696" y="1527335"/>
            <a:ext cx="10018643" cy="408680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Courier New" panose="02070309020205020404" pitchFamily="49" charset="0"/>
              <a:buChar char="o"/>
              <a:tabLst/>
              <a:defRPr/>
            </a:pPr>
            <a:endParaRPr kumimoji="0" lang="en-US" altLang="zh-CN" sz="2400" b="1" i="0" u="none" strike="noStrike" kern="1200" cap="all" spc="10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36D334A-8353-F612-C4E0-A0790F8E500E}"/>
              </a:ext>
            </a:extLst>
          </p:cNvPr>
          <p:cNvSpPr txBox="1"/>
          <p:nvPr/>
        </p:nvSpPr>
        <p:spPr>
          <a:xfrm>
            <a:off x="3677478" y="3309126"/>
            <a:ext cx="44129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THANK YOU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5587769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MTQ4MGY0NjJhMzczNGQ0NjZmYzYxODFkYTNkOWQ4NTQ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  <p:tag name="KSO_WM_TEMPLATE_CATEGORY" val="custom"/>
  <p:tag name="KSO_WM_TEMPLATE_INDEX" val="20223075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  <p:tag name="KSO_WM_TEMPLATE_CATEGORY" val="custom"/>
  <p:tag name="KSO_WM_TEMPLATE_INDEX" val="20223075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1.0"/>
  <p:tag name="KSO_WM_TEMPLATE_CATEGORY" val="custom"/>
  <p:tag name="KSO_WM_TEMPLATE_INDEX" val="20223075"/>
  <p:tag name="KSO_WM_CHIP_COLORING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v"/>
  <p:tag name="KSO_WM_TEMPLATE_CATEGORY" val="chip"/>
  <p:tag name="KSO_WM_TEMPLATE_INDEX" val="20223075"/>
  <p:tag name="KSO_WM_UNIT_TYPE" val="i"/>
  <p:tag name="KSO_WM_UNIT_INDEX" val="1"/>
  <p:tag name="KSO_WM_UNIT_ID" val="chip20223075_14*i*1"/>
  <p:tag name="KSO_WM_BEAUTIFY_FLAG" val="#wm#"/>
  <p:tag name="KSO_WM_TAG_VERSION" val="1.0"/>
  <p:tag name="KSO_WM_CHIP_GROUPID" val="62cb92ed67e1b3ac3a0df933"/>
  <p:tag name="KSO_WM_CHIP_XID" val="62cb92f267e1b3ac3a0dfd51"/>
  <p:tag name="KSO_WM_UNIT_DEC_AREA_ID" val="a11a73839daf4afd8c8eecb70bd8d2c5"/>
  <p:tag name="KSO_WM_CHIP_FILLAREA_FILL_RULE" val="{&quot;fill_align&quot;:&quot;cm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74db68e000024515aa2d711777418aa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t"/>
  <p:tag name="KSO_WM_TEMPLATE_CATEGORY" val="chip"/>
  <p:tag name="KSO_WM_TEMPLATE_INDEX" val="20223075"/>
  <p:tag name="KSO_WM_UNIT_TYPE" val="i"/>
  <p:tag name="KSO_WM_UNIT_INDEX" val="1"/>
  <p:tag name="KSO_WM_UNIT_ID" val="chip20223075_16*i*1"/>
  <p:tag name="KSO_WM_BEAUTIFY_FLAG" val="#wm#"/>
  <p:tag name="KSO_WM_TAG_VERSION" val="1.0"/>
  <p:tag name="KSO_WM_CHIP_GROUPID" val="62cb92ed67e1b3ac3a0df933"/>
  <p:tag name="KSO_WM_CHIP_XID" val="62cb92f267e1b3ac3a0dfc96"/>
  <p:tag name="KSO_WM_UNIT_DEC_AREA_ID" val="9fcaac9ea3384a638db80c6bdc5589bd"/>
  <p:tag name="KSO_WM_CHIP_FILLAREA_FILL_RULE" val="{&quot;fill_align&quot;:&quot;lt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fc0d64f86cd3483cab8a5ed4c0ff90c2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t"/>
  <p:tag name="KSO_WM_TEMPLATE_CATEGORY" val="chip"/>
  <p:tag name="KSO_WM_TEMPLATE_INDEX" val="20223075"/>
  <p:tag name="KSO_WM_UNIT_TYPE" val="i"/>
  <p:tag name="KSO_WM_UNIT_INDEX" val="1"/>
  <p:tag name="KSO_WM_UNIT_ID" val="chip20223075_18*i*1"/>
  <p:tag name="KSO_WM_BEAUTIFY_FLAG" val="#wm#"/>
  <p:tag name="KSO_WM_TAG_VERSION" val="1.0"/>
  <p:tag name="KSO_WM_CHIP_GROUPID" val="62cb92ed67e1b3ac3a0df933"/>
  <p:tag name="KSO_WM_CHIP_XID" val="62cb92f267e1b3ac3a0dfcb7"/>
  <p:tag name="KSO_WM_UNIT_DEC_AREA_ID" val="0b6e32bb8e9b4cd59a73ec1ab58588a3"/>
  <p:tag name="KSO_WM_CHIP_FILLAREA_FILL_RULE" val="{&quot;fill_align&quot;:&quot;lb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6252d6d1848c46529fc1ac4283ac4f73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u"/>
  <p:tag name="KSO_WM_TEMPLATE_CATEGORY" val="chip"/>
  <p:tag name="KSO_WM_TEMPLATE_INDEX" val="20223075"/>
  <p:tag name="KSO_WM_UNIT_TYPE" val="i"/>
  <p:tag name="KSO_WM_UNIT_INDEX" val="1"/>
  <p:tag name="KSO_WM_UNIT_ID" val="chip20223075_15*i*1"/>
  <p:tag name="KSO_WM_BEAUTIFY_FLAG" val="#wm#"/>
  <p:tag name="KSO_WM_TAG_VERSION" val="1.0"/>
  <p:tag name="KSO_WM_CHIP_GROUPID" val="62cb92ed67e1b3ac3a0df933"/>
  <p:tag name="KSO_WM_CHIP_XID" val="62cb92f267e1b3ac3a0dfd31"/>
  <p:tag name="KSO_WM_UNIT_DEC_AREA_ID" val="cedfc75459a64b91839f7c4e93fc4ab0"/>
  <p:tag name="KSO_WM_CHIP_FILLAREA_FILL_RULE" val="{&quot;fill_align&quot;:&quot;rb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2307ef49eb7844ab8170517694ba29cf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t"/>
  <p:tag name="KSO_WM_TEMPLATE_CATEGORY" val="chip"/>
  <p:tag name="KSO_WM_TEMPLATE_INDEX" val="20223075"/>
  <p:tag name="KSO_WM_UNIT_TYPE" val="i"/>
  <p:tag name="KSO_WM_UNIT_INDEX" val="1"/>
  <p:tag name="KSO_WM_UNIT_ID" val="chip20223075_17*i*1"/>
  <p:tag name="KSO_WM_BEAUTIFY_FLAG" val="#wm#"/>
  <p:tag name="KSO_WM_TAG_VERSION" val="1.0"/>
  <p:tag name="KSO_WM_CHIP_GROUPID" val="62cb92ed67e1b3ac3a0df933"/>
  <p:tag name="KSO_WM_CHIP_XID" val="62cb92f267e1b3ac3a0dfcb1"/>
  <p:tag name="KSO_WM_UNIT_DEC_AREA_ID" val="d0ce6c47bdc440d196dfdadc5c19a3bf"/>
  <p:tag name="KSO_WM_CHIP_FILLAREA_FILL_RULE" val="{&quot;fill_align&quot;:&quot;rt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9b4fe2c4d5bb440eb7542455658eee6d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EFAULT_FONT" val="56;60;2"/>
  <p:tag name="KSO_WM_UNIT_BLOCK" val="0"/>
  <p:tag name="KSO_WM_UNIT_DEC_AREA_ID" val="5a98cb67407541d98bcf1eed4d3787f8"/>
  <p:tag name="KSO_WM_UNIT_ISCONTENTSTITLE" val="0"/>
  <p:tag name="KSO_WM_UNIT_ISNUMDGMTITLE" val="0"/>
  <p:tag name="KSO_WM_UNIT_PRESET_TEXT" val="单击此处添加&#10;标题"/>
  <p:tag name="KSO_WM_UNIT_NOCLEAR" val="0"/>
  <p:tag name="KSO_WM_UNIT_VALUE" val="1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20769_1*a*1"/>
  <p:tag name="KSO_WM_TEMPLATE_CATEGORY" val="diagram"/>
  <p:tag name="KSO_WM_TEMPLATE_INDEX" val="20220769"/>
  <p:tag name="KSO_WM_UNIT_LAYERLEVEL" val="1"/>
  <p:tag name="KSO_WM_TAG_VERSION" val="1.0"/>
  <p:tag name="KSO_WM_BEAUTIFY_FLAG" val="#wm#"/>
  <p:tag name="KSO_WM_CHIP_GROUPID" val="6192042818adb49c6c1f3bc3"/>
  <p:tag name="KSO_WM_CHIP_XID" val="6192042818adb49c6c1f3bc0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EFAULT_FONT" val="24;30;2"/>
  <p:tag name="KSO_WM_UNIT_BLOCK" val="0"/>
  <p:tag name="KSO_WM_UNIT_DEC_AREA_ID" val="729cfe767e514265b8b6e98bba9614de"/>
  <p:tag name="KSO_WM_UNIT_ISCONTENTSTITLE" val="0"/>
  <p:tag name="KSO_WM_UNIT_ISNUMDGMTITLE" val="0"/>
  <p:tag name="KSO_WM_UNIT_PRESET_TEXT" val="单击此处添加副标题"/>
  <p:tag name="KSO_WM_UNIT_NOCLEAR" val="0"/>
  <p:tag name="KSO_WM_UNIT_VALUE" val="13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diagram20220769_1*b*1"/>
  <p:tag name="KSO_WM_TEMPLATE_CATEGORY" val="diagram"/>
  <p:tag name="KSO_WM_TEMPLATE_INDEX" val="20220769"/>
  <p:tag name="KSO_WM_UNIT_LAYERLEVEL" val="1"/>
  <p:tag name="KSO_WM_TAG_VERSION" val="1.0"/>
  <p:tag name="KSO_WM_BEAUTIFY_FLAG" val="#wm#"/>
  <p:tag name="KSO_WM_CHIP_GROUPID" val="6192042818adb49c6c1f3bc3"/>
  <p:tag name="KSO_WM_CHIP_XID" val="6192042818adb49c6c1f3bc0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v"/>
  <p:tag name="KSO_WM_TEMPLATE_CATEGORY" val="chip"/>
  <p:tag name="KSO_WM_TEMPLATE_INDEX" val="20223075"/>
  <p:tag name="KSO_WM_UNIT_TYPE" val="i"/>
  <p:tag name="KSO_WM_UNIT_INDEX" val="1"/>
  <p:tag name="KSO_WM_UNIT_ID" val="chip20223075_10*i*1"/>
  <p:tag name="KSO_WM_BEAUTIFY_FLAG" val="#wm#"/>
  <p:tag name="KSO_WM_TAG_VERSION" val="1.0"/>
  <p:tag name="KSO_WM_CHIP_GROUPID" val="62cb92ed67e1b3ac3a0df933"/>
  <p:tag name="KSO_WM_CHIP_XID" val="62cb92f267e1b3ac3a0dfc76"/>
  <p:tag name="KSO_WM_UNIT_DEC_AREA_ID" val="4cd488bc4ebe43e69282eb89adcc0a8f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7505a78c30ed4fc0916a1a33c730545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w"/>
  <p:tag name="KSO_WM_TEMPLATE_CATEGORY" val="chip"/>
  <p:tag name="KSO_WM_TEMPLATE_INDEX" val="20223075"/>
  <p:tag name="KSO_WM_UNIT_TYPE" val="i"/>
  <p:tag name="KSO_WM_UNIT_INDEX" val="1"/>
  <p:tag name="KSO_WM_UNIT_ID" val="chip20223075_11*i*1"/>
  <p:tag name="KSO_WM_BEAUTIFY_FLAG" val="#wm#"/>
  <p:tag name="KSO_WM_TAG_VERSION" val="1.0"/>
  <p:tag name="KSO_WM_CHIP_GROUPID" val="62cb92ed67e1b3ac3a0df933"/>
  <p:tag name="KSO_WM_CHIP_XID" val="62cb92f267e1b3ac3a0dfc67"/>
  <p:tag name="KSO_WM_UNIT_DEC_AREA_ID" val="bbca014db4ec4cd4a2f47bc823ecca86"/>
  <p:tag name="KSO_WM_CHIP_FILLAREA_FILL_RULE" val="{&quot;fill_align&quot;:&quot;rm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ff9a3247c6de407d85378c41f6e54de8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t"/>
  <p:tag name="KSO_WM_TEMPLATE_CATEGORY" val="chip"/>
  <p:tag name="KSO_WM_TEMPLATE_INDEX" val="20223075"/>
  <p:tag name="KSO_WM_UNIT_TYPE" val="i"/>
  <p:tag name="KSO_WM_UNIT_INDEX" val="1"/>
  <p:tag name="KSO_WM_UNIT_ID" val="chip20223075_12*i*1"/>
  <p:tag name="KSO_WM_BEAUTIFY_FLAG" val="#wm#"/>
  <p:tag name="KSO_WM_TAG_VERSION" val="1.0"/>
  <p:tag name="KSO_WM_CHIP_GROUPID" val="62cb92ed67e1b3ac3a0df933"/>
  <p:tag name="KSO_WM_CHIP_XID" val="62cb92f267e1b3ac3a0dfc3e"/>
  <p:tag name="KSO_WM_UNIT_DEC_AREA_ID" val="c5a74a9a17ed410e933628120f12edf9"/>
  <p:tag name="KSO_WM_CHIP_FILLAREA_FILL_RULE" val="{&quot;fill_align&quot;:&quot;lb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56e18d8b25b44b528e8e0aa62934d498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v"/>
  <p:tag name="KSO_WM_TEMPLATE_CATEGORY" val="chip"/>
  <p:tag name="KSO_WM_TEMPLATE_INDEX" val="20223075"/>
  <p:tag name="KSO_WM_UNIT_TYPE" val="i"/>
  <p:tag name="KSO_WM_UNIT_INDEX" val="1"/>
  <p:tag name="KSO_WM_UNIT_ID" val="chip20223075_2*i*1"/>
  <p:tag name="KSO_WM_BEAUTIFY_FLAG" val="#wm#"/>
  <p:tag name="KSO_WM_TAG_VERSION" val="1.0"/>
  <p:tag name="KSO_WM_CHIP_GROUPID" val="62cb92ed67e1b3ac3a0df933"/>
  <p:tag name="KSO_WM_CHIP_XID" val="62cb92f267e1b3ac3a0dfbd8"/>
  <p:tag name="KSO_WM_UNIT_DEC_AREA_ID" val="353a2ba7688d4d109d88d8fbf076f1be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c821e70711df4ae0a04b6ba18360b869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u"/>
  <p:tag name="KSO_WM_TEMPLATE_CATEGORY" val="chip"/>
  <p:tag name="KSO_WM_TEMPLATE_INDEX" val="20223075"/>
  <p:tag name="KSO_WM_UNIT_TYPE" val="i"/>
  <p:tag name="KSO_WM_UNIT_INDEX" val="1"/>
  <p:tag name="KSO_WM_UNIT_ID" val="chip20223075_4*i*1"/>
  <p:tag name="KSO_WM_BEAUTIFY_FLAG" val="#wm#"/>
  <p:tag name="KSO_WM_TAG_VERSION" val="1.0"/>
  <p:tag name="KSO_WM_CHIP_GROUPID" val="62cb92ed67e1b3ac3a0df933"/>
  <p:tag name="KSO_WM_CHIP_XID" val="62cb92f267e1b3ac3a0dfbcb"/>
  <p:tag name="KSO_WM_UNIT_DEC_AREA_ID" val="4ab4fedb6c6640b484a0fdb113c32716"/>
  <p:tag name="KSO_WM_CHIP_FILLAREA_FILL_RULE" val="{&quot;fill_align&quot;:&quot;rb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0b2380889160463abab291528e337d23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u"/>
  <p:tag name="KSO_WM_TEMPLATE_CATEGORY" val="chip"/>
  <p:tag name="KSO_WM_TEMPLATE_INDEX" val="20223075"/>
  <p:tag name="KSO_WM_UNIT_TYPE" val="i"/>
  <p:tag name="KSO_WM_UNIT_INDEX" val="1"/>
  <p:tag name="KSO_WM_UNIT_ID" val="chip20223075_3*i*1"/>
  <p:tag name="KSO_WM_BEAUTIFY_FLAG" val="#wm#"/>
  <p:tag name="KSO_WM_TAG_VERSION" val="1.0"/>
  <p:tag name="KSO_WM_CHIP_GROUPID" val="62cb92ed67e1b3ac3a0df933"/>
  <p:tag name="KSO_WM_CHIP_XID" val="62cb92f267e1b3ac3a0dfbc7"/>
  <p:tag name="KSO_WM_UNIT_DEC_AREA_ID" val="f51db6bba423479a96c7def23f363aa5"/>
  <p:tag name="KSO_WM_CHIP_FILLAREA_FILL_RULE" val="{&quot;fill_align&quot;:&quot;lm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46eb048d58f74aaaaaf7557c2b39a70c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添加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23075_1*a*1"/>
  <p:tag name="KSO_WM_TEMPLATE_CATEGORY" val="custom"/>
  <p:tag name="KSO_WM_TEMPLATE_INDEX" val="20223075"/>
  <p:tag name="KSO_WM_UNIT_LAYERLEVEL" val="1"/>
  <p:tag name="KSO_WM_TAG_VERSION" val="1.0"/>
  <p:tag name="KSO_WM_BEAUTIFY_FLAG" val="#wm#"/>
  <p:tag name="KSO_WM_UNIT_DEFAULT_FONT" val="60;66;2"/>
  <p:tag name="KSO_WM_UNIT_BLOCK" val="0"/>
  <p:tag name="KSO_WM_UNIT_DEC_AREA_ID" val="e5577524724345448ce6d9c2ce3939e0"/>
  <p:tag name="KSO_WM_CHIP_GROUPID" val="61849109a6a891b1f9dbb830"/>
  <p:tag name="KSO_WM_CHIP_XID" val="61849109a6a891b1f9dbb82d"/>
  <p:tag name="KSO_WM_CHIP_FILLAREA_FILL_RULE" val="{&quot;fill_align&quot;:&quot;cm&quot;,&quot;fill_mode&quot;:&quot;adaptive&quot;,&quot;sacle_strategy&quot;:&quot;smart&quot;}"/>
  <p:tag name="KSO_WM_ASSEMBLE_CHIP_INDEX" val="a3eb76d9cecc488caa04c4a7a8fcd523"/>
  <p:tag name="KSO_WM_UNIT_TEXT_FILL_FORE_SCHEMECOLOR_INDEX_BRIGHTNESS" val="0.15"/>
  <p:tag name="KSO_WM_UNIT_TEXT_FILL_FORE_SCHEMECOLOR_INDEX" val="13"/>
  <p:tag name="KSO_WM_UNIT_TEXT_FILL_TYPE" val="1"/>
  <p:tag name="KSO_WM_TEMPLATE_ASSEMBLE_XID" val="63156d2459d53ee3cde2290b"/>
  <p:tag name="KSO_WM_TEMPLATE_ASSEMBLE_GROUPID" val="62cb92ed67e1b3ac3a0df933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添加正文，文字是您思想的提炼，为了演示发布的良好效果，请言简意赅地阐述您的观点。"/>
  <p:tag name="KSO_WM_UNIT_NOCLEAR" val="0"/>
  <p:tag name="KSO_WM_UNIT_VALUE" val="76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custom20223075_1*f*1"/>
  <p:tag name="KSO_WM_TEMPLATE_CATEGORY" val="custom"/>
  <p:tag name="KSO_WM_TEMPLATE_INDEX" val="20223075"/>
  <p:tag name="KSO_WM_UNIT_LAYERLEVEL" val="1"/>
  <p:tag name="KSO_WM_TAG_VERSION" val="1.0"/>
  <p:tag name="KSO_WM_BEAUTIFY_FLAG" val="#wm#"/>
  <p:tag name="KSO_WM_UNIT_DEFAULT_FONT" val="14;14;2"/>
  <p:tag name="KSO_WM_UNIT_BLOCK" val="0"/>
  <p:tag name="KSO_WM_UNIT_DEC_AREA_ID" val="35127bff71ec4a98b1f1a512400e582e"/>
  <p:tag name="KSO_WM_CHIP_GROUPID" val="61849109a6a891b1f9dbb830"/>
  <p:tag name="KSO_WM_CHIP_XID" val="61849109a6a891b1f9dbb82d"/>
  <p:tag name="KSO_WM_CHIP_FILLAREA_FILL_RULE" val="{&quot;fill_align&quot;:&quot;cm&quot;,&quot;fill_mode&quot;:&quot;adaptive&quot;,&quot;sacle_strategy&quot;:&quot;smart&quot;}"/>
  <p:tag name="KSO_WM_ASSEMBLE_CHIP_INDEX" val="a3eb76d9cecc488caa04c4a7a8fcd523"/>
  <p:tag name="KSO_WM_UNIT_TEXT_FILL_FORE_SCHEMECOLOR_INDEX_BRIGHTNESS" val="0.5"/>
  <p:tag name="KSO_WM_UNIT_TEXT_FILL_FORE_SCHEMECOLOR_INDEX" val="13"/>
  <p:tag name="KSO_WM_UNIT_TEXT_FILL_TYPE" val="1"/>
  <p:tag name="KSO_WM_TEMPLATE_ASSEMBLE_XID" val="63156d2459d53ee3cde2290b"/>
  <p:tag name="KSO_WM_TEMPLATE_ASSEMBLE_GROUPID" val="62cb92ed67e1b3ac3a0df933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v"/>
  <p:tag name="KSO_WM_TEMPLATE_CATEGORY" val="chip"/>
  <p:tag name="KSO_WM_TEMPLATE_INDEX" val="20223075"/>
  <p:tag name="KSO_WM_UNIT_TYPE" val="i"/>
  <p:tag name="KSO_WM_UNIT_INDEX" val="1"/>
  <p:tag name="KSO_WM_UNIT_ID" val="chip20223075_10*i*1"/>
  <p:tag name="KSO_WM_BEAUTIFY_FLAG" val="#wm#"/>
  <p:tag name="KSO_WM_TAG_VERSION" val="1.0"/>
  <p:tag name="KSO_WM_CHIP_GROUPID" val="62cb92ed67e1b3ac3a0df933"/>
  <p:tag name="KSO_WM_CHIP_XID" val="62cb92f267e1b3ac3a0dfc76"/>
  <p:tag name="KSO_WM_UNIT_DEC_AREA_ID" val="4cd488bc4ebe43e69282eb89adcc0a8f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7505a78c30ed4fc0916a1a33c730545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w"/>
  <p:tag name="KSO_WM_TEMPLATE_CATEGORY" val="chip"/>
  <p:tag name="KSO_WM_TEMPLATE_INDEX" val="20223075"/>
  <p:tag name="KSO_WM_UNIT_TYPE" val="i"/>
  <p:tag name="KSO_WM_UNIT_INDEX" val="1"/>
  <p:tag name="KSO_WM_UNIT_ID" val="chip20223075_11*i*1"/>
  <p:tag name="KSO_WM_BEAUTIFY_FLAG" val="#wm#"/>
  <p:tag name="KSO_WM_TAG_VERSION" val="1.0"/>
  <p:tag name="KSO_WM_CHIP_GROUPID" val="62cb92ed67e1b3ac3a0df933"/>
  <p:tag name="KSO_WM_CHIP_XID" val="62cb92f267e1b3ac3a0dfc67"/>
  <p:tag name="KSO_WM_UNIT_DEC_AREA_ID" val="bbca014db4ec4cd4a2f47bc823ecca86"/>
  <p:tag name="KSO_WM_CHIP_FILLAREA_FILL_RULE" val="{&quot;fill_align&quot;:&quot;rm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ff9a3247c6de407d85378c41f6e54de8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t"/>
  <p:tag name="KSO_WM_TEMPLATE_CATEGORY" val="chip"/>
  <p:tag name="KSO_WM_TEMPLATE_INDEX" val="20223075"/>
  <p:tag name="KSO_WM_UNIT_TYPE" val="i"/>
  <p:tag name="KSO_WM_UNIT_INDEX" val="1"/>
  <p:tag name="KSO_WM_UNIT_ID" val="chip20223075_12*i*1"/>
  <p:tag name="KSO_WM_BEAUTIFY_FLAG" val="#wm#"/>
  <p:tag name="KSO_WM_TAG_VERSION" val="1.0"/>
  <p:tag name="KSO_WM_CHIP_GROUPID" val="62cb92ed67e1b3ac3a0df933"/>
  <p:tag name="KSO_WM_CHIP_XID" val="62cb92f267e1b3ac3a0dfc3e"/>
  <p:tag name="KSO_WM_UNIT_DEC_AREA_ID" val="c5a74a9a17ed410e933628120f12edf9"/>
  <p:tag name="KSO_WM_CHIP_FILLAREA_FILL_RULE" val="{&quot;fill_align&quot;:&quot;lb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56e18d8b25b44b528e8e0aa62934d498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v"/>
  <p:tag name="KSO_WM_TEMPLATE_CATEGORY" val="chip"/>
  <p:tag name="KSO_WM_TEMPLATE_INDEX" val="20223075"/>
  <p:tag name="KSO_WM_UNIT_TYPE" val="i"/>
  <p:tag name="KSO_WM_UNIT_INDEX" val="1"/>
  <p:tag name="KSO_WM_UNIT_ID" val="chip20223075_10*i*1"/>
  <p:tag name="KSO_WM_BEAUTIFY_FLAG" val="#wm#"/>
  <p:tag name="KSO_WM_TAG_VERSION" val="1.0"/>
  <p:tag name="KSO_WM_CHIP_GROUPID" val="62cb92ed67e1b3ac3a0df933"/>
  <p:tag name="KSO_WM_CHIP_XID" val="62cb92f267e1b3ac3a0dfc76"/>
  <p:tag name="KSO_WM_UNIT_DEC_AREA_ID" val="4cd488bc4ebe43e69282eb89adcc0a8f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7505a78c30ed4fc0916a1a33c730545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w"/>
  <p:tag name="KSO_WM_TEMPLATE_CATEGORY" val="chip"/>
  <p:tag name="KSO_WM_TEMPLATE_INDEX" val="20223075"/>
  <p:tag name="KSO_WM_UNIT_TYPE" val="i"/>
  <p:tag name="KSO_WM_UNIT_INDEX" val="1"/>
  <p:tag name="KSO_WM_UNIT_ID" val="chip20223075_11*i*1"/>
  <p:tag name="KSO_WM_BEAUTIFY_FLAG" val="#wm#"/>
  <p:tag name="KSO_WM_TAG_VERSION" val="1.0"/>
  <p:tag name="KSO_WM_CHIP_GROUPID" val="62cb92ed67e1b3ac3a0df933"/>
  <p:tag name="KSO_WM_CHIP_XID" val="62cb92f267e1b3ac3a0dfc67"/>
  <p:tag name="KSO_WM_UNIT_DEC_AREA_ID" val="bbca014db4ec4cd4a2f47bc823ecca86"/>
  <p:tag name="KSO_WM_CHIP_FILLAREA_FILL_RULE" val="{&quot;fill_align&quot;:&quot;rm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ff9a3247c6de407d85378c41f6e54de8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t"/>
  <p:tag name="KSO_WM_TEMPLATE_CATEGORY" val="chip"/>
  <p:tag name="KSO_WM_TEMPLATE_INDEX" val="20223075"/>
  <p:tag name="KSO_WM_UNIT_TYPE" val="i"/>
  <p:tag name="KSO_WM_UNIT_INDEX" val="1"/>
  <p:tag name="KSO_WM_UNIT_ID" val="chip20223075_12*i*1"/>
  <p:tag name="KSO_WM_BEAUTIFY_FLAG" val="#wm#"/>
  <p:tag name="KSO_WM_TAG_VERSION" val="1.0"/>
  <p:tag name="KSO_WM_CHIP_GROUPID" val="62cb92ed67e1b3ac3a0df933"/>
  <p:tag name="KSO_WM_CHIP_XID" val="62cb92f267e1b3ac3a0dfc3e"/>
  <p:tag name="KSO_WM_UNIT_DEC_AREA_ID" val="c5a74a9a17ed410e933628120f12edf9"/>
  <p:tag name="KSO_WM_CHIP_FILLAREA_FILL_RULE" val="{&quot;fill_align&quot;:&quot;lb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56e18d8b25b44b528e8e0aa62934d498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v"/>
  <p:tag name="KSO_WM_TEMPLATE_CATEGORY" val="chip"/>
  <p:tag name="KSO_WM_TEMPLATE_INDEX" val="20223075"/>
  <p:tag name="KSO_WM_UNIT_TYPE" val="i"/>
  <p:tag name="KSO_WM_UNIT_INDEX" val="1"/>
  <p:tag name="KSO_WM_UNIT_ID" val="chip20223075_6*i*1"/>
  <p:tag name="KSO_WM_BEAUTIFY_FLAG" val="#wm#"/>
  <p:tag name="KSO_WM_TAG_VERSION" val="1.0"/>
  <p:tag name="KSO_WM_CHIP_GROUPID" val="62cb92ed67e1b3ac3a0df933"/>
  <p:tag name="KSO_WM_CHIP_XID" val="62cb92f267e1b3ac3a0df99b"/>
  <p:tag name="KSO_WM_UNIT_DEC_AREA_ID" val="7ae053233a014cf5b087ba4b069db752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4d0fe025b92a4121b116f65108e5c0b7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t"/>
  <p:tag name="KSO_WM_TEMPLATE_CATEGORY" val="chip"/>
  <p:tag name="KSO_WM_TEMPLATE_INDEX" val="20223075"/>
  <p:tag name="KSO_WM_UNIT_TYPE" val="i"/>
  <p:tag name="KSO_WM_UNIT_INDEX" val="1"/>
  <p:tag name="KSO_WM_UNIT_ID" val="chip20223075_7*i*1"/>
  <p:tag name="KSO_WM_BEAUTIFY_FLAG" val="#wm#"/>
  <p:tag name="KSO_WM_TAG_VERSION" val="1.0"/>
  <p:tag name="KSO_WM_CHIP_GROUPID" val="62cb92ed67e1b3ac3a0df933"/>
  <p:tag name="KSO_WM_CHIP_XID" val="62cb92f267e1b3ac3a0df93d"/>
  <p:tag name="KSO_WM_UNIT_DEC_AREA_ID" val="7aac52c509324246a2139159652c9dce"/>
  <p:tag name="KSO_WM_CHIP_FILLAREA_FILL_RULE" val="{&quot;fill_align&quot;:&quot;lb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26a1af26a8d74008b1380f22ba29d46f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u"/>
  <p:tag name="KSO_WM_TEMPLATE_CATEGORY" val="chip"/>
  <p:tag name="KSO_WM_TEMPLATE_INDEX" val="20223075"/>
  <p:tag name="KSO_WM_UNIT_TYPE" val="i"/>
  <p:tag name="KSO_WM_UNIT_INDEX" val="1"/>
  <p:tag name="KSO_WM_UNIT_ID" val="chip20223075_8*i*1"/>
  <p:tag name="KSO_WM_BEAUTIFY_FLAG" val="#wm#"/>
  <p:tag name="KSO_WM_TAG_VERSION" val="1.0"/>
  <p:tag name="KSO_WM_CHIP_GROUPID" val="62cb92ed67e1b3ac3a0df933"/>
  <p:tag name="KSO_WM_CHIP_XID" val="62cb92f267e1b3ac3a0df990"/>
  <p:tag name="KSO_WM_UNIT_DEC_AREA_ID" val="b20fbc8bd01f4b7ebdd46d90e2647bbf"/>
  <p:tag name="KSO_WM_CHIP_FILLAREA_FILL_RULE" val="{&quot;fill_align&quot;:&quot;rt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968a292b1c74438a8be59c5e124aa1e5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v"/>
  <p:tag name="KSO_WM_TEMPLATE_CATEGORY" val="chip"/>
  <p:tag name="KSO_WM_TEMPLATE_INDEX" val="20223075"/>
  <p:tag name="KSO_WM_UNIT_TYPE" val="i"/>
  <p:tag name="KSO_WM_UNIT_INDEX" val="1"/>
  <p:tag name="KSO_WM_UNIT_ID" val="chip20223075_10*i*1"/>
  <p:tag name="KSO_WM_BEAUTIFY_FLAG" val="#wm#"/>
  <p:tag name="KSO_WM_TAG_VERSION" val="1.0"/>
  <p:tag name="KSO_WM_CHIP_GROUPID" val="62cb92ed67e1b3ac3a0df933"/>
  <p:tag name="KSO_WM_CHIP_XID" val="62cb92f267e1b3ac3a0dfc76"/>
  <p:tag name="KSO_WM_UNIT_DEC_AREA_ID" val="4cd488bc4ebe43e69282eb89adcc0a8f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7505a78c30ed4fc0916a1a33c730545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w"/>
  <p:tag name="KSO_WM_TEMPLATE_CATEGORY" val="chip"/>
  <p:tag name="KSO_WM_TEMPLATE_INDEX" val="20223075"/>
  <p:tag name="KSO_WM_UNIT_TYPE" val="i"/>
  <p:tag name="KSO_WM_UNIT_INDEX" val="1"/>
  <p:tag name="KSO_WM_UNIT_ID" val="chip20223075_11*i*1"/>
  <p:tag name="KSO_WM_BEAUTIFY_FLAG" val="#wm#"/>
  <p:tag name="KSO_WM_TAG_VERSION" val="1.0"/>
  <p:tag name="KSO_WM_CHIP_GROUPID" val="62cb92ed67e1b3ac3a0df933"/>
  <p:tag name="KSO_WM_CHIP_XID" val="62cb92f267e1b3ac3a0dfc67"/>
  <p:tag name="KSO_WM_UNIT_DEC_AREA_ID" val="bbca014db4ec4cd4a2f47bc823ecca86"/>
  <p:tag name="KSO_WM_CHIP_FILLAREA_FILL_RULE" val="{&quot;fill_align&quot;:&quot;rm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ff9a3247c6de407d85378c41f6e54de8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t"/>
  <p:tag name="KSO_WM_TEMPLATE_CATEGORY" val="chip"/>
  <p:tag name="KSO_WM_TEMPLATE_INDEX" val="20223075"/>
  <p:tag name="KSO_WM_UNIT_TYPE" val="i"/>
  <p:tag name="KSO_WM_UNIT_INDEX" val="1"/>
  <p:tag name="KSO_WM_UNIT_ID" val="chip20223075_12*i*1"/>
  <p:tag name="KSO_WM_BEAUTIFY_FLAG" val="#wm#"/>
  <p:tag name="KSO_WM_TAG_VERSION" val="1.0"/>
  <p:tag name="KSO_WM_CHIP_GROUPID" val="62cb92ed67e1b3ac3a0df933"/>
  <p:tag name="KSO_WM_CHIP_XID" val="62cb92f267e1b3ac3a0dfc3e"/>
  <p:tag name="KSO_WM_UNIT_DEC_AREA_ID" val="c5a74a9a17ed410e933628120f12edf9"/>
  <p:tag name="KSO_WM_CHIP_FILLAREA_FILL_RULE" val="{&quot;fill_align&quot;:&quot;lb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56e18d8b25b44b528e8e0aa62934d498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v"/>
  <p:tag name="KSO_WM_TEMPLATE_CATEGORY" val="chip"/>
  <p:tag name="KSO_WM_TEMPLATE_INDEX" val="20223075"/>
  <p:tag name="KSO_WM_UNIT_TYPE" val="i"/>
  <p:tag name="KSO_WM_UNIT_INDEX" val="1"/>
  <p:tag name="KSO_WM_UNIT_ID" val="chip20223075_10*i*1"/>
  <p:tag name="KSO_WM_BEAUTIFY_FLAG" val="#wm#"/>
  <p:tag name="KSO_WM_TAG_VERSION" val="1.0"/>
  <p:tag name="KSO_WM_CHIP_GROUPID" val="62cb92ed67e1b3ac3a0df933"/>
  <p:tag name="KSO_WM_CHIP_XID" val="62cb92f267e1b3ac3a0dfc76"/>
  <p:tag name="KSO_WM_UNIT_DEC_AREA_ID" val="4cd488bc4ebe43e69282eb89adcc0a8f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7505a78c30ed4fc0916a1a33c730545e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w"/>
  <p:tag name="KSO_WM_TEMPLATE_CATEGORY" val="chip"/>
  <p:tag name="KSO_WM_TEMPLATE_INDEX" val="20223075"/>
  <p:tag name="KSO_WM_UNIT_TYPE" val="i"/>
  <p:tag name="KSO_WM_UNIT_INDEX" val="1"/>
  <p:tag name="KSO_WM_UNIT_ID" val="chip20223075_11*i*1"/>
  <p:tag name="KSO_WM_BEAUTIFY_FLAG" val="#wm#"/>
  <p:tag name="KSO_WM_TAG_VERSION" val="1.0"/>
  <p:tag name="KSO_WM_CHIP_GROUPID" val="62cb92ed67e1b3ac3a0df933"/>
  <p:tag name="KSO_WM_CHIP_XID" val="62cb92f267e1b3ac3a0dfc67"/>
  <p:tag name="KSO_WM_UNIT_DEC_AREA_ID" val="bbca014db4ec4cd4a2f47bc823ecca86"/>
  <p:tag name="KSO_WM_CHIP_FILLAREA_FILL_RULE" val="{&quot;fill_align&quot;:&quot;rm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ff9a3247c6de407d85378c41f6e54de8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t"/>
  <p:tag name="KSO_WM_TEMPLATE_CATEGORY" val="chip"/>
  <p:tag name="KSO_WM_TEMPLATE_INDEX" val="20223075"/>
  <p:tag name="KSO_WM_UNIT_TYPE" val="i"/>
  <p:tag name="KSO_WM_UNIT_INDEX" val="1"/>
  <p:tag name="KSO_WM_UNIT_ID" val="chip20223075_12*i*1"/>
  <p:tag name="KSO_WM_BEAUTIFY_FLAG" val="#wm#"/>
  <p:tag name="KSO_WM_TAG_VERSION" val="1.0"/>
  <p:tag name="KSO_WM_CHIP_GROUPID" val="62cb92ed67e1b3ac3a0df933"/>
  <p:tag name="KSO_WM_CHIP_XID" val="62cb92f267e1b3ac3a0dfc3e"/>
  <p:tag name="KSO_WM_UNIT_DEC_AREA_ID" val="c5a74a9a17ed410e933628120f12edf9"/>
  <p:tag name="KSO_WM_CHIP_FILLAREA_FILL_RULE" val="{&quot;fill_align&quot;:&quot;lb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56e18d8b25b44b528e8e0aa62934d498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v"/>
  <p:tag name="KSO_WM_TEMPLATE_CATEGORY" val="chip"/>
  <p:tag name="KSO_WM_TEMPLATE_INDEX" val="20223075"/>
  <p:tag name="KSO_WM_UNIT_TYPE" val="i"/>
  <p:tag name="KSO_WM_UNIT_INDEX" val="1"/>
  <p:tag name="KSO_WM_UNIT_ID" val="chip20223075_10*i*1"/>
  <p:tag name="KSO_WM_BEAUTIFY_FLAG" val="#wm#"/>
  <p:tag name="KSO_WM_TAG_VERSION" val="1.0"/>
  <p:tag name="KSO_WM_CHIP_GROUPID" val="62cb92ed67e1b3ac3a0df933"/>
  <p:tag name="KSO_WM_CHIP_XID" val="62cb92f267e1b3ac3a0dfc76"/>
  <p:tag name="KSO_WM_UNIT_DEC_AREA_ID" val="4cd488bc4ebe43e69282eb89adcc0a8f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7505a78c30ed4fc0916a1a33c730545e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w"/>
  <p:tag name="KSO_WM_TEMPLATE_CATEGORY" val="chip"/>
  <p:tag name="KSO_WM_TEMPLATE_INDEX" val="20223075"/>
  <p:tag name="KSO_WM_UNIT_TYPE" val="i"/>
  <p:tag name="KSO_WM_UNIT_INDEX" val="1"/>
  <p:tag name="KSO_WM_UNIT_ID" val="chip20223075_11*i*1"/>
  <p:tag name="KSO_WM_BEAUTIFY_FLAG" val="#wm#"/>
  <p:tag name="KSO_WM_TAG_VERSION" val="1.0"/>
  <p:tag name="KSO_WM_CHIP_GROUPID" val="62cb92ed67e1b3ac3a0df933"/>
  <p:tag name="KSO_WM_CHIP_XID" val="62cb92f267e1b3ac3a0dfc67"/>
  <p:tag name="KSO_WM_UNIT_DEC_AREA_ID" val="bbca014db4ec4cd4a2f47bc823ecca86"/>
  <p:tag name="KSO_WM_CHIP_FILLAREA_FILL_RULE" val="{&quot;fill_align&quot;:&quot;rm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ff9a3247c6de407d85378c41f6e54de8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t"/>
  <p:tag name="KSO_WM_TEMPLATE_CATEGORY" val="chip"/>
  <p:tag name="KSO_WM_TEMPLATE_INDEX" val="20223075"/>
  <p:tag name="KSO_WM_UNIT_TYPE" val="i"/>
  <p:tag name="KSO_WM_UNIT_INDEX" val="1"/>
  <p:tag name="KSO_WM_UNIT_ID" val="chip20223075_12*i*1"/>
  <p:tag name="KSO_WM_BEAUTIFY_FLAG" val="#wm#"/>
  <p:tag name="KSO_WM_TAG_VERSION" val="1.0"/>
  <p:tag name="KSO_WM_CHIP_GROUPID" val="62cb92ed67e1b3ac3a0df933"/>
  <p:tag name="KSO_WM_CHIP_XID" val="62cb92f267e1b3ac3a0dfc3e"/>
  <p:tag name="KSO_WM_UNIT_DEC_AREA_ID" val="c5a74a9a17ed410e933628120f12edf9"/>
  <p:tag name="KSO_WM_CHIP_FILLAREA_FILL_RULE" val="{&quot;fill_align&quot;:&quot;lb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56e18d8b25b44b528e8e0aa62934d498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v"/>
  <p:tag name="KSO_WM_TEMPLATE_CATEGORY" val="chip"/>
  <p:tag name="KSO_WM_TEMPLATE_INDEX" val="20223075"/>
  <p:tag name="KSO_WM_UNIT_TYPE" val="i"/>
  <p:tag name="KSO_WM_UNIT_INDEX" val="1"/>
  <p:tag name="KSO_WM_UNIT_ID" val="chip20223075_20*i*1"/>
  <p:tag name="KSO_WM_BEAUTIFY_FLAG" val="#wm#"/>
  <p:tag name="KSO_WM_TAG_VERSION" val="1.0"/>
  <p:tag name="KSO_WM_CHIP_GROUPID" val="62cb92ed67e1b3ac3a0df933"/>
  <p:tag name="KSO_WM_CHIP_XID" val="62cb92f267e1b3ac3a0dfaaf"/>
  <p:tag name="KSO_WM_UNIT_DEC_AREA_ID" val="511aa335ee7d4245a08946cb05b9faa4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96cad2575e594576b80f3f7814fb0824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u"/>
  <p:tag name="KSO_WM_TEMPLATE_CATEGORY" val="chip"/>
  <p:tag name="KSO_WM_TEMPLATE_INDEX" val="20223075"/>
  <p:tag name="KSO_WM_UNIT_TYPE" val="i"/>
  <p:tag name="KSO_WM_UNIT_INDEX" val="1"/>
  <p:tag name="KSO_WM_UNIT_ID" val="chip20223075_22*i*1"/>
  <p:tag name="KSO_WM_BEAUTIFY_FLAG" val="#wm#"/>
  <p:tag name="KSO_WM_TAG_VERSION" val="1.0"/>
  <p:tag name="KSO_WM_CHIP_GROUPID" val="62cb92ed67e1b3ac3a0df933"/>
  <p:tag name="KSO_WM_CHIP_XID" val="62cb92f267e1b3ac3a0dfa9c"/>
  <p:tag name="KSO_WM_UNIT_DEC_AREA_ID" val="cd0b699e343a426dbd8923da658f7258"/>
  <p:tag name="KSO_WM_CHIP_FILLAREA_FILL_RULE" val="{&quot;fill_align&quot;:&quot;rb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46079dca97b54b6f8f260c458203cdd5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u"/>
  <p:tag name="KSO_WM_TEMPLATE_CATEGORY" val="chip"/>
  <p:tag name="KSO_WM_TEMPLATE_INDEX" val="20223075"/>
  <p:tag name="KSO_WM_UNIT_TYPE" val="i"/>
  <p:tag name="KSO_WM_UNIT_INDEX" val="1"/>
  <p:tag name="KSO_WM_UNIT_ID" val="chip20223075_21*i*1"/>
  <p:tag name="KSO_WM_BEAUTIFY_FLAG" val="#wm#"/>
  <p:tag name="KSO_WM_TAG_VERSION" val="1.0"/>
  <p:tag name="KSO_WM_CHIP_GROUPID" val="62cb92ed67e1b3ac3a0df933"/>
  <p:tag name="KSO_WM_CHIP_XID" val="62cb92f267e1b3ac3a0dfa7d"/>
  <p:tag name="KSO_WM_UNIT_DEC_AREA_ID" val="61fe8ffa078a456db36c7c5a609a0b36"/>
  <p:tag name="KSO_WM_CHIP_FILLAREA_FILL_RULE" val="{&quot;fill_align&quot;:&quot;lm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a3844cc6be254379824c635ec2fa7326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EFAULT_FONT" val="66;74;2"/>
  <p:tag name="KSO_WM_UNIT_BLOCK" val="0"/>
  <p:tag name="KSO_WM_UNIT_DEC_AREA_ID" val="024cb455de114c8590873753d08ef7c9"/>
  <p:tag name="KSO_WM_UNIT_ISCONTENTSTITLE" val="0"/>
  <p:tag name="KSO_WM_UNIT_ISNUMDGMTITLE" val="0"/>
  <p:tag name="KSO_WM_UNIT_PRESET_TEXT" val="感谢各位的观看"/>
  <p:tag name="KSO_WM_UNIT_NOCLEAR" val="0"/>
  <p:tag name="KSO_WM_UNIT_VALUE" val="9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23075_1*a*1"/>
  <p:tag name="KSO_WM_TEMPLATE_CATEGORY" val="custom"/>
  <p:tag name="KSO_WM_TEMPLATE_INDEX" val="20223075"/>
  <p:tag name="KSO_WM_UNIT_LAYERLEVEL" val="1"/>
  <p:tag name="KSO_WM_TAG_VERSION" val="1.0"/>
  <p:tag name="KSO_WM_BEAUTIFY_FLAG" val="#wm#"/>
  <p:tag name="KSO_WM_CHIP_GROUPID" val="624cf5358c72ca61f790a24e"/>
  <p:tag name="KSO_WM_CHIP_XID" val="624cf5358c72ca61f790a24d"/>
  <p:tag name="KSO_WM_CHIP_FILLAREA_FILL_RULE" val="{&quot;fill_align&quot;:&quot;lm&quot;,&quot;fill_mode&quot;:&quot;adaptive&quot;,&quot;sacle_strategy&quot;:&quot;smart&quot;}"/>
  <p:tag name="KSO_WM_ASSEMBLE_CHIP_INDEX" val="67f268fdcbc847b9988fd24dee148e1a"/>
  <p:tag name="KSO_WM_UNIT_TEXT_FILL_FORE_SCHEMECOLOR_INDEX_BRIGHTNESS" val="0.15"/>
  <p:tag name="KSO_WM_UNIT_TEXT_FILL_FORE_SCHEMECOLOR_INDEX" val="13"/>
  <p:tag name="KSO_WM_UNIT_TEXT_FILL_TYPE" val="1"/>
  <p:tag name="KSO_WM_TEMPLATE_ASSEMBLE_XID" val="62cb942967e1b3ac3a0e02d4"/>
  <p:tag name="KSO_WM_TEMPLATE_ASSEMBLE_GROUPID" val="62cb92ed67e1b3ac3a0df933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EFAULT_FONT" val="16;18;2"/>
  <p:tag name="KSO_WM_UNIT_BLOCK" val="0"/>
  <p:tag name="KSO_WM_UNIT_DEC_AREA_ID" val="59dd0d01bf8d46bc94fd640b0712b633"/>
  <p:tag name="KSO_WM_UNIT_SUBTYPE" val="a"/>
  <p:tag name="KSO_WM_UNIT_PRESET_TEXT" val="点击此处添加正文，文字是您思想的提炼，为了演示发布的良好效果，请言简意赅地阐述您的观点。"/>
  <p:tag name="KSO_WM_UNIT_NOCLEAR" val="0"/>
  <p:tag name="KSO_WM_UNIT_VALUE" val="6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custom20223075_1*f*1"/>
  <p:tag name="KSO_WM_TEMPLATE_CATEGORY" val="custom"/>
  <p:tag name="KSO_WM_TEMPLATE_INDEX" val="20223075"/>
  <p:tag name="KSO_WM_UNIT_LAYERLEVEL" val="1"/>
  <p:tag name="KSO_WM_TAG_VERSION" val="1.0"/>
  <p:tag name="KSO_WM_BEAUTIFY_FLAG" val="#wm#"/>
  <p:tag name="KSO_WM_CHIP_GROUPID" val="624cf5358c72ca61f790a24e"/>
  <p:tag name="KSO_WM_CHIP_XID" val="624cf5358c72ca61f790a24d"/>
  <p:tag name="KSO_WM_CHIP_FILLAREA_FILL_RULE" val="{&quot;fill_align&quot;:&quot;lm&quot;,&quot;fill_mode&quot;:&quot;adaptive&quot;,&quot;sacle_strategy&quot;:&quot;smart&quot;}"/>
  <p:tag name="KSO_WM_ASSEMBLE_CHIP_INDEX" val="67f268fdcbc847b9988fd24dee148e1a"/>
  <p:tag name="KSO_WM_UNIT_TEXT_FILL_FORE_SCHEMECOLOR_INDEX_BRIGHTNESS" val="0.15"/>
  <p:tag name="KSO_WM_UNIT_TEXT_FILL_FORE_SCHEMECOLOR_INDEX" val="13"/>
  <p:tag name="KSO_WM_UNIT_TEXT_FILL_TYPE" val="1"/>
  <p:tag name="KSO_WM_TEMPLATE_ASSEMBLE_XID" val="62cb942967e1b3ac3a0e02d4"/>
  <p:tag name="KSO_WM_TEMPLATE_ASSEMBLE_GROUPID" val="62cb92ed67e1b3ac3a0df933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EFAULT_FONT" val="20;22;2"/>
  <p:tag name="KSO_WM_UNIT_BLOCK" val="0"/>
  <p:tag name="KSO_WM_UNIT_DEC_AREA_ID" val="c54f68c39bda4efea42a2b1659b9e2ea"/>
  <p:tag name="KSO_WM_UNIT_ISCONTENTSTITLE" val="0"/>
  <p:tag name="KSO_WM_UNIT_ISNUMDGMTITLE" val="0"/>
  <p:tag name="KSO_WM_UNIT_PRESET_TEXT" val="单击此处添加副标题"/>
  <p:tag name="KSO_WM_UNIT_NOCLEAR" val="0"/>
  <p:tag name="KSO_WM_UNIT_VALUE" val="3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23075_1*b*1"/>
  <p:tag name="KSO_WM_TEMPLATE_CATEGORY" val="custom"/>
  <p:tag name="KSO_WM_TEMPLATE_INDEX" val="20223075"/>
  <p:tag name="KSO_WM_UNIT_LAYERLEVEL" val="1"/>
  <p:tag name="KSO_WM_TAG_VERSION" val="1.0"/>
  <p:tag name="KSO_WM_BEAUTIFY_FLAG" val="#wm#"/>
  <p:tag name="KSO_WM_CHIP_GROUPID" val="624cf5358c72ca61f790a24e"/>
  <p:tag name="KSO_WM_CHIP_XID" val="624cf5358c72ca61f790a24d"/>
  <p:tag name="KSO_WM_CHIP_FILLAREA_FILL_RULE" val="{&quot;fill_align&quot;:&quot;lm&quot;,&quot;fill_mode&quot;:&quot;adaptive&quot;,&quot;sacle_strategy&quot;:&quot;smart&quot;}"/>
  <p:tag name="KSO_WM_ASSEMBLE_CHIP_INDEX" val="67f268fdcbc847b9988fd24dee148e1a"/>
  <p:tag name="KSO_WM_UNIT_TEXT_FILL_FORE_SCHEMECOLOR_INDEX_BRIGHTNESS" val="0.15"/>
  <p:tag name="KSO_WM_UNIT_TEXT_FILL_FORE_SCHEMECOLOR_INDEX" val="13"/>
  <p:tag name="KSO_WM_UNIT_TEXT_FILL_TYPE" val="1"/>
  <p:tag name="KSO_WM_TEMPLATE_ASSEMBLE_XID" val="62cb942967e1b3ac3a0e02d4"/>
  <p:tag name="KSO_WM_TEMPLATE_ASSEMBLE_GROUPID" val="62cb92ed67e1b3ac3a0df933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v"/>
  <p:tag name="KSO_WM_TEMPLATE_CATEGORY" val="chip"/>
  <p:tag name="KSO_WM_TEMPLATE_INDEX" val="20223075"/>
  <p:tag name="KSO_WM_UNIT_TYPE" val="i"/>
  <p:tag name="KSO_WM_UNIT_INDEX" val="1"/>
  <p:tag name="KSO_WM_UNIT_ID" val="chip20223075_10*i*1"/>
  <p:tag name="KSO_WM_BEAUTIFY_FLAG" val="#wm#"/>
  <p:tag name="KSO_WM_TAG_VERSION" val="1.0"/>
  <p:tag name="KSO_WM_CHIP_GROUPID" val="62cb92ed67e1b3ac3a0df933"/>
  <p:tag name="KSO_WM_CHIP_XID" val="62cb92f267e1b3ac3a0dfc76"/>
  <p:tag name="KSO_WM_UNIT_DEC_AREA_ID" val="4cd488bc4ebe43e69282eb89adcc0a8f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7505a78c30ed4fc0916a1a33c730545e"/>
  <p:tag name="KSO_WM_SLIDE_BACKGROUND_TYPE" val="general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w"/>
  <p:tag name="KSO_WM_TEMPLATE_CATEGORY" val="chip"/>
  <p:tag name="KSO_WM_TEMPLATE_INDEX" val="20223075"/>
  <p:tag name="KSO_WM_UNIT_TYPE" val="i"/>
  <p:tag name="KSO_WM_UNIT_INDEX" val="1"/>
  <p:tag name="KSO_WM_UNIT_ID" val="chip20223075_11*i*1"/>
  <p:tag name="KSO_WM_BEAUTIFY_FLAG" val="#wm#"/>
  <p:tag name="KSO_WM_TAG_VERSION" val="1.0"/>
  <p:tag name="KSO_WM_CHIP_GROUPID" val="62cb92ed67e1b3ac3a0df933"/>
  <p:tag name="KSO_WM_CHIP_XID" val="62cb92f267e1b3ac3a0dfc67"/>
  <p:tag name="KSO_WM_UNIT_DEC_AREA_ID" val="bbca014db4ec4cd4a2f47bc823ecca86"/>
  <p:tag name="KSO_WM_CHIP_FILLAREA_FILL_RULE" val="{&quot;fill_align&quot;:&quot;rm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ff9a3247c6de407d85378c41f6e54de8"/>
  <p:tag name="KSO_WM_SLIDE_BACKGROUND_TYPE" val="general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t"/>
  <p:tag name="KSO_WM_TEMPLATE_CATEGORY" val="chip"/>
  <p:tag name="KSO_WM_TEMPLATE_INDEX" val="20223075"/>
  <p:tag name="KSO_WM_UNIT_TYPE" val="i"/>
  <p:tag name="KSO_WM_UNIT_INDEX" val="1"/>
  <p:tag name="KSO_WM_UNIT_ID" val="chip20223075_12*i*1"/>
  <p:tag name="KSO_WM_BEAUTIFY_FLAG" val="#wm#"/>
  <p:tag name="KSO_WM_TAG_VERSION" val="1.0"/>
  <p:tag name="KSO_WM_CHIP_GROUPID" val="62cb92ed67e1b3ac3a0df933"/>
  <p:tag name="KSO_WM_CHIP_XID" val="62cb92f267e1b3ac3a0dfc3e"/>
  <p:tag name="KSO_WM_UNIT_DEC_AREA_ID" val="c5a74a9a17ed410e933628120f12edf9"/>
  <p:tag name="KSO_WM_CHIP_FILLAREA_FILL_RULE" val="{&quot;fill_align&quot;:&quot;lb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56e18d8b25b44b528e8e0aa62934d498"/>
  <p:tag name="KSO_WM_SLIDE_BACKGROUND_TYPE" val="general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UNIT_TEXT_FILL_FORE_SCHEMECOLOR_INDEX_BRIGHTNESS" val="0"/>
  <p:tag name="KSO_WM_UNIT_TEXT_FILL_FORE_SCHEMECOLOR_INDEX" val="13"/>
  <p:tag name="KSO_WM_UNIT_TEXT_FILL_TYPE" val="1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UNIT_TEXT_FILL_FORE_SCHEMECOLOR_INDEX_BRIGHTNESS" val="0"/>
  <p:tag name="KSO_WM_UNIT_TEXT_FILL_FORE_SCHEMECOLOR_INDEX" val="13"/>
  <p:tag name="KSO_WM_UNIT_TEXT_FILL_TYPE" val="1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UNIT_TEXT_FILL_FORE_SCHEMECOLOR_INDEX_BRIGHTNESS" val="0"/>
  <p:tag name="KSO_WM_UNIT_TEXT_FILL_FORE_SCHEMECOLOR_INDEX" val="13"/>
  <p:tag name="KSO_WM_UNIT_TEXT_FILL_TYPE" val="1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UNIT_TEXT_FILL_FORE_SCHEMECOLOR_INDEX_BRIGHTNESS" val="0"/>
  <p:tag name="KSO_WM_UNIT_TEXT_FILL_FORE_SCHEMECOLOR_INDEX" val="13"/>
  <p:tag name="KSO_WM_UNIT_TEXT_FILL_TYPE" val="1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v"/>
  <p:tag name="KSO_WM_TEMPLATE_CATEGORY" val="chip"/>
  <p:tag name="KSO_WM_TEMPLATE_INDEX" val="20223075"/>
  <p:tag name="KSO_WM_UNIT_TYPE" val="i"/>
  <p:tag name="KSO_WM_UNIT_INDEX" val="1"/>
  <p:tag name="KSO_WM_UNIT_ID" val="chip20223075_10*i*1"/>
  <p:tag name="KSO_WM_BEAUTIFY_FLAG" val="#wm#"/>
  <p:tag name="KSO_WM_TAG_VERSION" val="1.0"/>
  <p:tag name="KSO_WM_CHIP_GROUPID" val="62cb92ed67e1b3ac3a0df933"/>
  <p:tag name="KSO_WM_CHIP_XID" val="62cb92f267e1b3ac3a0dfc76"/>
  <p:tag name="KSO_WM_UNIT_DEC_AREA_ID" val="c5ce45d99c9346cabff41e6ef0eb7af0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6537d4269ae34ae59ff37b0111906262"/>
  <p:tag name="KSO_WM_SLIDE_BACKGROUND_TYPE" val="frame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bg20220522_2*i*1"/>
  <p:tag name="KSO_WM_UNIT_LAYERLEVEL" val="1"/>
  <p:tag name="KSO_WM_TAG_VERSION" val="1.0"/>
  <p:tag name="KSO_WM_BEAUTIFY_FLAG" val="#wm#"/>
  <p:tag name="KSO_WM_UNIT_BK_DARK_LIGHT" val="2"/>
  <p:tag name="KSO_WM_UNIT_SUBTYPE" val="h"/>
  <p:tag name="KSO_WM_UNIT_TYPE" val="i"/>
  <p:tag name="KSO_WM_UNIT_INDEX" val="1"/>
  <p:tag name="KSO_WM_TEMPLATE_CATEGORY" val="bg"/>
  <p:tag name="KSO_WM_TEMPLATE_INDEX" val="20220522"/>
  <p:tag name="KSO_WM_UNIT_FILL_FORE_SCHEMECOLOR_INDEX_BRIGHTNESS" val="0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CHIP_GROUPID" val="61837b50a6a891b1f9db06a2"/>
  <p:tag name="KSO_WM_CHIP_XID" val="618b765618adb49c6c1f289f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t"/>
  <p:tag name="KSO_WM_TEMPLATE_CATEGORY" val="chip"/>
  <p:tag name="KSO_WM_TEMPLATE_INDEX" val="20223075"/>
  <p:tag name="KSO_WM_UNIT_TYPE" val="i"/>
  <p:tag name="KSO_WM_UNIT_INDEX" val="1"/>
  <p:tag name="KSO_WM_UNIT_ID" val="chip20223075_12*i*1"/>
  <p:tag name="KSO_WM_BEAUTIFY_FLAG" val="#wm#"/>
  <p:tag name="KSO_WM_TAG_VERSION" val="1.0"/>
  <p:tag name="KSO_WM_CHIP_GROUPID" val="62cb92ed67e1b3ac3a0df933"/>
  <p:tag name="KSO_WM_CHIP_XID" val="62cb92f267e1b3ac3a0dfc3e"/>
  <p:tag name="KSO_WM_UNIT_DEC_AREA_ID" val="c42cf1ad8d3b4eb0bc92d6509446e45a"/>
  <p:tag name="KSO_WM_CHIP_FILLAREA_FILL_RULE" val="{&quot;fill_align&quot;:&quot;lb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d066acbe25924c35ba7e4d0e178721a0"/>
  <p:tag name="KSO_WM_SLIDE_BACKGROUND_TYPE" val="frame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frame"/>
  <p:tag name="KSO_WM_UNIT_TEXT_FILL_FORE_SCHEMECOLOR_INDEX_BRIGHTNESS" val="0"/>
  <p:tag name="KSO_WM_UNIT_TEXT_FILL_FORE_SCHEMECOLOR_INDEX" val="13"/>
  <p:tag name="KSO_WM_UNIT_TEXT_FILL_TYPE" val="1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frame"/>
  <p:tag name="KSO_WM_UNIT_TEXT_FILL_FORE_SCHEMECOLOR_INDEX_BRIGHTNESS" val="0"/>
  <p:tag name="KSO_WM_UNIT_TEXT_FILL_FORE_SCHEMECOLOR_INDEX" val="13"/>
  <p:tag name="KSO_WM_UNIT_TEXT_FILL_TYPE" val="1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frame"/>
  <p:tag name="KSO_WM_UNIT_TEXT_FILL_FORE_SCHEMECOLOR_INDEX_BRIGHTNESS" val="0"/>
  <p:tag name="KSO_WM_UNIT_TEXT_FILL_FORE_SCHEMECOLOR_INDEX" val="13"/>
  <p:tag name="KSO_WM_UNIT_TEXT_FILL_TYPE" val="1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frame"/>
  <p:tag name="KSO_WM_UNIT_TEXT_FILL_FORE_SCHEMECOLOR_INDEX_BRIGHTNESS" val="0"/>
  <p:tag name="KSO_WM_UNIT_TEXT_FILL_FORE_SCHEMECOLOR_INDEX" val="13"/>
  <p:tag name="KSO_WM_UNIT_TEXT_FILL_TYPE" val="1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frame"/>
  <p:tag name="KSO_WM_UNIT_TEXT_FILL_FORE_SCHEMECOLOR_INDEX_BRIGHTNESS" val="0"/>
  <p:tag name="KSO_WM_UNIT_TEXT_FILL_FORE_SCHEMECOLOR_INDEX" val="13"/>
  <p:tag name="KSO_WM_UNIT_TEXT_FILL_TYPE" val="1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v"/>
  <p:tag name="KSO_WM_TEMPLATE_CATEGORY" val="chip"/>
  <p:tag name="KSO_WM_TEMPLATE_INDEX" val="20223075"/>
  <p:tag name="KSO_WM_UNIT_TYPE" val="i"/>
  <p:tag name="KSO_WM_UNIT_INDEX" val="1"/>
  <p:tag name="KSO_WM_UNIT_ID" val="chip20223075_10*i*1"/>
  <p:tag name="KSO_WM_BEAUTIFY_FLAG" val="#wm#"/>
  <p:tag name="KSO_WM_TAG_VERSION" val="1.0"/>
  <p:tag name="KSO_WM_CHIP_GROUPID" val="62cb92ed67e1b3ac3a0df933"/>
  <p:tag name="KSO_WM_CHIP_XID" val="62cb92f267e1b3ac3a0dfc76"/>
  <p:tag name="KSO_WM_UNIT_DEC_AREA_ID" val="2039976cc11543efbf63e0c103feb90a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eb60c42fd64e447c9b8f4cd9ce8e4ce2"/>
  <p:tag name="KSO_WM_SLIDE_BACKGROUND_TYPE" val="leftRight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bg20220522_3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  <p:tag name="KSO_WM_TEMPLATE_CATEGORY" val="bg"/>
  <p:tag name="KSO_WM_TEMPLATE_INDEX" val="20220522"/>
  <p:tag name="KSO_WM_UNIT_FILL_FORE_SCHEMECOLOR_INDEX_BRIGHTNESS" val="0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CHIP_GROUPID" val="61837b50a6a891b1f9db06a2"/>
  <p:tag name="KSO_WM_CHIP_XID" val="618b765618adb49c6c1f28a0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leftRight"/>
  <p:tag name="KSO_WM_UNIT_TEXT_FILL_FORE_SCHEMECOLOR_INDEX_BRIGHTNESS" val="0"/>
  <p:tag name="KSO_WM_UNIT_TEXT_FILL_FORE_SCHEMECOLOR_INDEX" val="13"/>
  <p:tag name="KSO_WM_UNIT_TEXT_FILL_TYPE" val="1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leftRight"/>
  <p:tag name="KSO_WM_UNIT_TEXT_FILL_FORE_SCHEMECOLOR_INDEX_BRIGHTNESS" val="0"/>
  <p:tag name="KSO_WM_UNIT_TEXT_FILL_FORE_SCHEMECOLOR_INDEX" val="13"/>
  <p:tag name="KSO_WM_UNIT_TEXT_FILL_TYPE" val="1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leftRight"/>
  <p:tag name="KSO_WM_UNIT_TEXT_FILL_FORE_SCHEMECOLOR_INDEX_BRIGHTNESS" val="0"/>
  <p:tag name="KSO_WM_UNIT_TEXT_FILL_FORE_SCHEMECOLOR_INDEX" val="13"/>
  <p:tag name="KSO_WM_UNIT_TEXT_FILL_TYPE" val="1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leftRight"/>
  <p:tag name="KSO_WM_UNIT_TEXT_FILL_FORE_SCHEMECOLOR_INDEX_BRIGHTNESS" val="0"/>
  <p:tag name="KSO_WM_UNIT_TEXT_FILL_FORE_SCHEMECOLOR_INDEX" val="13"/>
  <p:tag name="KSO_WM_UNIT_TEXT_FILL_TYPE" val="1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leftRight"/>
  <p:tag name="KSO_WM_UNIT_TEXT_FILL_FORE_SCHEMECOLOR_INDEX_BRIGHTNESS" val="0"/>
  <p:tag name="KSO_WM_UNIT_TEXT_FILL_FORE_SCHEMECOLOR_INDEX" val="13"/>
  <p:tag name="KSO_WM_UNIT_TEXT_FILL_TYPE" val="1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leftRight"/>
  <p:tag name="KSO_WM_UNIT_TEXT_FILL_FORE_SCHEMECOLOR_INDEX_BRIGHTNESS" val="0"/>
  <p:tag name="KSO_WM_UNIT_TEXT_FILL_FORE_SCHEMECOLOR_INDEX" val="13"/>
  <p:tag name="KSO_WM_UNIT_TEXT_FILL_TYPE" val="1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v"/>
  <p:tag name="KSO_WM_TEMPLATE_CATEGORY" val="chip"/>
  <p:tag name="KSO_WM_TEMPLATE_INDEX" val="20223075"/>
  <p:tag name="KSO_WM_UNIT_TYPE" val="i"/>
  <p:tag name="KSO_WM_UNIT_INDEX" val="1"/>
  <p:tag name="KSO_WM_UNIT_ID" val="chip20223075_10*i*1"/>
  <p:tag name="KSO_WM_BEAUTIFY_FLAG" val="#wm#"/>
  <p:tag name="KSO_WM_TAG_VERSION" val="1.0"/>
  <p:tag name="KSO_WM_CHIP_GROUPID" val="62cb92ed67e1b3ac3a0df933"/>
  <p:tag name="KSO_WM_CHIP_XID" val="62cb92f267e1b3ac3a0dfc76"/>
  <p:tag name="KSO_WM_UNIT_DEC_AREA_ID" val="c2ad48e2b17a4f77b87a104867387247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a3575a3699ba4e9590b75c31e722b4ff"/>
  <p:tag name="KSO_WM_SLIDE_BACKGROUND_TYPE" val="topBottom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bg20220522_4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  <p:tag name="KSO_WM_TEMPLATE_CATEGORY" val="bg"/>
  <p:tag name="KSO_WM_TEMPLATE_INDEX" val="20220522"/>
  <p:tag name="KSO_WM_UNIT_FILL_FORE_SCHEMECOLOR_INDEX_BRIGHTNESS" val="0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CHIP_GROUPID" val="61837b50a6a891b1f9db06a2"/>
  <p:tag name="KSO_WM_CHIP_XID" val="618b765618adb49c6c1f28a1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t"/>
  <p:tag name="KSO_WM_TEMPLATE_CATEGORY" val="chip"/>
  <p:tag name="KSO_WM_TEMPLATE_INDEX" val="20223075"/>
  <p:tag name="KSO_WM_UNIT_TYPE" val="i"/>
  <p:tag name="KSO_WM_UNIT_INDEX" val="1"/>
  <p:tag name="KSO_WM_UNIT_ID" val="chip20223075_12*i*1"/>
  <p:tag name="KSO_WM_BEAUTIFY_FLAG" val="#wm#"/>
  <p:tag name="KSO_WM_TAG_VERSION" val="1.0"/>
  <p:tag name="KSO_WM_CHIP_GROUPID" val="62cb92ed67e1b3ac3a0df933"/>
  <p:tag name="KSO_WM_CHIP_XID" val="62cb92f267e1b3ac3a0dfc3e"/>
  <p:tag name="KSO_WM_UNIT_DEC_AREA_ID" val="e58b3c5437b14b488da16b18285e6cbb"/>
  <p:tag name="KSO_WM_CHIP_FILLAREA_FILL_RULE" val="{&quot;fill_align&quot;:&quot;lb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49d04b894b834011bbf293d67fba658e"/>
  <p:tag name="KSO_WM_SLIDE_BACKGROUND_TYPE" val="topBottom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topBottom"/>
  <p:tag name="KSO_WM_UNIT_TEXT_FILL_FORE_SCHEMECOLOR_INDEX_BRIGHTNESS" val="0"/>
  <p:tag name="KSO_WM_UNIT_TEXT_FILL_FORE_SCHEMECOLOR_INDEX" val="13"/>
  <p:tag name="KSO_WM_UNIT_TEXT_FILL_TYPE" val="1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topBottom"/>
  <p:tag name="KSO_WM_UNIT_TEXT_FILL_FORE_SCHEMECOLOR_INDEX_BRIGHTNESS" val="0"/>
  <p:tag name="KSO_WM_UNIT_TEXT_FILL_FORE_SCHEMECOLOR_INDEX" val="13"/>
  <p:tag name="KSO_WM_UNIT_TEXT_FILL_TYPE" val="1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topBottom"/>
  <p:tag name="KSO_WM_UNIT_TEXT_FILL_FORE_SCHEMECOLOR_INDEX_BRIGHTNESS" val="0"/>
  <p:tag name="KSO_WM_UNIT_TEXT_FILL_FORE_SCHEMECOLOR_INDEX" val="13"/>
  <p:tag name="KSO_WM_UNIT_TEXT_FILL_TYPE" val="1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topBottom"/>
  <p:tag name="KSO_WM_UNIT_TEXT_FILL_FORE_SCHEMECOLOR_INDEX_BRIGHTNESS" val="0"/>
  <p:tag name="KSO_WM_UNIT_TEXT_FILL_FORE_SCHEMECOLOR_INDEX" val="13"/>
  <p:tag name="KSO_WM_UNIT_TEXT_FILL_TYPE" val="1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topBottom"/>
  <p:tag name="KSO_WM_UNIT_TEXT_FILL_FORE_SCHEMECOLOR_INDEX_BRIGHTNESS" val="0"/>
  <p:tag name="KSO_WM_UNIT_TEXT_FILL_FORE_SCHEMECOLOR_INDEX" val="13"/>
  <p:tag name="KSO_WM_UNIT_TEXT_FILL_TYPE" val="1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topBottom"/>
  <p:tag name="KSO_WM_UNIT_TEXT_FILL_FORE_SCHEMECOLOR_INDEX_BRIGHTNESS" val="0"/>
  <p:tag name="KSO_WM_UNIT_TEXT_FILL_FORE_SCHEMECOLOR_INDEX" val="13"/>
  <p:tag name="KSO_WM_UNIT_TEXT_FILL_TYPE" val="1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v"/>
  <p:tag name="KSO_WM_TEMPLATE_CATEGORY" val="chip"/>
  <p:tag name="KSO_WM_TEMPLATE_INDEX" val="20223075"/>
  <p:tag name="KSO_WM_UNIT_TYPE" val="i"/>
  <p:tag name="KSO_WM_UNIT_INDEX" val="1"/>
  <p:tag name="KSO_WM_UNIT_ID" val="chip20223075_10*i*1"/>
  <p:tag name="KSO_WM_BEAUTIFY_FLAG" val="#wm#"/>
  <p:tag name="KSO_WM_TAG_VERSION" val="1.0"/>
  <p:tag name="KSO_WM_CHIP_GROUPID" val="62cb92ed67e1b3ac3a0df933"/>
  <p:tag name="KSO_WM_CHIP_XID" val="62cb92f267e1b3ac3a0dfc76"/>
  <p:tag name="KSO_WM_UNIT_DEC_AREA_ID" val="cf00e2266f384317bf6fac64cc483ba7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92e98fb069d54a89a4b8b1732f73ed81"/>
  <p:tag name="KSO_WM_SLIDE_BACKGROUND_TYPE" val="bottomTop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bg20220522_5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  <p:tag name="KSO_WM_TEMPLATE_CATEGORY" val="bg"/>
  <p:tag name="KSO_WM_TEMPLATE_INDEX" val="20220522"/>
  <p:tag name="KSO_WM_UNIT_FILL_FORE_SCHEMECOLOR_INDEX_BRIGHTNESS" val="0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CHIP_GROUPID" val="61837b50a6a891b1f9db06a2"/>
  <p:tag name="KSO_WM_CHIP_XID" val="618b765618adb49c6c1f28a2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ottomTop"/>
  <p:tag name="KSO_WM_UNIT_TEXT_FILL_FORE_SCHEMECOLOR_INDEX_BRIGHTNESS" val="0"/>
  <p:tag name="KSO_WM_UNIT_TEXT_FILL_FORE_SCHEMECOLOR_INDEX" val="13"/>
  <p:tag name="KSO_WM_UNIT_TEXT_FILL_TYPE" val="1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ottomTop"/>
  <p:tag name="KSO_WM_UNIT_TEXT_FILL_FORE_SCHEMECOLOR_INDEX_BRIGHTNESS" val="0"/>
  <p:tag name="KSO_WM_UNIT_TEXT_FILL_FORE_SCHEMECOLOR_INDEX" val="13"/>
  <p:tag name="KSO_WM_UNIT_TEXT_FILL_TYPE" val="1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ottomTop"/>
  <p:tag name="KSO_WM_UNIT_TEXT_FILL_FORE_SCHEMECOLOR_INDEX_BRIGHTNESS" val="0"/>
  <p:tag name="KSO_WM_UNIT_TEXT_FILL_FORE_SCHEMECOLOR_INDEX" val="13"/>
  <p:tag name="KSO_WM_UNIT_TEXT_FILL_TYPE" val="1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ottomTop"/>
  <p:tag name="KSO_WM_UNIT_TEXT_FILL_FORE_SCHEMECOLOR_INDEX_BRIGHTNESS" val="0"/>
  <p:tag name="KSO_WM_UNIT_TEXT_FILL_FORE_SCHEMECOLOR_INDEX" val="13"/>
  <p:tag name="KSO_WM_UNIT_TEXT_FILL_TYPE" val="1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ottomTop"/>
  <p:tag name="KSO_WM_UNIT_TEXT_FILL_FORE_SCHEMECOLOR_INDEX_BRIGHTNESS" val="0"/>
  <p:tag name="KSO_WM_UNIT_TEXT_FILL_FORE_SCHEMECOLOR_INDEX" val="13"/>
  <p:tag name="KSO_WM_UNIT_TEXT_FILL_TYPE" val="1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ottomTop"/>
  <p:tag name="KSO_WM_UNIT_TEXT_FILL_FORE_SCHEMECOLOR_INDEX_BRIGHTNESS" val="0"/>
  <p:tag name="KSO_WM_UNIT_TEXT_FILL_FORE_SCHEMECOLOR_INDEX" val="13"/>
  <p:tag name="KSO_WM_UNIT_TEXT_FILL_TYPE" val="1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v"/>
  <p:tag name="KSO_WM_TEMPLATE_CATEGORY" val="chip"/>
  <p:tag name="KSO_WM_TEMPLATE_INDEX" val="20223075"/>
  <p:tag name="KSO_WM_UNIT_TYPE" val="i"/>
  <p:tag name="KSO_WM_UNIT_INDEX" val="1"/>
  <p:tag name="KSO_WM_UNIT_ID" val="chip20223075_10*i*1"/>
  <p:tag name="KSO_WM_BEAUTIFY_FLAG" val="#wm#"/>
  <p:tag name="KSO_WM_TAG_VERSION" val="1.0"/>
  <p:tag name="KSO_WM_CHIP_GROUPID" val="62cb92ed67e1b3ac3a0df933"/>
  <p:tag name="KSO_WM_CHIP_XID" val="62cb92f267e1b3ac3a0dfc76"/>
  <p:tag name="KSO_WM_UNIT_DEC_AREA_ID" val="4bb42711b180428ea5bd2cfefbce329f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36697363c1ad4851b9c268ca0b1630f5"/>
  <p:tag name="KSO_WM_SLIDE_BACKGROUND_TYPE" val="navigation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bg20220522_6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  <p:tag name="KSO_WM_TEMPLATE_CATEGORY" val="bg"/>
  <p:tag name="KSO_WM_TEMPLATE_INDEX" val="20220522"/>
  <p:tag name="KSO_WM_UNIT_FILL_FORE_SCHEMECOLOR_INDEX_BRIGHTNESS" val="0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CHIP_GROUPID" val="61837b50a6a891b1f9db06a2"/>
  <p:tag name="KSO_WM_CHIP_XID" val="618b765618adb49c6c1f28a3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t"/>
  <p:tag name="KSO_WM_TEMPLATE_CATEGORY" val="chip"/>
  <p:tag name="KSO_WM_TEMPLATE_INDEX" val="20223075"/>
  <p:tag name="KSO_WM_UNIT_TYPE" val="i"/>
  <p:tag name="KSO_WM_UNIT_INDEX" val="1"/>
  <p:tag name="KSO_WM_UNIT_ID" val="chip20223075_12*i*1"/>
  <p:tag name="KSO_WM_BEAUTIFY_FLAG" val="#wm#"/>
  <p:tag name="KSO_WM_TAG_VERSION" val="1.0"/>
  <p:tag name="KSO_WM_CHIP_GROUPID" val="62cb92ed67e1b3ac3a0df933"/>
  <p:tag name="KSO_WM_CHIP_XID" val="62cb92f267e1b3ac3a0dfc3e"/>
  <p:tag name="KSO_WM_UNIT_DEC_AREA_ID" val="2b1a7f510dda4678a34427de5d8de730"/>
  <p:tag name="KSO_WM_CHIP_FILLAREA_FILL_RULE" val="{&quot;fill_align&quot;:&quot;lb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1bf646edba524302864a0e38be5e443b"/>
  <p:tag name="KSO_WM_SLIDE_BACKGROUND_TYPE" val="navigation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  <p:tag name="KSO_WM_UNIT_TEXT_FILL_FORE_SCHEMECOLOR_INDEX_BRIGHTNESS" val="0"/>
  <p:tag name="KSO_WM_UNIT_TEXT_FILL_FORE_SCHEMECOLOR_INDEX" val="13"/>
  <p:tag name="KSO_WM_UNIT_TEXT_FILL_TYPE" val="1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  <p:tag name="KSO_WM_UNIT_TEXT_FILL_FORE_SCHEMECOLOR_INDEX_BRIGHTNESS" val="0"/>
  <p:tag name="KSO_WM_UNIT_TEXT_FILL_FORE_SCHEMECOLOR_INDEX" val="13"/>
  <p:tag name="KSO_WM_UNIT_TEXT_FILL_TYPE" val="1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  <p:tag name="KSO_WM_UNIT_TEXT_FILL_FORE_SCHEMECOLOR_INDEX_BRIGHTNESS" val="0"/>
  <p:tag name="KSO_WM_UNIT_TEXT_FILL_FORE_SCHEMECOLOR_INDEX" val="13"/>
  <p:tag name="KSO_WM_UNIT_TEXT_FILL_TYPE" val="1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  <p:tag name="KSO_WM_UNIT_TEXT_FILL_FORE_SCHEMECOLOR_INDEX_BRIGHTNESS" val="0"/>
  <p:tag name="KSO_WM_UNIT_TEXT_FILL_FORE_SCHEMECOLOR_INDEX" val="13"/>
  <p:tag name="KSO_WM_UNIT_TEXT_FILL_TYPE" val="1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  <p:tag name="KSO_WM_UNIT_TEXT_FILL_FORE_SCHEMECOLOR_INDEX_BRIGHTNESS" val="0"/>
  <p:tag name="KSO_WM_UNIT_TEXT_FILL_FORE_SCHEMECOLOR_INDEX" val="13"/>
  <p:tag name="KSO_WM_UNIT_TEXT_FILL_TYPE" val="1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  <p:tag name="KSO_WM_UNIT_TEXT_FILL_FORE_SCHEMECOLOR_INDEX_BRIGHTNESS" val="0"/>
  <p:tag name="KSO_WM_UNIT_TEXT_FILL_FORE_SCHEMECOLOR_INDEX" val="13"/>
  <p:tag name="KSO_WM_UNIT_TEXT_FILL_TYPE" val="1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  <p:tag name="KSO_WM_UNIT_TEXT_FILL_FORE_SCHEMECOLOR_INDEX_BRIGHTNESS" val="0"/>
  <p:tag name="KSO_WM_UNIT_TEXT_FILL_FORE_SCHEMECOLOR_INDEX" val="13"/>
  <p:tag name="KSO_WM_UNIT_TEXT_FILL_TYPE" val="1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  <p:tag name="KSO_WM_UNIT_TEXT_FILL_FORE_SCHEMECOLOR_INDEX_BRIGHTNESS" val="0"/>
  <p:tag name="KSO_WM_UNIT_TEXT_FILL_FORE_SCHEMECOLOR_INDEX" val="13"/>
  <p:tag name="KSO_WM_UNIT_TEXT_FILL_TYPE" val="1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v"/>
  <p:tag name="KSO_WM_TEMPLATE_CATEGORY" val="chip"/>
  <p:tag name="KSO_WM_TEMPLATE_INDEX" val="20223075"/>
  <p:tag name="KSO_WM_UNIT_TYPE" val="i"/>
  <p:tag name="KSO_WM_UNIT_INDEX" val="1"/>
  <p:tag name="KSO_WM_UNIT_ID" val="chip20223075_10*i*1"/>
  <p:tag name="KSO_WM_BEAUTIFY_FLAG" val="#wm#"/>
  <p:tag name="KSO_WM_TAG_VERSION" val="1.0"/>
  <p:tag name="KSO_WM_CHIP_GROUPID" val="62cb92ed67e1b3ac3a0df933"/>
  <p:tag name="KSO_WM_CHIP_XID" val="62cb92f267e1b3ac3a0dfc76"/>
  <p:tag name="KSO_WM_UNIT_DEC_AREA_ID" val="a69f6163a09d4335b371cbcbaaa3e57a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dcb46b93d9964b6e9394b5aded1e27e0"/>
  <p:tag name="KSO_WM_SLIDE_BACKGROUND_TYPE" val="belt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bg20220522_7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  <p:tag name="KSO_WM_TEMPLATE_CATEGORY" val="bg"/>
  <p:tag name="KSO_WM_TEMPLATE_INDEX" val="20220522"/>
  <p:tag name="KSO_WM_UNIT_FILL_FORE_SCHEMECOLOR_INDEX_BRIGHTNESS" val="0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CHIP_GROUPID" val="61837b50a6a891b1f9db06a2"/>
  <p:tag name="KSO_WM_CHIP_XID" val="618b765618adb49c6c1f28a4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t"/>
  <p:tag name="KSO_WM_TEMPLATE_CATEGORY" val="chip"/>
  <p:tag name="KSO_WM_TEMPLATE_INDEX" val="20223075"/>
  <p:tag name="KSO_WM_UNIT_TYPE" val="i"/>
  <p:tag name="KSO_WM_UNIT_INDEX" val="1"/>
  <p:tag name="KSO_WM_UNIT_ID" val="chip20223075_12*i*1"/>
  <p:tag name="KSO_WM_BEAUTIFY_FLAG" val="#wm#"/>
  <p:tag name="KSO_WM_TAG_VERSION" val="1.0"/>
  <p:tag name="KSO_WM_CHIP_GROUPID" val="62cb92ed67e1b3ac3a0df933"/>
  <p:tag name="KSO_WM_CHIP_XID" val="62cb92f267e1b3ac3a0dfc3e"/>
  <p:tag name="KSO_WM_UNIT_DEC_AREA_ID" val="a4ccf5ccfb9b44a896f37319a9a629a5"/>
  <p:tag name="KSO_WM_CHIP_FILLAREA_FILL_RULE" val="{&quot;fill_align&quot;:&quot;lb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f530d658cf74450e8cb5f979b7fa71d8"/>
  <p:tag name="KSO_WM_SLIDE_BACKGROUND_TYPE" val="belt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  <p:tag name="KSO_WM_UNIT_TEXT_FILL_FORE_SCHEMECOLOR_INDEX_BRIGHTNESS" val="0"/>
  <p:tag name="KSO_WM_UNIT_TEXT_FILL_FORE_SCHEMECOLOR_INDEX" val="13"/>
  <p:tag name="KSO_WM_UNIT_TEXT_FILL_TYPE" val="1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  <p:tag name="KSO_WM_UNIT_TEXT_FILL_FORE_SCHEMECOLOR_INDEX_BRIGHTNESS" val="0"/>
  <p:tag name="KSO_WM_UNIT_TEXT_FILL_FORE_SCHEMECOLOR_INDEX" val="13"/>
  <p:tag name="KSO_WM_UNIT_TEXT_FILL_TYPE" val="1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  <p:tag name="KSO_WM_UNIT_TEXT_FILL_FORE_SCHEMECOLOR_INDEX_BRIGHTNESS" val="0"/>
  <p:tag name="KSO_WM_UNIT_TEXT_FILL_FORE_SCHEMECOLOR_INDEX" val="13"/>
  <p:tag name="KSO_WM_UNIT_TEXT_FILL_TYPE" val="1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  <p:tag name="KSO_WM_UNIT_TEXT_FILL_FORE_SCHEMECOLOR_INDEX_BRIGHTNESS" val="0"/>
  <p:tag name="KSO_WM_UNIT_TEXT_FILL_FORE_SCHEMECOLOR_INDEX" val="13"/>
  <p:tag name="KSO_WM_UNIT_TEXT_FILL_TYPE" val="1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  <p:tag name="KSO_WM_UNIT_TEXT_FILL_FORE_SCHEMECOLOR_INDEX_BRIGHTNESS" val="0"/>
  <p:tag name="KSO_WM_UNIT_TEXT_FILL_FORE_SCHEMECOLOR_INDEX" val="13"/>
  <p:tag name="KSO_WM_UNIT_TEXT_FILL_TYPE" val="1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23075_1"/>
  <p:tag name="KSO_WM_TEMPLATE_SUBCATEGORY" val="21"/>
  <p:tag name="KSO_WM_TEMPLATE_MASTER_TYPE" val="1"/>
  <p:tag name="KSO_WM_TEMPLATE_COLOR_TYPE" val="1"/>
  <p:tag name="KSO_WM_SLIDE_TYPE" val="title"/>
  <p:tag name="KSO_WM_SLIDE_SUBTYPE" val="pureTxt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23075"/>
  <p:tag name="KSO_WM_SLIDE_LAYOUT" val="a_f"/>
  <p:tag name="KSO_WM_SLIDE_LAYOUT_CNT" val="1_2"/>
  <p:tag name="KSO_WM_UNIT_SHOW_EDIT_AREA_INDICATION" val="1"/>
  <p:tag name="KSO_WM_TEMPLATE_THUMBS_INDEX" val="1、2、6、7、9、25"/>
  <p:tag name="KSO_WM_CHIP_INFOS" val="{&quot;type&quot;:0,&quot;layout_type&quot;:&quot;1_NF_LC_7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,&quot;扁平风&quot;,&quot;手绘风&quot;,&quot;立体风&quot;,&quot;炫酷&quot;,&quot;复古风&quot;,&quot;科技风&quot;,&quot;水彩风&quot;,&quot;ios风&quot;,&quot;快闪&quot;,&quot;波普风&quot;,&quot;孟菲斯&quot;,&quot;蒸汽波&quot;,&quot;MBE&quot;,&quot;剪纸风&quot;,&quot;酸性风&quot;,&quot;像素风&quot;,&quot;涂鸦风&quot;,&quot;实景&quot;]},&quot;slide_type&quot;:[&quot;title&quot;,&quot;sectionTitle&quot;,&quot;contents&quot;,&quot;endPage&quot;],&quot;useType&quot;:[&quot;ppt&quot;]}"/>
  <p:tag name="KSO_WM_CHIP_XID" val="614a9d9b1e630cfd8f114d27"/>
  <p:tag name="KSO_WM_CHIP_FILLPROP" val="[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m&quot;,&quot;chip_types&quot;:[&quot;diagram&quot;,&quot;header&quot;]}],[{&quot;text_align&quot;:&quot;rm&quot;,&quot;text_direction&quot;:&quot;horizontal&quot;,&quot;support_big_font&quot;:false,&quot;picture_toward&quot;:0,&quot;picture_dockside&quot;:[],&quot;fill_id&quot;:&quot;3b50f7cce9dd429da8d2fb599840cb10&quot;,&quot;fill_align&quot;:&quot;rb&quot;,&quot;chip_types&quot;:[&quot;header&quot;]}],[{&quot;text_align&quot;:&quot;rm&quot;,&quot;text_direction&quot;:&quot;horizontal&quot;,&quot;support_big_font&quot;:false,&quot;picture_toward&quot;:0,&quot;picture_dockside&quot;:[],&quot;fill_id&quot;:&quot;3b50f7cce9dd429da8d2fb599840cb10&quot;,&quot;fill_align&quot;:&quot;rt&quot;,&quot;chip_types&quot;:[&quot;header&quot;]}],[{&quot;text_align&quot;:&quot;rm&quot;,&quot;text_direction&quot;:&quot;horizontal&quot;,&quot;support_big_font&quot;:false,&quot;picture_toward&quot;:0,&quot;picture_dockside&quot;:[],&quot;fill_id&quot;:&quot;3b50f7cce9dd429da8d2fb599840cb10&quot;,&quot;fill_align&quot;:&quot;rm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t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lt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b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lb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m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lm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cm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cm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ct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ct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cb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cb&quot;,&quot;chip_types&quot;:[&quot;header&quot;]}]]"/>
  <p:tag name="KSO_WM_CHIP_DECFILLPROP" val="[]"/>
  <p:tag name="KSO_WM_CHIP_GROUPID" val="614a9d9b1e630cfd8f114d26"/>
  <p:tag name="KSO_WM_SLIDE_LAYOUT_INFO" val="{&quot;id&quot;:&quot;2022-09-05T11:30:32&quot;,&quot;margin&quot;:{&quot;bottom&quot;:3.684757709503174,&quot;left&quot;:0.9507361650466919,&quot;right&quot;:14.313993453979492,&quot;top&quot;:5.182305335998535},&quot;type&quot;:0}"/>
  <p:tag name="KSO_WM_SLIDE_BK_DARK_LIGHT" val="2"/>
  <p:tag name="KSO_WM_SLIDE_BACKGROUND_TYPE" val="general"/>
  <p:tag name="KSO_WM_SLIDE_SUPPORT_FEATURE_TYPE" val="0"/>
  <p:tag name="KSO_WM_TEMPLATE_MASTER_THUMB_INDEX" val="12"/>
  <p:tag name="KSO_WM_CHIP_COLORING" val="1"/>
  <p:tag name="KSO_WM_TEMPLATE_ASSEMBLE_XID" val="63156d2459d53ee3cde22885"/>
  <p:tag name="KSO_WM_TEMPLATE_ASSEMBLE_GROUPID" val="62cb92ed67e1b3ac3a0df933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EFAULT_FONT" val="24;30;2"/>
  <p:tag name="KSO_WM_UNIT_BLOCK" val="0"/>
  <p:tag name="KSO_WM_UNIT_DEC_AREA_ID" val="729cfe767e514265b8b6e98bba9614de"/>
  <p:tag name="KSO_WM_UNIT_ISCONTENTSTITLE" val="0"/>
  <p:tag name="KSO_WM_UNIT_ISNUMDGMTITLE" val="0"/>
  <p:tag name="KSO_WM_UNIT_PRESET_TEXT" val="单击此处添加副标题"/>
  <p:tag name="KSO_WM_UNIT_NOCLEAR" val="0"/>
  <p:tag name="KSO_WM_UNIT_VALUE" val="13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diagram20220769_1*b*1"/>
  <p:tag name="KSO_WM_TEMPLATE_CATEGORY" val="diagram"/>
  <p:tag name="KSO_WM_TEMPLATE_INDEX" val="20220769"/>
  <p:tag name="KSO_WM_UNIT_LAYERLEVEL" val="1"/>
  <p:tag name="KSO_WM_TAG_VERSION" val="1.0"/>
  <p:tag name="KSO_WM_BEAUTIFY_FLAG" val="#wm#"/>
  <p:tag name="KSO_WM_CHIP_GROUPID" val="6192042818adb49c6c1f3bc3"/>
  <p:tag name="KSO_WM_CHIP_XID" val="6192042818adb49c6c1f3bc0"/>
  <p:tag name="KSO_WM_UNIT_TEXT_FILL_FORE_SCHEMECOLOR_INDEX_BRIGHTNESS" val="0"/>
  <p:tag name="KSO_WM_UNIT_TEXT_FILL_FORE_SCHEMECOLOR_INDEX" val="5"/>
  <p:tag name="KSO_WM_UNIT_TEXT_FILL_TYPE" val="1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EFAULT_FONT" val="56;60;2"/>
  <p:tag name="KSO_WM_UNIT_BLOCK" val="0"/>
  <p:tag name="KSO_WM_UNIT_DEC_AREA_ID" val="5a98cb67407541d98bcf1eed4d3787f8"/>
  <p:tag name="KSO_WM_UNIT_ISCONTENTSTITLE" val="0"/>
  <p:tag name="KSO_WM_UNIT_ISNUMDGMTITLE" val="0"/>
  <p:tag name="KSO_WM_UNIT_PRESET_TEXT" val="单击此处添加&#10;标题"/>
  <p:tag name="KSO_WM_UNIT_NOCLEAR" val="0"/>
  <p:tag name="KSO_WM_UNIT_VALUE" val="1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20769_1*a*1"/>
  <p:tag name="KSO_WM_TEMPLATE_CATEGORY" val="diagram"/>
  <p:tag name="KSO_WM_TEMPLATE_INDEX" val="20220769"/>
  <p:tag name="KSO_WM_UNIT_LAYERLEVEL" val="1"/>
  <p:tag name="KSO_WM_TAG_VERSION" val="1.0"/>
  <p:tag name="KSO_WM_BEAUTIFY_FLAG" val="#wm#"/>
  <p:tag name="KSO_WM_CHIP_GROUPID" val="6192042818adb49c6c1f3bc3"/>
  <p:tag name="KSO_WM_CHIP_XID" val="6192042818adb49c6c1f3bc0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23075_1"/>
  <p:tag name="KSO_WM_TEMPLATE_SUBCATEGORY" val="21"/>
  <p:tag name="KSO_WM_TEMPLATE_MASTER_TYPE" val="1"/>
  <p:tag name="KSO_WM_TEMPLATE_COLOR_TYPE" val="1"/>
  <p:tag name="KSO_WM_SLIDE_TYPE" val="title"/>
  <p:tag name="KSO_WM_SLIDE_SUBTYPE" val="pureTxt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23075"/>
  <p:tag name="KSO_WM_SLIDE_LAYOUT" val="a_f"/>
  <p:tag name="KSO_WM_SLIDE_LAYOUT_CNT" val="1_2"/>
  <p:tag name="KSO_WM_UNIT_SHOW_EDIT_AREA_INDICATION" val="1"/>
  <p:tag name="KSO_WM_TEMPLATE_THUMBS_INDEX" val="1、2、6、7、9、25"/>
  <p:tag name="KSO_WM_CHIP_INFOS" val="{&quot;type&quot;:0,&quot;layout_type&quot;:&quot;1_NF_LC_7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,&quot;扁平风&quot;,&quot;手绘风&quot;,&quot;立体风&quot;,&quot;炫酷&quot;,&quot;复古风&quot;,&quot;科技风&quot;,&quot;水彩风&quot;,&quot;ios风&quot;,&quot;快闪&quot;,&quot;波普风&quot;,&quot;孟菲斯&quot;,&quot;蒸汽波&quot;,&quot;MBE&quot;,&quot;剪纸风&quot;,&quot;酸性风&quot;,&quot;像素风&quot;,&quot;涂鸦风&quot;,&quot;实景&quot;]},&quot;slide_type&quot;:[&quot;title&quot;,&quot;sectionTitle&quot;,&quot;contents&quot;,&quot;endPage&quot;],&quot;useType&quot;:[&quot;ppt&quot;]}"/>
  <p:tag name="KSO_WM_CHIP_XID" val="614a9d9b1e630cfd8f114d27"/>
  <p:tag name="KSO_WM_CHIP_FILLPROP" val="[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m&quot;,&quot;chip_types&quot;:[&quot;diagram&quot;,&quot;header&quot;]}],[{&quot;text_align&quot;:&quot;rm&quot;,&quot;text_direction&quot;:&quot;horizontal&quot;,&quot;support_big_font&quot;:false,&quot;picture_toward&quot;:0,&quot;picture_dockside&quot;:[],&quot;fill_id&quot;:&quot;3b50f7cce9dd429da8d2fb599840cb10&quot;,&quot;fill_align&quot;:&quot;rb&quot;,&quot;chip_types&quot;:[&quot;header&quot;]}],[{&quot;text_align&quot;:&quot;rm&quot;,&quot;text_direction&quot;:&quot;horizontal&quot;,&quot;support_big_font&quot;:false,&quot;picture_toward&quot;:0,&quot;picture_dockside&quot;:[],&quot;fill_id&quot;:&quot;3b50f7cce9dd429da8d2fb599840cb10&quot;,&quot;fill_align&quot;:&quot;rt&quot;,&quot;chip_types&quot;:[&quot;header&quot;]}],[{&quot;text_align&quot;:&quot;rm&quot;,&quot;text_direction&quot;:&quot;horizontal&quot;,&quot;support_big_font&quot;:false,&quot;picture_toward&quot;:0,&quot;picture_dockside&quot;:[],&quot;fill_id&quot;:&quot;3b50f7cce9dd429da8d2fb599840cb10&quot;,&quot;fill_align&quot;:&quot;rm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t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lt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b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lb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m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lm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cm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cm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ct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ct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cb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cb&quot;,&quot;chip_types&quot;:[&quot;header&quot;]}]]"/>
  <p:tag name="KSO_WM_CHIP_DECFILLPROP" val="[]"/>
  <p:tag name="KSO_WM_CHIP_GROUPID" val="614a9d9b1e630cfd8f114d26"/>
  <p:tag name="KSO_WM_SLIDE_LAYOUT_INFO" val="{&quot;id&quot;:&quot;2022-09-05T11:30:32&quot;,&quot;margin&quot;:{&quot;bottom&quot;:3.684757709503174,&quot;left&quot;:0.9507361650466919,&quot;right&quot;:14.313993453979492,&quot;top&quot;:5.182305335998535},&quot;type&quot;:0}"/>
  <p:tag name="KSO_WM_SLIDE_BK_DARK_LIGHT" val="2"/>
  <p:tag name="KSO_WM_SLIDE_BACKGROUND_TYPE" val="general"/>
  <p:tag name="KSO_WM_SLIDE_SUPPORT_FEATURE_TYPE" val="0"/>
  <p:tag name="KSO_WM_TEMPLATE_MASTER_THUMB_INDEX" val="12"/>
  <p:tag name="KSO_WM_CHIP_COLORING" val="1"/>
  <p:tag name="KSO_WM_TEMPLATE_ASSEMBLE_XID" val="63156d2459d53ee3cde22885"/>
  <p:tag name="KSO_WM_TEMPLATE_ASSEMBLE_GROUPID" val="62cb92ed67e1b3ac3a0df933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EFAULT_FONT" val="24;30;2"/>
  <p:tag name="KSO_WM_UNIT_BLOCK" val="0"/>
  <p:tag name="KSO_WM_UNIT_DEC_AREA_ID" val="729cfe767e514265b8b6e98bba9614de"/>
  <p:tag name="KSO_WM_UNIT_ISCONTENTSTITLE" val="0"/>
  <p:tag name="KSO_WM_UNIT_ISNUMDGMTITLE" val="0"/>
  <p:tag name="KSO_WM_UNIT_PRESET_TEXT" val="单击此处添加副标题"/>
  <p:tag name="KSO_WM_UNIT_NOCLEAR" val="0"/>
  <p:tag name="KSO_WM_UNIT_VALUE" val="13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diagram20220769_1*b*1"/>
  <p:tag name="KSO_WM_TEMPLATE_CATEGORY" val="diagram"/>
  <p:tag name="KSO_WM_TEMPLATE_INDEX" val="20220769"/>
  <p:tag name="KSO_WM_UNIT_LAYERLEVEL" val="1"/>
  <p:tag name="KSO_WM_TAG_VERSION" val="1.0"/>
  <p:tag name="KSO_WM_BEAUTIFY_FLAG" val="#wm#"/>
  <p:tag name="KSO_WM_CHIP_GROUPID" val="6192042818adb49c6c1f3bc3"/>
  <p:tag name="KSO_WM_CHIP_XID" val="6192042818adb49c6c1f3bc0"/>
  <p:tag name="KSO_WM_UNIT_TEXT_FILL_FORE_SCHEMECOLOR_INDEX_BRIGHTNESS" val="0"/>
  <p:tag name="KSO_WM_UNIT_TEXT_FILL_FORE_SCHEMECOLOR_INDEX" val="5"/>
  <p:tag name="KSO_WM_UNIT_TEXT_FILL_TYPE" val="1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23075_1"/>
  <p:tag name="KSO_WM_TEMPLATE_SUBCATEGORY" val="21"/>
  <p:tag name="KSO_WM_TEMPLATE_MASTER_TYPE" val="1"/>
  <p:tag name="KSO_WM_TEMPLATE_COLOR_TYPE" val="1"/>
  <p:tag name="KSO_WM_SLIDE_TYPE" val="title"/>
  <p:tag name="KSO_WM_SLIDE_SUBTYPE" val="pureTxt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23075"/>
  <p:tag name="KSO_WM_SLIDE_LAYOUT" val="a_f"/>
  <p:tag name="KSO_WM_SLIDE_LAYOUT_CNT" val="1_2"/>
  <p:tag name="KSO_WM_UNIT_SHOW_EDIT_AREA_INDICATION" val="1"/>
  <p:tag name="KSO_WM_TEMPLATE_THUMBS_INDEX" val="1、2、6、7、9、25"/>
  <p:tag name="KSO_WM_CHIP_INFOS" val="{&quot;type&quot;:0,&quot;layout_type&quot;:&quot;1_NF_LC_7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,&quot;扁平风&quot;,&quot;手绘风&quot;,&quot;立体风&quot;,&quot;炫酷&quot;,&quot;复古风&quot;,&quot;科技风&quot;,&quot;水彩风&quot;,&quot;ios风&quot;,&quot;快闪&quot;,&quot;波普风&quot;,&quot;孟菲斯&quot;,&quot;蒸汽波&quot;,&quot;MBE&quot;,&quot;剪纸风&quot;,&quot;酸性风&quot;,&quot;像素风&quot;,&quot;涂鸦风&quot;,&quot;实景&quot;]},&quot;slide_type&quot;:[&quot;title&quot;,&quot;sectionTitle&quot;,&quot;contents&quot;,&quot;endPage&quot;],&quot;useType&quot;:[&quot;ppt&quot;]}"/>
  <p:tag name="KSO_WM_CHIP_XID" val="614a9d9b1e630cfd8f114d27"/>
  <p:tag name="KSO_WM_CHIP_FILLPROP" val="[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m&quot;,&quot;chip_types&quot;:[&quot;diagram&quot;,&quot;header&quot;]}],[{&quot;text_align&quot;:&quot;rm&quot;,&quot;text_direction&quot;:&quot;horizontal&quot;,&quot;support_big_font&quot;:false,&quot;picture_toward&quot;:0,&quot;picture_dockside&quot;:[],&quot;fill_id&quot;:&quot;3b50f7cce9dd429da8d2fb599840cb10&quot;,&quot;fill_align&quot;:&quot;rb&quot;,&quot;chip_types&quot;:[&quot;header&quot;]}],[{&quot;text_align&quot;:&quot;rm&quot;,&quot;text_direction&quot;:&quot;horizontal&quot;,&quot;support_big_font&quot;:false,&quot;picture_toward&quot;:0,&quot;picture_dockside&quot;:[],&quot;fill_id&quot;:&quot;3b50f7cce9dd429da8d2fb599840cb10&quot;,&quot;fill_align&quot;:&quot;rt&quot;,&quot;chip_types&quot;:[&quot;header&quot;]}],[{&quot;text_align&quot;:&quot;rm&quot;,&quot;text_direction&quot;:&quot;horizontal&quot;,&quot;support_big_font&quot;:false,&quot;picture_toward&quot;:0,&quot;picture_dockside&quot;:[],&quot;fill_id&quot;:&quot;3b50f7cce9dd429da8d2fb599840cb10&quot;,&quot;fill_align&quot;:&quot;rm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t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lt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b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lb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m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lm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cm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cm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ct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ct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cb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cb&quot;,&quot;chip_types&quot;:[&quot;header&quot;]}]]"/>
  <p:tag name="KSO_WM_CHIP_DECFILLPROP" val="[]"/>
  <p:tag name="KSO_WM_CHIP_GROUPID" val="614a9d9b1e630cfd8f114d26"/>
  <p:tag name="KSO_WM_SLIDE_LAYOUT_INFO" val="{&quot;id&quot;:&quot;2022-09-05T11:30:32&quot;,&quot;margin&quot;:{&quot;bottom&quot;:3.684757709503174,&quot;left&quot;:0.9507361650466919,&quot;right&quot;:14.313993453979492,&quot;top&quot;:5.182305335998535},&quot;type&quot;:0}"/>
  <p:tag name="KSO_WM_SLIDE_BK_DARK_LIGHT" val="2"/>
  <p:tag name="KSO_WM_SLIDE_BACKGROUND_TYPE" val="general"/>
  <p:tag name="KSO_WM_SLIDE_SUPPORT_FEATURE_TYPE" val="0"/>
  <p:tag name="KSO_WM_TEMPLATE_MASTER_THUMB_INDEX" val="12"/>
  <p:tag name="KSO_WM_CHIP_COLORING" val="1"/>
  <p:tag name="KSO_WM_TEMPLATE_ASSEMBLE_XID" val="63156d2459d53ee3cde22885"/>
  <p:tag name="KSO_WM_TEMPLATE_ASSEMBLE_GROUPID" val="62cb92ed67e1b3ac3a0df933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EFAULT_FONT" val="24;30;2"/>
  <p:tag name="KSO_WM_UNIT_BLOCK" val="0"/>
  <p:tag name="KSO_WM_UNIT_DEC_AREA_ID" val="729cfe767e514265b8b6e98bba9614de"/>
  <p:tag name="KSO_WM_UNIT_ISCONTENTSTITLE" val="0"/>
  <p:tag name="KSO_WM_UNIT_ISNUMDGMTITLE" val="0"/>
  <p:tag name="KSO_WM_UNIT_PRESET_TEXT" val="单击此处添加副标题"/>
  <p:tag name="KSO_WM_UNIT_NOCLEAR" val="0"/>
  <p:tag name="KSO_WM_UNIT_VALUE" val="13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diagram20220769_1*b*1"/>
  <p:tag name="KSO_WM_TEMPLATE_CATEGORY" val="diagram"/>
  <p:tag name="KSO_WM_TEMPLATE_INDEX" val="20220769"/>
  <p:tag name="KSO_WM_UNIT_LAYERLEVEL" val="1"/>
  <p:tag name="KSO_WM_TAG_VERSION" val="1.0"/>
  <p:tag name="KSO_WM_BEAUTIFY_FLAG" val="#wm#"/>
  <p:tag name="KSO_WM_CHIP_GROUPID" val="6192042818adb49c6c1f3bc3"/>
  <p:tag name="KSO_WM_CHIP_XID" val="6192042818adb49c6c1f3bc0"/>
  <p:tag name="KSO_WM_UNIT_TEXT_FILL_FORE_SCHEMECOLOR_INDEX_BRIGHTNESS" val="0"/>
  <p:tag name="KSO_WM_UNIT_TEXT_FILL_FORE_SCHEMECOLOR_INDEX" val="5"/>
  <p:tag name="KSO_WM_UNIT_TEXT_FILL_TYPE" val="1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23075_1"/>
  <p:tag name="KSO_WM_TEMPLATE_SUBCATEGORY" val="21"/>
  <p:tag name="KSO_WM_TEMPLATE_MASTER_TYPE" val="1"/>
  <p:tag name="KSO_WM_TEMPLATE_COLOR_TYPE" val="1"/>
  <p:tag name="KSO_WM_SLIDE_TYPE" val="title"/>
  <p:tag name="KSO_WM_SLIDE_SUBTYPE" val="pureTxt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23075"/>
  <p:tag name="KSO_WM_SLIDE_LAYOUT" val="a_f"/>
  <p:tag name="KSO_WM_SLIDE_LAYOUT_CNT" val="1_2"/>
  <p:tag name="KSO_WM_UNIT_SHOW_EDIT_AREA_INDICATION" val="1"/>
  <p:tag name="KSO_WM_TEMPLATE_THUMBS_INDEX" val="1、2、6、7、9、25"/>
  <p:tag name="KSO_WM_CHIP_INFOS" val="{&quot;type&quot;:0,&quot;layout_type&quot;:&quot;1_NF_LC_7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,&quot;扁平风&quot;,&quot;手绘风&quot;,&quot;立体风&quot;,&quot;炫酷&quot;,&quot;复古风&quot;,&quot;科技风&quot;,&quot;水彩风&quot;,&quot;ios风&quot;,&quot;快闪&quot;,&quot;波普风&quot;,&quot;孟菲斯&quot;,&quot;蒸汽波&quot;,&quot;MBE&quot;,&quot;剪纸风&quot;,&quot;酸性风&quot;,&quot;像素风&quot;,&quot;涂鸦风&quot;,&quot;实景&quot;]},&quot;slide_type&quot;:[&quot;title&quot;,&quot;sectionTitle&quot;,&quot;contents&quot;,&quot;endPage&quot;],&quot;useType&quot;:[&quot;ppt&quot;]}"/>
  <p:tag name="KSO_WM_CHIP_XID" val="614a9d9b1e630cfd8f114d27"/>
  <p:tag name="KSO_WM_CHIP_FILLPROP" val="[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m&quot;,&quot;chip_types&quot;:[&quot;diagram&quot;,&quot;header&quot;]}],[{&quot;text_align&quot;:&quot;rm&quot;,&quot;text_direction&quot;:&quot;horizontal&quot;,&quot;support_big_font&quot;:false,&quot;picture_toward&quot;:0,&quot;picture_dockside&quot;:[],&quot;fill_id&quot;:&quot;3b50f7cce9dd429da8d2fb599840cb10&quot;,&quot;fill_align&quot;:&quot;rb&quot;,&quot;chip_types&quot;:[&quot;header&quot;]}],[{&quot;text_align&quot;:&quot;rm&quot;,&quot;text_direction&quot;:&quot;horizontal&quot;,&quot;support_big_font&quot;:false,&quot;picture_toward&quot;:0,&quot;picture_dockside&quot;:[],&quot;fill_id&quot;:&quot;3b50f7cce9dd429da8d2fb599840cb10&quot;,&quot;fill_align&quot;:&quot;rt&quot;,&quot;chip_types&quot;:[&quot;header&quot;]}],[{&quot;text_align&quot;:&quot;rm&quot;,&quot;text_direction&quot;:&quot;horizontal&quot;,&quot;support_big_font&quot;:false,&quot;picture_toward&quot;:0,&quot;picture_dockside&quot;:[],&quot;fill_id&quot;:&quot;3b50f7cce9dd429da8d2fb599840cb10&quot;,&quot;fill_align&quot;:&quot;rm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t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lt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b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lb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m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lm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cm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cm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ct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ct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cb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cb&quot;,&quot;chip_types&quot;:[&quot;header&quot;]}]]"/>
  <p:tag name="KSO_WM_CHIP_DECFILLPROP" val="[]"/>
  <p:tag name="KSO_WM_CHIP_GROUPID" val="614a9d9b1e630cfd8f114d26"/>
  <p:tag name="KSO_WM_SLIDE_LAYOUT_INFO" val="{&quot;id&quot;:&quot;2022-09-05T11:30:32&quot;,&quot;margin&quot;:{&quot;bottom&quot;:3.684757709503174,&quot;left&quot;:0.9507361650466919,&quot;right&quot;:14.313993453979492,&quot;top&quot;:5.182305335998535},&quot;type&quot;:0}"/>
  <p:tag name="KSO_WM_SLIDE_BK_DARK_LIGHT" val="2"/>
  <p:tag name="KSO_WM_SLIDE_BACKGROUND_TYPE" val="general"/>
  <p:tag name="KSO_WM_SLIDE_SUPPORT_FEATURE_TYPE" val="0"/>
  <p:tag name="KSO_WM_TEMPLATE_MASTER_THUMB_INDEX" val="12"/>
  <p:tag name="KSO_WM_CHIP_COLORING" val="1"/>
  <p:tag name="KSO_WM_TEMPLATE_ASSEMBLE_XID" val="63156d2459d53ee3cde22885"/>
  <p:tag name="KSO_WM_TEMPLATE_ASSEMBLE_GROUPID" val="62cb92ed67e1b3ac3a0df933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EFAULT_FONT" val="24;30;2"/>
  <p:tag name="KSO_WM_UNIT_BLOCK" val="0"/>
  <p:tag name="KSO_WM_UNIT_DEC_AREA_ID" val="729cfe767e514265b8b6e98bba9614de"/>
  <p:tag name="KSO_WM_UNIT_ISCONTENTSTITLE" val="0"/>
  <p:tag name="KSO_WM_UNIT_ISNUMDGMTITLE" val="0"/>
  <p:tag name="KSO_WM_UNIT_PRESET_TEXT" val="单击此处添加副标题"/>
  <p:tag name="KSO_WM_UNIT_NOCLEAR" val="0"/>
  <p:tag name="KSO_WM_UNIT_VALUE" val="13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diagram20220769_1*b*1"/>
  <p:tag name="KSO_WM_TEMPLATE_CATEGORY" val="diagram"/>
  <p:tag name="KSO_WM_TEMPLATE_INDEX" val="20220769"/>
  <p:tag name="KSO_WM_UNIT_LAYERLEVEL" val="1"/>
  <p:tag name="KSO_WM_TAG_VERSION" val="1.0"/>
  <p:tag name="KSO_WM_BEAUTIFY_FLAG" val="#wm#"/>
  <p:tag name="KSO_WM_CHIP_GROUPID" val="6192042818adb49c6c1f3bc3"/>
  <p:tag name="KSO_WM_CHIP_XID" val="6192042818adb49c6c1f3bc0"/>
  <p:tag name="KSO_WM_UNIT_TEXT_FILL_FORE_SCHEMECOLOR_INDEX_BRIGHTNESS" val="0"/>
  <p:tag name="KSO_WM_UNIT_TEXT_FILL_FORE_SCHEMECOLOR_INDEX" val="5"/>
  <p:tag name="KSO_WM_UNIT_TEXT_FILL_TYPE" val="1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23075_1"/>
  <p:tag name="KSO_WM_TEMPLATE_SUBCATEGORY" val="21"/>
  <p:tag name="KSO_WM_TEMPLATE_MASTER_TYPE" val="1"/>
  <p:tag name="KSO_WM_TEMPLATE_COLOR_TYPE" val="1"/>
  <p:tag name="KSO_WM_SLIDE_TYPE" val="title"/>
  <p:tag name="KSO_WM_SLIDE_SUBTYPE" val="pureTxt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23075"/>
  <p:tag name="KSO_WM_SLIDE_LAYOUT" val="a_f"/>
  <p:tag name="KSO_WM_SLIDE_LAYOUT_CNT" val="1_2"/>
  <p:tag name="KSO_WM_UNIT_SHOW_EDIT_AREA_INDICATION" val="1"/>
  <p:tag name="KSO_WM_TEMPLATE_THUMBS_INDEX" val="1、2、6、7、9、25"/>
  <p:tag name="KSO_WM_CHIP_INFOS" val="{&quot;type&quot;:0,&quot;layout_type&quot;:&quot;1_NF_LC_7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,&quot;扁平风&quot;,&quot;手绘风&quot;,&quot;立体风&quot;,&quot;炫酷&quot;,&quot;复古风&quot;,&quot;科技风&quot;,&quot;水彩风&quot;,&quot;ios风&quot;,&quot;快闪&quot;,&quot;波普风&quot;,&quot;孟菲斯&quot;,&quot;蒸汽波&quot;,&quot;MBE&quot;,&quot;剪纸风&quot;,&quot;酸性风&quot;,&quot;像素风&quot;,&quot;涂鸦风&quot;,&quot;实景&quot;]},&quot;slide_type&quot;:[&quot;title&quot;,&quot;sectionTitle&quot;,&quot;contents&quot;,&quot;endPage&quot;],&quot;useType&quot;:[&quot;ppt&quot;]}"/>
  <p:tag name="KSO_WM_CHIP_XID" val="614a9d9b1e630cfd8f114d27"/>
  <p:tag name="KSO_WM_CHIP_FILLPROP" val="[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m&quot;,&quot;chip_types&quot;:[&quot;diagram&quot;,&quot;header&quot;]}],[{&quot;text_align&quot;:&quot;rm&quot;,&quot;text_direction&quot;:&quot;horizontal&quot;,&quot;support_big_font&quot;:false,&quot;picture_toward&quot;:0,&quot;picture_dockside&quot;:[],&quot;fill_id&quot;:&quot;3b50f7cce9dd429da8d2fb599840cb10&quot;,&quot;fill_align&quot;:&quot;rb&quot;,&quot;chip_types&quot;:[&quot;header&quot;]}],[{&quot;text_align&quot;:&quot;rm&quot;,&quot;text_direction&quot;:&quot;horizontal&quot;,&quot;support_big_font&quot;:false,&quot;picture_toward&quot;:0,&quot;picture_dockside&quot;:[],&quot;fill_id&quot;:&quot;3b50f7cce9dd429da8d2fb599840cb10&quot;,&quot;fill_align&quot;:&quot;rt&quot;,&quot;chip_types&quot;:[&quot;header&quot;]}],[{&quot;text_align&quot;:&quot;rm&quot;,&quot;text_direction&quot;:&quot;horizontal&quot;,&quot;support_big_font&quot;:false,&quot;picture_toward&quot;:0,&quot;picture_dockside&quot;:[],&quot;fill_id&quot;:&quot;3b50f7cce9dd429da8d2fb599840cb10&quot;,&quot;fill_align&quot;:&quot;rm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t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lt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b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lb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m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lm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cm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cm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ct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ct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cb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cb&quot;,&quot;chip_types&quot;:[&quot;header&quot;]}]]"/>
  <p:tag name="KSO_WM_CHIP_DECFILLPROP" val="[]"/>
  <p:tag name="KSO_WM_CHIP_GROUPID" val="614a9d9b1e630cfd8f114d26"/>
  <p:tag name="KSO_WM_SLIDE_LAYOUT_INFO" val="{&quot;id&quot;:&quot;2022-09-05T11:30:32&quot;,&quot;margin&quot;:{&quot;bottom&quot;:3.684757709503174,&quot;left&quot;:0.9507361650466919,&quot;right&quot;:14.313993453979492,&quot;top&quot;:5.182305335998535},&quot;type&quot;:0}"/>
  <p:tag name="KSO_WM_SLIDE_BK_DARK_LIGHT" val="2"/>
  <p:tag name="KSO_WM_SLIDE_BACKGROUND_TYPE" val="general"/>
  <p:tag name="KSO_WM_SLIDE_SUPPORT_FEATURE_TYPE" val="0"/>
  <p:tag name="KSO_WM_TEMPLATE_MASTER_THUMB_INDEX" val="12"/>
  <p:tag name="KSO_WM_CHIP_COLORING" val="1"/>
  <p:tag name="KSO_WM_TEMPLATE_ASSEMBLE_XID" val="63156d2459d53ee3cde22885"/>
  <p:tag name="KSO_WM_TEMPLATE_ASSEMBLE_GROUPID" val="62cb92ed67e1b3ac3a0df933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EFAULT_FONT" val="24;30;2"/>
  <p:tag name="KSO_WM_UNIT_BLOCK" val="0"/>
  <p:tag name="KSO_WM_UNIT_DEC_AREA_ID" val="729cfe767e514265b8b6e98bba9614de"/>
  <p:tag name="KSO_WM_UNIT_ISCONTENTSTITLE" val="0"/>
  <p:tag name="KSO_WM_UNIT_ISNUMDGMTITLE" val="0"/>
  <p:tag name="KSO_WM_UNIT_PRESET_TEXT" val="单击此处添加副标题"/>
  <p:tag name="KSO_WM_UNIT_NOCLEAR" val="0"/>
  <p:tag name="KSO_WM_UNIT_VALUE" val="13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diagram20220769_1*b*1"/>
  <p:tag name="KSO_WM_TEMPLATE_CATEGORY" val="diagram"/>
  <p:tag name="KSO_WM_TEMPLATE_INDEX" val="20220769"/>
  <p:tag name="KSO_WM_UNIT_LAYERLEVEL" val="1"/>
  <p:tag name="KSO_WM_TAG_VERSION" val="1.0"/>
  <p:tag name="KSO_WM_BEAUTIFY_FLAG" val="#wm#"/>
  <p:tag name="KSO_WM_CHIP_GROUPID" val="6192042818adb49c6c1f3bc3"/>
  <p:tag name="KSO_WM_CHIP_XID" val="6192042818adb49c6c1f3bc0"/>
  <p:tag name="KSO_WM_UNIT_TEXT_FILL_FORE_SCHEMECOLOR_INDEX_BRIGHTNESS" val="0"/>
  <p:tag name="KSO_WM_UNIT_TEXT_FILL_FORE_SCHEMECOLOR_INDEX" val="5"/>
  <p:tag name="KSO_WM_UNIT_TEXT_FILL_TYPE" val="1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23075_1"/>
  <p:tag name="KSO_WM_TEMPLATE_SUBCATEGORY" val="21"/>
  <p:tag name="KSO_WM_TEMPLATE_MASTER_TYPE" val="1"/>
  <p:tag name="KSO_WM_TEMPLATE_COLOR_TYPE" val="1"/>
  <p:tag name="KSO_WM_SLIDE_TYPE" val="title"/>
  <p:tag name="KSO_WM_SLIDE_SUBTYPE" val="pureTxt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23075"/>
  <p:tag name="KSO_WM_SLIDE_LAYOUT" val="a_f"/>
  <p:tag name="KSO_WM_SLIDE_LAYOUT_CNT" val="1_2"/>
  <p:tag name="KSO_WM_UNIT_SHOW_EDIT_AREA_INDICATION" val="1"/>
  <p:tag name="KSO_WM_TEMPLATE_THUMBS_INDEX" val="1、2、6、7、9、25"/>
  <p:tag name="KSO_WM_CHIP_INFOS" val="{&quot;type&quot;:0,&quot;layout_type&quot;:&quot;1_NF_LC_7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,&quot;扁平风&quot;,&quot;手绘风&quot;,&quot;立体风&quot;,&quot;炫酷&quot;,&quot;复古风&quot;,&quot;科技风&quot;,&quot;水彩风&quot;,&quot;ios风&quot;,&quot;快闪&quot;,&quot;波普风&quot;,&quot;孟菲斯&quot;,&quot;蒸汽波&quot;,&quot;MBE&quot;,&quot;剪纸风&quot;,&quot;酸性风&quot;,&quot;像素风&quot;,&quot;涂鸦风&quot;,&quot;实景&quot;]},&quot;slide_type&quot;:[&quot;title&quot;,&quot;sectionTitle&quot;,&quot;contents&quot;,&quot;endPage&quot;],&quot;useType&quot;:[&quot;ppt&quot;]}"/>
  <p:tag name="KSO_WM_CHIP_XID" val="614a9d9b1e630cfd8f114d27"/>
  <p:tag name="KSO_WM_CHIP_FILLPROP" val="[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m&quot;,&quot;chip_types&quot;:[&quot;diagram&quot;,&quot;header&quot;]}],[{&quot;text_align&quot;:&quot;rm&quot;,&quot;text_direction&quot;:&quot;horizontal&quot;,&quot;support_big_font&quot;:false,&quot;picture_toward&quot;:0,&quot;picture_dockside&quot;:[],&quot;fill_id&quot;:&quot;3b50f7cce9dd429da8d2fb599840cb10&quot;,&quot;fill_align&quot;:&quot;rb&quot;,&quot;chip_types&quot;:[&quot;header&quot;]}],[{&quot;text_align&quot;:&quot;rm&quot;,&quot;text_direction&quot;:&quot;horizontal&quot;,&quot;support_big_font&quot;:false,&quot;picture_toward&quot;:0,&quot;picture_dockside&quot;:[],&quot;fill_id&quot;:&quot;3b50f7cce9dd429da8d2fb599840cb10&quot;,&quot;fill_align&quot;:&quot;rt&quot;,&quot;chip_types&quot;:[&quot;header&quot;]}],[{&quot;text_align&quot;:&quot;rm&quot;,&quot;text_direction&quot;:&quot;horizontal&quot;,&quot;support_big_font&quot;:false,&quot;picture_toward&quot;:0,&quot;picture_dockside&quot;:[],&quot;fill_id&quot;:&quot;3b50f7cce9dd429da8d2fb599840cb10&quot;,&quot;fill_align&quot;:&quot;rm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t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lt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b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lb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m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lm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cm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cm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ct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ct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cb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cb&quot;,&quot;chip_types&quot;:[&quot;header&quot;]}]]"/>
  <p:tag name="KSO_WM_CHIP_DECFILLPROP" val="[]"/>
  <p:tag name="KSO_WM_CHIP_GROUPID" val="614a9d9b1e630cfd8f114d26"/>
  <p:tag name="KSO_WM_SLIDE_LAYOUT_INFO" val="{&quot;id&quot;:&quot;2022-09-05T11:30:32&quot;,&quot;margin&quot;:{&quot;bottom&quot;:3.684757709503174,&quot;left&quot;:0.9507361650466919,&quot;right&quot;:14.313993453979492,&quot;top&quot;:5.182305335998535},&quot;type&quot;:0}"/>
  <p:tag name="KSO_WM_SLIDE_BK_DARK_LIGHT" val="2"/>
  <p:tag name="KSO_WM_SLIDE_BACKGROUND_TYPE" val="general"/>
  <p:tag name="KSO_WM_SLIDE_SUPPORT_FEATURE_TYPE" val="0"/>
  <p:tag name="KSO_WM_TEMPLATE_MASTER_THUMB_INDEX" val="12"/>
  <p:tag name="KSO_WM_CHIP_COLORING" val="1"/>
  <p:tag name="KSO_WM_TEMPLATE_ASSEMBLE_XID" val="63156d2459d53ee3cde22885"/>
  <p:tag name="KSO_WM_TEMPLATE_ASSEMBLE_GROUPID" val="62cb92ed67e1b3ac3a0df933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EFAULT_FONT" val="24;30;2"/>
  <p:tag name="KSO_WM_UNIT_BLOCK" val="0"/>
  <p:tag name="KSO_WM_UNIT_DEC_AREA_ID" val="729cfe767e514265b8b6e98bba9614de"/>
  <p:tag name="KSO_WM_UNIT_ISCONTENTSTITLE" val="0"/>
  <p:tag name="KSO_WM_UNIT_ISNUMDGMTITLE" val="0"/>
  <p:tag name="KSO_WM_UNIT_PRESET_TEXT" val="单击此处添加副标题"/>
  <p:tag name="KSO_WM_UNIT_NOCLEAR" val="0"/>
  <p:tag name="KSO_WM_UNIT_VALUE" val="13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diagram20220769_1*b*1"/>
  <p:tag name="KSO_WM_TEMPLATE_CATEGORY" val="diagram"/>
  <p:tag name="KSO_WM_TEMPLATE_INDEX" val="20220769"/>
  <p:tag name="KSO_WM_UNIT_LAYERLEVEL" val="1"/>
  <p:tag name="KSO_WM_TAG_VERSION" val="1.0"/>
  <p:tag name="KSO_WM_BEAUTIFY_FLAG" val="#wm#"/>
  <p:tag name="KSO_WM_CHIP_GROUPID" val="6192042818adb49c6c1f3bc3"/>
  <p:tag name="KSO_WM_CHIP_XID" val="6192042818adb49c6c1f3bc0"/>
  <p:tag name="KSO_WM_UNIT_TEXT_FILL_FORE_SCHEMECOLOR_INDEX_BRIGHTNESS" val="0"/>
  <p:tag name="KSO_WM_UNIT_TEXT_FILL_FORE_SCHEMECOLOR_INDEX" val="5"/>
  <p:tag name="KSO_WM_UNIT_TEXT_FILL_TYPE" val="1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23075_1"/>
  <p:tag name="KSO_WM_TEMPLATE_SUBCATEGORY" val="21"/>
  <p:tag name="KSO_WM_TEMPLATE_MASTER_TYPE" val="1"/>
  <p:tag name="KSO_WM_TEMPLATE_COLOR_TYPE" val="1"/>
  <p:tag name="KSO_WM_SLIDE_TYPE" val="title"/>
  <p:tag name="KSO_WM_SLIDE_SUBTYPE" val="pureTxt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23075"/>
  <p:tag name="KSO_WM_SLIDE_LAYOUT" val="a_f"/>
  <p:tag name="KSO_WM_SLIDE_LAYOUT_CNT" val="1_2"/>
  <p:tag name="KSO_WM_UNIT_SHOW_EDIT_AREA_INDICATION" val="1"/>
  <p:tag name="KSO_WM_TEMPLATE_THUMBS_INDEX" val="1、2、6、7、9、25"/>
  <p:tag name="KSO_WM_CHIP_INFOS" val="{&quot;type&quot;:0,&quot;layout_type&quot;:&quot;1_NF_LC_7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,&quot;扁平风&quot;,&quot;手绘风&quot;,&quot;立体风&quot;,&quot;炫酷&quot;,&quot;复古风&quot;,&quot;科技风&quot;,&quot;水彩风&quot;,&quot;ios风&quot;,&quot;快闪&quot;,&quot;波普风&quot;,&quot;孟菲斯&quot;,&quot;蒸汽波&quot;,&quot;MBE&quot;,&quot;剪纸风&quot;,&quot;酸性风&quot;,&quot;像素风&quot;,&quot;涂鸦风&quot;,&quot;实景&quot;]},&quot;slide_type&quot;:[&quot;title&quot;,&quot;sectionTitle&quot;,&quot;contents&quot;,&quot;endPage&quot;],&quot;useType&quot;:[&quot;ppt&quot;]}"/>
  <p:tag name="KSO_WM_CHIP_XID" val="614a9d9b1e630cfd8f114d27"/>
  <p:tag name="KSO_WM_CHIP_FILLPROP" val="[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m&quot;,&quot;chip_types&quot;:[&quot;diagram&quot;,&quot;header&quot;]}],[{&quot;text_align&quot;:&quot;rm&quot;,&quot;text_direction&quot;:&quot;horizontal&quot;,&quot;support_big_font&quot;:false,&quot;picture_toward&quot;:0,&quot;picture_dockside&quot;:[],&quot;fill_id&quot;:&quot;3b50f7cce9dd429da8d2fb599840cb10&quot;,&quot;fill_align&quot;:&quot;rb&quot;,&quot;chip_types&quot;:[&quot;header&quot;]}],[{&quot;text_align&quot;:&quot;rm&quot;,&quot;text_direction&quot;:&quot;horizontal&quot;,&quot;support_big_font&quot;:false,&quot;picture_toward&quot;:0,&quot;picture_dockside&quot;:[],&quot;fill_id&quot;:&quot;3b50f7cce9dd429da8d2fb599840cb10&quot;,&quot;fill_align&quot;:&quot;rt&quot;,&quot;chip_types&quot;:[&quot;header&quot;]}],[{&quot;text_align&quot;:&quot;rm&quot;,&quot;text_direction&quot;:&quot;horizontal&quot;,&quot;support_big_font&quot;:false,&quot;picture_toward&quot;:0,&quot;picture_dockside&quot;:[],&quot;fill_id&quot;:&quot;3b50f7cce9dd429da8d2fb599840cb10&quot;,&quot;fill_align&quot;:&quot;rm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t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lt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b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lb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m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lm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cm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cm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ct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ct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cb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cb&quot;,&quot;chip_types&quot;:[&quot;header&quot;]}]]"/>
  <p:tag name="KSO_WM_CHIP_DECFILLPROP" val="[]"/>
  <p:tag name="KSO_WM_CHIP_GROUPID" val="614a9d9b1e630cfd8f114d26"/>
  <p:tag name="KSO_WM_SLIDE_LAYOUT_INFO" val="{&quot;id&quot;:&quot;2022-09-05T11:30:32&quot;,&quot;margin&quot;:{&quot;bottom&quot;:3.684757709503174,&quot;left&quot;:0.9507361650466919,&quot;right&quot;:14.313993453979492,&quot;top&quot;:5.182305335998535},&quot;type&quot;:0}"/>
  <p:tag name="KSO_WM_SLIDE_BK_DARK_LIGHT" val="2"/>
  <p:tag name="KSO_WM_SLIDE_BACKGROUND_TYPE" val="general"/>
  <p:tag name="KSO_WM_SLIDE_SUPPORT_FEATURE_TYPE" val="0"/>
  <p:tag name="KSO_WM_TEMPLATE_MASTER_THUMB_INDEX" val="12"/>
  <p:tag name="KSO_WM_CHIP_COLORING" val="1"/>
  <p:tag name="KSO_WM_TEMPLATE_ASSEMBLE_XID" val="63156d2459d53ee3cde22885"/>
  <p:tag name="KSO_WM_TEMPLATE_ASSEMBLE_GROUPID" val="62cb92ed67e1b3ac3a0df933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EFAULT_FONT" val="24;30;2"/>
  <p:tag name="KSO_WM_UNIT_BLOCK" val="0"/>
  <p:tag name="KSO_WM_UNIT_DEC_AREA_ID" val="729cfe767e514265b8b6e98bba9614de"/>
  <p:tag name="KSO_WM_UNIT_ISCONTENTSTITLE" val="0"/>
  <p:tag name="KSO_WM_UNIT_ISNUMDGMTITLE" val="0"/>
  <p:tag name="KSO_WM_UNIT_PRESET_TEXT" val="单击此处添加副标题"/>
  <p:tag name="KSO_WM_UNIT_NOCLEAR" val="0"/>
  <p:tag name="KSO_WM_UNIT_VALUE" val="13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diagram20220769_1*b*1"/>
  <p:tag name="KSO_WM_TEMPLATE_CATEGORY" val="diagram"/>
  <p:tag name="KSO_WM_TEMPLATE_INDEX" val="20220769"/>
  <p:tag name="KSO_WM_UNIT_LAYERLEVEL" val="1"/>
  <p:tag name="KSO_WM_TAG_VERSION" val="1.0"/>
  <p:tag name="KSO_WM_BEAUTIFY_FLAG" val="#wm#"/>
  <p:tag name="KSO_WM_CHIP_GROUPID" val="6192042818adb49c6c1f3bc3"/>
  <p:tag name="KSO_WM_CHIP_XID" val="6192042818adb49c6c1f3bc0"/>
  <p:tag name="KSO_WM_UNIT_TEXT_FILL_FORE_SCHEMECOLOR_INDEX_BRIGHTNESS" val="0"/>
  <p:tag name="KSO_WM_UNIT_TEXT_FILL_FORE_SCHEMECOLOR_INDEX" val="5"/>
  <p:tag name="KSO_WM_UNIT_TEXT_FILL_TYPE" val="1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23075_1"/>
  <p:tag name="KSO_WM_TEMPLATE_SUBCATEGORY" val="21"/>
  <p:tag name="KSO_WM_TEMPLATE_MASTER_TYPE" val="1"/>
  <p:tag name="KSO_WM_TEMPLATE_COLOR_TYPE" val="1"/>
  <p:tag name="KSO_WM_SLIDE_TYPE" val="title"/>
  <p:tag name="KSO_WM_SLIDE_SUBTYPE" val="pureTxt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23075"/>
  <p:tag name="KSO_WM_SLIDE_LAYOUT" val="a_f"/>
  <p:tag name="KSO_WM_SLIDE_LAYOUT_CNT" val="1_2"/>
  <p:tag name="KSO_WM_UNIT_SHOW_EDIT_AREA_INDICATION" val="1"/>
  <p:tag name="KSO_WM_TEMPLATE_THUMBS_INDEX" val="1、2、6、7、9、25"/>
  <p:tag name="KSO_WM_CHIP_INFOS" val="{&quot;type&quot;:0,&quot;layout_type&quot;:&quot;1_NF_LC_7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,&quot;扁平风&quot;,&quot;手绘风&quot;,&quot;立体风&quot;,&quot;炫酷&quot;,&quot;复古风&quot;,&quot;科技风&quot;,&quot;水彩风&quot;,&quot;ios风&quot;,&quot;快闪&quot;,&quot;波普风&quot;,&quot;孟菲斯&quot;,&quot;蒸汽波&quot;,&quot;MBE&quot;,&quot;剪纸风&quot;,&quot;酸性风&quot;,&quot;像素风&quot;,&quot;涂鸦风&quot;,&quot;实景&quot;]},&quot;slide_type&quot;:[&quot;title&quot;,&quot;sectionTitle&quot;,&quot;contents&quot;,&quot;endPage&quot;],&quot;useType&quot;:[&quot;ppt&quot;]}"/>
  <p:tag name="KSO_WM_CHIP_XID" val="614a9d9b1e630cfd8f114d27"/>
  <p:tag name="KSO_WM_CHIP_FILLPROP" val="[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m&quot;,&quot;chip_types&quot;:[&quot;diagram&quot;,&quot;header&quot;]}],[{&quot;text_align&quot;:&quot;rm&quot;,&quot;text_direction&quot;:&quot;horizontal&quot;,&quot;support_big_font&quot;:false,&quot;picture_toward&quot;:0,&quot;picture_dockside&quot;:[],&quot;fill_id&quot;:&quot;3b50f7cce9dd429da8d2fb599840cb10&quot;,&quot;fill_align&quot;:&quot;rb&quot;,&quot;chip_types&quot;:[&quot;header&quot;]}],[{&quot;text_align&quot;:&quot;rm&quot;,&quot;text_direction&quot;:&quot;horizontal&quot;,&quot;support_big_font&quot;:false,&quot;picture_toward&quot;:0,&quot;picture_dockside&quot;:[],&quot;fill_id&quot;:&quot;3b50f7cce9dd429da8d2fb599840cb10&quot;,&quot;fill_align&quot;:&quot;rt&quot;,&quot;chip_types&quot;:[&quot;header&quot;]}],[{&quot;text_align&quot;:&quot;rm&quot;,&quot;text_direction&quot;:&quot;horizontal&quot;,&quot;support_big_font&quot;:false,&quot;picture_toward&quot;:0,&quot;picture_dockside&quot;:[],&quot;fill_id&quot;:&quot;3b50f7cce9dd429da8d2fb599840cb10&quot;,&quot;fill_align&quot;:&quot;rm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t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lt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b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lb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m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lm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cm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cm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ct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ct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cb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cb&quot;,&quot;chip_types&quot;:[&quot;header&quot;]}]]"/>
  <p:tag name="KSO_WM_CHIP_DECFILLPROP" val="[]"/>
  <p:tag name="KSO_WM_CHIP_GROUPID" val="614a9d9b1e630cfd8f114d26"/>
  <p:tag name="KSO_WM_SLIDE_LAYOUT_INFO" val="{&quot;id&quot;:&quot;2022-09-05T11:30:32&quot;,&quot;margin&quot;:{&quot;bottom&quot;:3.684757709503174,&quot;left&quot;:0.9507361650466919,&quot;right&quot;:14.313993453979492,&quot;top&quot;:5.182305335998535},&quot;type&quot;:0}"/>
  <p:tag name="KSO_WM_SLIDE_BK_DARK_LIGHT" val="2"/>
  <p:tag name="KSO_WM_SLIDE_BACKGROUND_TYPE" val="general"/>
  <p:tag name="KSO_WM_SLIDE_SUPPORT_FEATURE_TYPE" val="0"/>
  <p:tag name="KSO_WM_TEMPLATE_MASTER_THUMB_INDEX" val="12"/>
  <p:tag name="KSO_WM_CHIP_COLORING" val="1"/>
  <p:tag name="KSO_WM_TEMPLATE_ASSEMBLE_XID" val="63156d2459d53ee3cde22885"/>
  <p:tag name="KSO_WM_TEMPLATE_ASSEMBLE_GROUPID" val="62cb92ed67e1b3ac3a0df933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EFAULT_FONT" val="24;30;2"/>
  <p:tag name="KSO_WM_UNIT_BLOCK" val="0"/>
  <p:tag name="KSO_WM_UNIT_DEC_AREA_ID" val="729cfe767e514265b8b6e98bba9614de"/>
  <p:tag name="KSO_WM_UNIT_ISCONTENTSTITLE" val="0"/>
  <p:tag name="KSO_WM_UNIT_ISNUMDGMTITLE" val="0"/>
  <p:tag name="KSO_WM_UNIT_PRESET_TEXT" val="单击此处添加副标题"/>
  <p:tag name="KSO_WM_UNIT_NOCLEAR" val="0"/>
  <p:tag name="KSO_WM_UNIT_VALUE" val="13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diagram20220769_1*b*1"/>
  <p:tag name="KSO_WM_TEMPLATE_CATEGORY" val="diagram"/>
  <p:tag name="KSO_WM_TEMPLATE_INDEX" val="20220769"/>
  <p:tag name="KSO_WM_UNIT_LAYERLEVEL" val="1"/>
  <p:tag name="KSO_WM_TAG_VERSION" val="1.0"/>
  <p:tag name="KSO_WM_BEAUTIFY_FLAG" val="#wm#"/>
  <p:tag name="KSO_WM_CHIP_GROUPID" val="6192042818adb49c6c1f3bc3"/>
  <p:tag name="KSO_WM_CHIP_XID" val="6192042818adb49c6c1f3bc0"/>
  <p:tag name="KSO_WM_UNIT_TEXT_FILL_FORE_SCHEMECOLOR_INDEX_BRIGHTNESS" val="0"/>
  <p:tag name="KSO_WM_UNIT_TEXT_FILL_FORE_SCHEMECOLOR_INDEX" val="5"/>
  <p:tag name="KSO_WM_UNIT_TEXT_FILL_TYPE" val="1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23075_1"/>
  <p:tag name="KSO_WM_TEMPLATE_SUBCATEGORY" val="21"/>
  <p:tag name="KSO_WM_TEMPLATE_MASTER_TYPE" val="1"/>
  <p:tag name="KSO_WM_TEMPLATE_COLOR_TYPE" val="1"/>
  <p:tag name="KSO_WM_SLIDE_TYPE" val="title"/>
  <p:tag name="KSO_WM_SLIDE_SUBTYPE" val="pureTxt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23075"/>
  <p:tag name="KSO_WM_SLIDE_LAYOUT" val="a_f"/>
  <p:tag name="KSO_WM_SLIDE_LAYOUT_CNT" val="1_2"/>
  <p:tag name="KSO_WM_UNIT_SHOW_EDIT_AREA_INDICATION" val="1"/>
  <p:tag name="KSO_WM_TEMPLATE_THUMBS_INDEX" val="1、2、6、7、9、25"/>
  <p:tag name="KSO_WM_CHIP_INFOS" val="{&quot;type&quot;:0,&quot;layout_type&quot;:&quot;1_NF_LC_7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,&quot;扁平风&quot;,&quot;手绘风&quot;,&quot;立体风&quot;,&quot;炫酷&quot;,&quot;复古风&quot;,&quot;科技风&quot;,&quot;水彩风&quot;,&quot;ios风&quot;,&quot;快闪&quot;,&quot;波普风&quot;,&quot;孟菲斯&quot;,&quot;蒸汽波&quot;,&quot;MBE&quot;,&quot;剪纸风&quot;,&quot;酸性风&quot;,&quot;像素风&quot;,&quot;涂鸦风&quot;,&quot;实景&quot;]},&quot;slide_type&quot;:[&quot;title&quot;,&quot;sectionTitle&quot;,&quot;contents&quot;,&quot;endPage&quot;],&quot;useType&quot;:[&quot;ppt&quot;]}"/>
  <p:tag name="KSO_WM_CHIP_XID" val="614a9d9b1e630cfd8f114d27"/>
  <p:tag name="KSO_WM_CHIP_FILLPROP" val="[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m&quot;,&quot;chip_types&quot;:[&quot;diagram&quot;,&quot;header&quot;]}],[{&quot;text_align&quot;:&quot;rm&quot;,&quot;text_direction&quot;:&quot;horizontal&quot;,&quot;support_big_font&quot;:false,&quot;picture_toward&quot;:0,&quot;picture_dockside&quot;:[],&quot;fill_id&quot;:&quot;3b50f7cce9dd429da8d2fb599840cb10&quot;,&quot;fill_align&quot;:&quot;rb&quot;,&quot;chip_types&quot;:[&quot;header&quot;]}],[{&quot;text_align&quot;:&quot;rm&quot;,&quot;text_direction&quot;:&quot;horizontal&quot;,&quot;support_big_font&quot;:false,&quot;picture_toward&quot;:0,&quot;picture_dockside&quot;:[],&quot;fill_id&quot;:&quot;3b50f7cce9dd429da8d2fb599840cb10&quot;,&quot;fill_align&quot;:&quot;rt&quot;,&quot;chip_types&quot;:[&quot;header&quot;]}],[{&quot;text_align&quot;:&quot;rm&quot;,&quot;text_direction&quot;:&quot;horizontal&quot;,&quot;support_big_font&quot;:false,&quot;picture_toward&quot;:0,&quot;picture_dockside&quot;:[],&quot;fill_id&quot;:&quot;3b50f7cce9dd429da8d2fb599840cb10&quot;,&quot;fill_align&quot;:&quot;rm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t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lt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b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lb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m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lm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cm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cm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ct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ct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cb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cb&quot;,&quot;chip_types&quot;:[&quot;header&quot;]}]]"/>
  <p:tag name="KSO_WM_CHIP_DECFILLPROP" val="[]"/>
  <p:tag name="KSO_WM_CHIP_GROUPID" val="614a9d9b1e630cfd8f114d26"/>
  <p:tag name="KSO_WM_SLIDE_LAYOUT_INFO" val="{&quot;id&quot;:&quot;2022-09-05T11:30:32&quot;,&quot;margin&quot;:{&quot;bottom&quot;:3.684757709503174,&quot;left&quot;:0.9507361650466919,&quot;right&quot;:14.313993453979492,&quot;top&quot;:5.182305335998535},&quot;type&quot;:0}"/>
  <p:tag name="KSO_WM_SLIDE_BK_DARK_LIGHT" val="2"/>
  <p:tag name="KSO_WM_SLIDE_BACKGROUND_TYPE" val="general"/>
  <p:tag name="KSO_WM_SLIDE_SUPPORT_FEATURE_TYPE" val="0"/>
  <p:tag name="KSO_WM_TEMPLATE_MASTER_THUMB_INDEX" val="12"/>
  <p:tag name="KSO_WM_CHIP_COLORING" val="1"/>
  <p:tag name="KSO_WM_TEMPLATE_ASSEMBLE_XID" val="63156d2459d53ee3cde22885"/>
  <p:tag name="KSO_WM_TEMPLATE_ASSEMBLE_GROUPID" val="62cb92ed67e1b3ac3a0df933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EFAULT_FONT" val="24;30;2"/>
  <p:tag name="KSO_WM_UNIT_BLOCK" val="0"/>
  <p:tag name="KSO_WM_UNIT_DEC_AREA_ID" val="729cfe767e514265b8b6e98bba9614de"/>
  <p:tag name="KSO_WM_UNIT_ISCONTENTSTITLE" val="0"/>
  <p:tag name="KSO_WM_UNIT_ISNUMDGMTITLE" val="0"/>
  <p:tag name="KSO_WM_UNIT_PRESET_TEXT" val="单击此处添加副标题"/>
  <p:tag name="KSO_WM_UNIT_NOCLEAR" val="0"/>
  <p:tag name="KSO_WM_UNIT_VALUE" val="13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diagram20220769_1*b*1"/>
  <p:tag name="KSO_WM_TEMPLATE_CATEGORY" val="diagram"/>
  <p:tag name="KSO_WM_TEMPLATE_INDEX" val="20220769"/>
  <p:tag name="KSO_WM_UNIT_LAYERLEVEL" val="1"/>
  <p:tag name="KSO_WM_TAG_VERSION" val="1.0"/>
  <p:tag name="KSO_WM_BEAUTIFY_FLAG" val="#wm#"/>
  <p:tag name="KSO_WM_CHIP_GROUPID" val="6192042818adb49c6c1f3bc3"/>
  <p:tag name="KSO_WM_CHIP_XID" val="6192042818adb49c6c1f3bc0"/>
  <p:tag name="KSO_WM_UNIT_TEXT_FILL_FORE_SCHEMECOLOR_INDEX_BRIGHTNESS" val="0"/>
  <p:tag name="KSO_WM_UNIT_TEXT_FILL_FORE_SCHEMECOLOR_INDEX" val="5"/>
  <p:tag name="KSO_WM_UNIT_TEXT_FILL_TYPE" val="1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23075_1"/>
  <p:tag name="KSO_WM_TEMPLATE_SUBCATEGORY" val="21"/>
  <p:tag name="KSO_WM_TEMPLATE_MASTER_TYPE" val="1"/>
  <p:tag name="KSO_WM_TEMPLATE_COLOR_TYPE" val="1"/>
  <p:tag name="KSO_WM_SLIDE_TYPE" val="title"/>
  <p:tag name="KSO_WM_SLIDE_SUBTYPE" val="pureTxt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23075"/>
  <p:tag name="KSO_WM_SLIDE_LAYOUT" val="a_f"/>
  <p:tag name="KSO_WM_SLIDE_LAYOUT_CNT" val="1_2"/>
  <p:tag name="KSO_WM_UNIT_SHOW_EDIT_AREA_INDICATION" val="1"/>
  <p:tag name="KSO_WM_TEMPLATE_THUMBS_INDEX" val="1、2、6、7、9、25"/>
  <p:tag name="KSO_WM_CHIP_INFOS" val="{&quot;type&quot;:0,&quot;layout_type&quot;:&quot;1_NF_LC_7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,&quot;扁平风&quot;,&quot;手绘风&quot;,&quot;立体风&quot;,&quot;炫酷&quot;,&quot;复古风&quot;,&quot;科技风&quot;,&quot;水彩风&quot;,&quot;ios风&quot;,&quot;快闪&quot;,&quot;波普风&quot;,&quot;孟菲斯&quot;,&quot;蒸汽波&quot;,&quot;MBE&quot;,&quot;剪纸风&quot;,&quot;酸性风&quot;,&quot;像素风&quot;,&quot;涂鸦风&quot;,&quot;实景&quot;]},&quot;slide_type&quot;:[&quot;title&quot;,&quot;sectionTitle&quot;,&quot;contents&quot;,&quot;endPage&quot;],&quot;useType&quot;:[&quot;ppt&quot;]}"/>
  <p:tag name="KSO_WM_CHIP_XID" val="614a9d9b1e630cfd8f114d27"/>
  <p:tag name="KSO_WM_CHIP_FILLPROP" val="[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m&quot;,&quot;chip_types&quot;:[&quot;diagram&quot;,&quot;header&quot;]}],[{&quot;text_align&quot;:&quot;rm&quot;,&quot;text_direction&quot;:&quot;horizontal&quot;,&quot;support_big_font&quot;:false,&quot;picture_toward&quot;:0,&quot;picture_dockside&quot;:[],&quot;fill_id&quot;:&quot;3b50f7cce9dd429da8d2fb599840cb10&quot;,&quot;fill_align&quot;:&quot;rb&quot;,&quot;chip_types&quot;:[&quot;header&quot;]}],[{&quot;text_align&quot;:&quot;rm&quot;,&quot;text_direction&quot;:&quot;horizontal&quot;,&quot;support_big_font&quot;:false,&quot;picture_toward&quot;:0,&quot;picture_dockside&quot;:[],&quot;fill_id&quot;:&quot;3b50f7cce9dd429da8d2fb599840cb10&quot;,&quot;fill_align&quot;:&quot;rt&quot;,&quot;chip_types&quot;:[&quot;header&quot;]}],[{&quot;text_align&quot;:&quot;rm&quot;,&quot;text_direction&quot;:&quot;horizontal&quot;,&quot;support_big_font&quot;:false,&quot;picture_toward&quot;:0,&quot;picture_dockside&quot;:[],&quot;fill_id&quot;:&quot;3b50f7cce9dd429da8d2fb599840cb10&quot;,&quot;fill_align&quot;:&quot;rm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t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lt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b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lb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m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lm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cm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cm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ct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ct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cb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cb&quot;,&quot;chip_types&quot;:[&quot;header&quot;]}]]"/>
  <p:tag name="KSO_WM_CHIP_DECFILLPROP" val="[]"/>
  <p:tag name="KSO_WM_CHIP_GROUPID" val="614a9d9b1e630cfd8f114d26"/>
  <p:tag name="KSO_WM_SLIDE_LAYOUT_INFO" val="{&quot;id&quot;:&quot;2022-09-05T11:30:32&quot;,&quot;margin&quot;:{&quot;bottom&quot;:3.684757709503174,&quot;left&quot;:0.9507361650466919,&quot;right&quot;:14.313993453979492,&quot;top&quot;:5.182305335998535},&quot;type&quot;:0}"/>
  <p:tag name="KSO_WM_SLIDE_BK_DARK_LIGHT" val="2"/>
  <p:tag name="KSO_WM_SLIDE_BACKGROUND_TYPE" val="general"/>
  <p:tag name="KSO_WM_SLIDE_SUPPORT_FEATURE_TYPE" val="0"/>
  <p:tag name="KSO_WM_TEMPLATE_MASTER_THUMB_INDEX" val="12"/>
  <p:tag name="KSO_WM_CHIP_COLORING" val="1"/>
  <p:tag name="KSO_WM_TEMPLATE_ASSEMBLE_XID" val="63156d2459d53ee3cde22885"/>
  <p:tag name="KSO_WM_TEMPLATE_ASSEMBLE_GROUPID" val="62cb92ed67e1b3ac3a0df933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EFAULT_FONT" val="24;30;2"/>
  <p:tag name="KSO_WM_UNIT_BLOCK" val="0"/>
  <p:tag name="KSO_WM_UNIT_DEC_AREA_ID" val="729cfe767e514265b8b6e98bba9614de"/>
  <p:tag name="KSO_WM_UNIT_ISCONTENTSTITLE" val="0"/>
  <p:tag name="KSO_WM_UNIT_ISNUMDGMTITLE" val="0"/>
  <p:tag name="KSO_WM_UNIT_PRESET_TEXT" val="单击此处添加副标题"/>
  <p:tag name="KSO_WM_UNIT_NOCLEAR" val="0"/>
  <p:tag name="KSO_WM_UNIT_VALUE" val="13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diagram20220769_1*b*1"/>
  <p:tag name="KSO_WM_TEMPLATE_CATEGORY" val="diagram"/>
  <p:tag name="KSO_WM_TEMPLATE_INDEX" val="20220769"/>
  <p:tag name="KSO_WM_UNIT_LAYERLEVEL" val="1"/>
  <p:tag name="KSO_WM_TAG_VERSION" val="1.0"/>
  <p:tag name="KSO_WM_BEAUTIFY_FLAG" val="#wm#"/>
  <p:tag name="KSO_WM_CHIP_GROUPID" val="6192042818adb49c6c1f3bc3"/>
  <p:tag name="KSO_WM_CHIP_XID" val="6192042818adb49c6c1f3bc0"/>
  <p:tag name="KSO_WM_UNIT_TEXT_FILL_FORE_SCHEMECOLOR_INDEX_BRIGHTNESS" val="0"/>
  <p:tag name="KSO_WM_UNIT_TEXT_FILL_FORE_SCHEMECOLOR_INDEX" val="5"/>
  <p:tag name="KSO_WM_UNIT_TEXT_FILL_TYPE" val="1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23075_1"/>
  <p:tag name="KSO_WM_TEMPLATE_SUBCATEGORY" val="21"/>
  <p:tag name="KSO_WM_TEMPLATE_MASTER_TYPE" val="1"/>
  <p:tag name="KSO_WM_TEMPLATE_COLOR_TYPE" val="1"/>
  <p:tag name="KSO_WM_SLIDE_TYPE" val="title"/>
  <p:tag name="KSO_WM_SLIDE_SUBTYPE" val="pureTxt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23075"/>
  <p:tag name="KSO_WM_SLIDE_LAYOUT" val="a_f"/>
  <p:tag name="KSO_WM_SLIDE_LAYOUT_CNT" val="1_2"/>
  <p:tag name="KSO_WM_UNIT_SHOW_EDIT_AREA_INDICATION" val="1"/>
  <p:tag name="KSO_WM_TEMPLATE_THUMBS_INDEX" val="1、2、6、7、9、25"/>
  <p:tag name="KSO_WM_CHIP_INFOS" val="{&quot;type&quot;:0,&quot;layout_type&quot;:&quot;1_NF_LC_7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,&quot;扁平风&quot;,&quot;手绘风&quot;,&quot;立体风&quot;,&quot;炫酷&quot;,&quot;复古风&quot;,&quot;科技风&quot;,&quot;水彩风&quot;,&quot;ios风&quot;,&quot;快闪&quot;,&quot;波普风&quot;,&quot;孟菲斯&quot;,&quot;蒸汽波&quot;,&quot;MBE&quot;,&quot;剪纸风&quot;,&quot;酸性风&quot;,&quot;像素风&quot;,&quot;涂鸦风&quot;,&quot;实景&quot;]},&quot;slide_type&quot;:[&quot;title&quot;,&quot;sectionTitle&quot;,&quot;contents&quot;,&quot;endPage&quot;],&quot;useType&quot;:[&quot;ppt&quot;]}"/>
  <p:tag name="KSO_WM_CHIP_XID" val="614a9d9b1e630cfd8f114d27"/>
  <p:tag name="KSO_WM_CHIP_FILLPROP" val="[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m&quot;,&quot;chip_types&quot;:[&quot;diagram&quot;,&quot;header&quot;]}],[{&quot;text_align&quot;:&quot;rm&quot;,&quot;text_direction&quot;:&quot;horizontal&quot;,&quot;support_big_font&quot;:false,&quot;picture_toward&quot;:0,&quot;picture_dockside&quot;:[],&quot;fill_id&quot;:&quot;3b50f7cce9dd429da8d2fb599840cb10&quot;,&quot;fill_align&quot;:&quot;rb&quot;,&quot;chip_types&quot;:[&quot;header&quot;]}],[{&quot;text_align&quot;:&quot;rm&quot;,&quot;text_direction&quot;:&quot;horizontal&quot;,&quot;support_big_font&quot;:false,&quot;picture_toward&quot;:0,&quot;picture_dockside&quot;:[],&quot;fill_id&quot;:&quot;3b50f7cce9dd429da8d2fb599840cb10&quot;,&quot;fill_align&quot;:&quot;rt&quot;,&quot;chip_types&quot;:[&quot;header&quot;]}],[{&quot;text_align&quot;:&quot;rm&quot;,&quot;text_direction&quot;:&quot;horizontal&quot;,&quot;support_big_font&quot;:false,&quot;picture_toward&quot;:0,&quot;picture_dockside&quot;:[],&quot;fill_id&quot;:&quot;3b50f7cce9dd429da8d2fb599840cb10&quot;,&quot;fill_align&quot;:&quot;rm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t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lt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b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lb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m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lm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cm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cm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ct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ct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cb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cb&quot;,&quot;chip_types&quot;:[&quot;header&quot;]}]]"/>
  <p:tag name="KSO_WM_CHIP_DECFILLPROP" val="[]"/>
  <p:tag name="KSO_WM_CHIP_GROUPID" val="614a9d9b1e630cfd8f114d26"/>
  <p:tag name="KSO_WM_SLIDE_LAYOUT_INFO" val="{&quot;id&quot;:&quot;2022-09-05T11:30:32&quot;,&quot;margin&quot;:{&quot;bottom&quot;:3.684757709503174,&quot;left&quot;:0.9507361650466919,&quot;right&quot;:14.313993453979492,&quot;top&quot;:5.182305335998535},&quot;type&quot;:0}"/>
  <p:tag name="KSO_WM_SLIDE_BK_DARK_LIGHT" val="2"/>
  <p:tag name="KSO_WM_SLIDE_BACKGROUND_TYPE" val="general"/>
  <p:tag name="KSO_WM_SLIDE_SUPPORT_FEATURE_TYPE" val="0"/>
  <p:tag name="KSO_WM_TEMPLATE_MASTER_THUMB_INDEX" val="12"/>
  <p:tag name="KSO_WM_CHIP_COLORING" val="1"/>
  <p:tag name="KSO_WM_TEMPLATE_ASSEMBLE_XID" val="63156d2459d53ee3cde22885"/>
  <p:tag name="KSO_WM_TEMPLATE_ASSEMBLE_GROUPID" val="62cb92ed67e1b3ac3a0df933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EFAULT_FONT" val="24;30;2"/>
  <p:tag name="KSO_WM_UNIT_BLOCK" val="0"/>
  <p:tag name="KSO_WM_UNIT_DEC_AREA_ID" val="729cfe767e514265b8b6e98bba9614de"/>
  <p:tag name="KSO_WM_UNIT_ISCONTENTSTITLE" val="0"/>
  <p:tag name="KSO_WM_UNIT_ISNUMDGMTITLE" val="0"/>
  <p:tag name="KSO_WM_UNIT_PRESET_TEXT" val="单击此处添加副标题"/>
  <p:tag name="KSO_WM_UNIT_NOCLEAR" val="0"/>
  <p:tag name="KSO_WM_UNIT_VALUE" val="13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diagram20220769_1*b*1"/>
  <p:tag name="KSO_WM_TEMPLATE_CATEGORY" val="diagram"/>
  <p:tag name="KSO_WM_TEMPLATE_INDEX" val="20220769"/>
  <p:tag name="KSO_WM_UNIT_LAYERLEVEL" val="1"/>
  <p:tag name="KSO_WM_TAG_VERSION" val="1.0"/>
  <p:tag name="KSO_WM_BEAUTIFY_FLAG" val="#wm#"/>
  <p:tag name="KSO_WM_CHIP_GROUPID" val="6192042818adb49c6c1f3bc3"/>
  <p:tag name="KSO_WM_CHIP_XID" val="6192042818adb49c6c1f3bc0"/>
  <p:tag name="KSO_WM_UNIT_TEXT_FILL_FORE_SCHEMECOLOR_INDEX_BRIGHTNESS" val="0"/>
  <p:tag name="KSO_WM_UNIT_TEXT_FILL_FORE_SCHEMECOLOR_INDEX" val="5"/>
  <p:tag name="KSO_WM_UNIT_TEXT_FILL_TYPE" val="1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23075_1"/>
  <p:tag name="KSO_WM_TEMPLATE_SUBCATEGORY" val="21"/>
  <p:tag name="KSO_WM_TEMPLATE_MASTER_TYPE" val="1"/>
  <p:tag name="KSO_WM_TEMPLATE_COLOR_TYPE" val="1"/>
  <p:tag name="KSO_WM_SLIDE_TYPE" val="title"/>
  <p:tag name="KSO_WM_SLIDE_SUBTYPE" val="pureTxt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23075"/>
  <p:tag name="KSO_WM_SLIDE_LAYOUT" val="a_f"/>
  <p:tag name="KSO_WM_SLIDE_LAYOUT_CNT" val="1_2"/>
  <p:tag name="KSO_WM_UNIT_SHOW_EDIT_AREA_INDICATION" val="1"/>
  <p:tag name="KSO_WM_TEMPLATE_THUMBS_INDEX" val="1、2、6、7、9、25"/>
  <p:tag name="KSO_WM_CHIP_INFOS" val="{&quot;type&quot;:0,&quot;layout_type&quot;:&quot;1_NF_LC_7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,&quot;扁平风&quot;,&quot;手绘风&quot;,&quot;立体风&quot;,&quot;炫酷&quot;,&quot;复古风&quot;,&quot;科技风&quot;,&quot;水彩风&quot;,&quot;ios风&quot;,&quot;快闪&quot;,&quot;波普风&quot;,&quot;孟菲斯&quot;,&quot;蒸汽波&quot;,&quot;MBE&quot;,&quot;剪纸风&quot;,&quot;酸性风&quot;,&quot;像素风&quot;,&quot;涂鸦风&quot;,&quot;实景&quot;]},&quot;slide_type&quot;:[&quot;title&quot;,&quot;sectionTitle&quot;,&quot;contents&quot;,&quot;endPage&quot;],&quot;useType&quot;:[&quot;ppt&quot;]}"/>
  <p:tag name="KSO_WM_CHIP_XID" val="614a9d9b1e630cfd8f114d27"/>
  <p:tag name="KSO_WM_CHIP_FILLPROP" val="[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m&quot;,&quot;chip_types&quot;:[&quot;diagram&quot;,&quot;header&quot;]}],[{&quot;text_align&quot;:&quot;rm&quot;,&quot;text_direction&quot;:&quot;horizontal&quot;,&quot;support_big_font&quot;:false,&quot;picture_toward&quot;:0,&quot;picture_dockside&quot;:[],&quot;fill_id&quot;:&quot;3b50f7cce9dd429da8d2fb599840cb10&quot;,&quot;fill_align&quot;:&quot;rb&quot;,&quot;chip_types&quot;:[&quot;header&quot;]}],[{&quot;text_align&quot;:&quot;rm&quot;,&quot;text_direction&quot;:&quot;horizontal&quot;,&quot;support_big_font&quot;:false,&quot;picture_toward&quot;:0,&quot;picture_dockside&quot;:[],&quot;fill_id&quot;:&quot;3b50f7cce9dd429da8d2fb599840cb10&quot;,&quot;fill_align&quot;:&quot;rt&quot;,&quot;chip_types&quot;:[&quot;header&quot;]}],[{&quot;text_align&quot;:&quot;rm&quot;,&quot;text_direction&quot;:&quot;horizontal&quot;,&quot;support_big_font&quot;:false,&quot;picture_toward&quot;:0,&quot;picture_dockside&quot;:[],&quot;fill_id&quot;:&quot;3b50f7cce9dd429da8d2fb599840cb10&quot;,&quot;fill_align&quot;:&quot;rm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t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lt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b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lb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m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lm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cm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cm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ct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ct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cb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cb&quot;,&quot;chip_types&quot;:[&quot;header&quot;]}]]"/>
  <p:tag name="KSO_WM_CHIP_DECFILLPROP" val="[]"/>
  <p:tag name="KSO_WM_CHIP_GROUPID" val="614a9d9b1e630cfd8f114d26"/>
  <p:tag name="KSO_WM_SLIDE_LAYOUT_INFO" val="{&quot;id&quot;:&quot;2022-09-05T11:30:32&quot;,&quot;margin&quot;:{&quot;bottom&quot;:3.684757709503174,&quot;left&quot;:0.9507361650466919,&quot;right&quot;:14.313993453979492,&quot;top&quot;:5.182305335998535},&quot;type&quot;:0}"/>
  <p:tag name="KSO_WM_SLIDE_BK_DARK_LIGHT" val="2"/>
  <p:tag name="KSO_WM_SLIDE_BACKGROUND_TYPE" val="general"/>
  <p:tag name="KSO_WM_SLIDE_SUPPORT_FEATURE_TYPE" val="0"/>
  <p:tag name="KSO_WM_TEMPLATE_MASTER_THUMB_INDEX" val="12"/>
  <p:tag name="KSO_WM_CHIP_COLORING" val="1"/>
  <p:tag name="KSO_WM_TEMPLATE_ASSEMBLE_XID" val="63156d2459d53ee3cde22885"/>
  <p:tag name="KSO_WM_TEMPLATE_ASSEMBLE_GROUPID" val="62cb92ed67e1b3ac3a0df933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EFAULT_FONT" val="24;30;2"/>
  <p:tag name="KSO_WM_UNIT_BLOCK" val="0"/>
  <p:tag name="KSO_WM_UNIT_DEC_AREA_ID" val="729cfe767e514265b8b6e98bba9614de"/>
  <p:tag name="KSO_WM_UNIT_ISCONTENTSTITLE" val="0"/>
  <p:tag name="KSO_WM_UNIT_ISNUMDGMTITLE" val="0"/>
  <p:tag name="KSO_WM_UNIT_PRESET_TEXT" val="单击此处添加副标题"/>
  <p:tag name="KSO_WM_UNIT_NOCLEAR" val="0"/>
  <p:tag name="KSO_WM_UNIT_VALUE" val="13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diagram20220769_1*b*1"/>
  <p:tag name="KSO_WM_TEMPLATE_CATEGORY" val="diagram"/>
  <p:tag name="KSO_WM_TEMPLATE_INDEX" val="20220769"/>
  <p:tag name="KSO_WM_UNIT_LAYERLEVEL" val="1"/>
  <p:tag name="KSO_WM_TAG_VERSION" val="1.0"/>
  <p:tag name="KSO_WM_BEAUTIFY_FLAG" val="#wm#"/>
  <p:tag name="KSO_WM_CHIP_GROUPID" val="6192042818adb49c6c1f3bc3"/>
  <p:tag name="KSO_WM_CHIP_XID" val="6192042818adb49c6c1f3bc0"/>
  <p:tag name="KSO_WM_UNIT_TEXT_FILL_FORE_SCHEMECOLOR_INDEX_BRIGHTNESS" val="0"/>
  <p:tag name="KSO_WM_UNIT_TEXT_FILL_FORE_SCHEMECOLOR_INDEX" val="5"/>
  <p:tag name="KSO_WM_UNIT_TEXT_FILL_TYPE" val="1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23075_1"/>
  <p:tag name="KSO_WM_TEMPLATE_SUBCATEGORY" val="21"/>
  <p:tag name="KSO_WM_TEMPLATE_MASTER_TYPE" val="1"/>
  <p:tag name="KSO_WM_TEMPLATE_COLOR_TYPE" val="1"/>
  <p:tag name="KSO_WM_SLIDE_TYPE" val="title"/>
  <p:tag name="KSO_WM_SLIDE_SUBTYPE" val="pureTxt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23075"/>
  <p:tag name="KSO_WM_SLIDE_LAYOUT" val="a_f"/>
  <p:tag name="KSO_WM_SLIDE_LAYOUT_CNT" val="1_2"/>
  <p:tag name="KSO_WM_UNIT_SHOW_EDIT_AREA_INDICATION" val="1"/>
  <p:tag name="KSO_WM_TEMPLATE_THUMBS_INDEX" val="1、2、6、7、9、25"/>
  <p:tag name="KSO_WM_CHIP_INFOS" val="{&quot;type&quot;:0,&quot;layout_type&quot;:&quot;1_NF_LC_7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,&quot;扁平风&quot;,&quot;手绘风&quot;,&quot;立体风&quot;,&quot;炫酷&quot;,&quot;复古风&quot;,&quot;科技风&quot;,&quot;水彩风&quot;,&quot;ios风&quot;,&quot;快闪&quot;,&quot;波普风&quot;,&quot;孟菲斯&quot;,&quot;蒸汽波&quot;,&quot;MBE&quot;,&quot;剪纸风&quot;,&quot;酸性风&quot;,&quot;像素风&quot;,&quot;涂鸦风&quot;,&quot;实景&quot;]},&quot;slide_type&quot;:[&quot;title&quot;,&quot;sectionTitle&quot;,&quot;contents&quot;,&quot;endPage&quot;],&quot;useType&quot;:[&quot;ppt&quot;]}"/>
  <p:tag name="KSO_WM_CHIP_XID" val="614a9d9b1e630cfd8f114d27"/>
  <p:tag name="KSO_WM_CHIP_FILLPROP" val="[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m&quot;,&quot;chip_types&quot;:[&quot;diagram&quot;,&quot;header&quot;]}],[{&quot;text_align&quot;:&quot;rm&quot;,&quot;text_direction&quot;:&quot;horizontal&quot;,&quot;support_big_font&quot;:false,&quot;picture_toward&quot;:0,&quot;picture_dockside&quot;:[],&quot;fill_id&quot;:&quot;3b50f7cce9dd429da8d2fb599840cb10&quot;,&quot;fill_align&quot;:&quot;rb&quot;,&quot;chip_types&quot;:[&quot;header&quot;]}],[{&quot;text_align&quot;:&quot;rm&quot;,&quot;text_direction&quot;:&quot;horizontal&quot;,&quot;support_big_font&quot;:false,&quot;picture_toward&quot;:0,&quot;picture_dockside&quot;:[],&quot;fill_id&quot;:&quot;3b50f7cce9dd429da8d2fb599840cb10&quot;,&quot;fill_align&quot;:&quot;rt&quot;,&quot;chip_types&quot;:[&quot;header&quot;]}],[{&quot;text_align&quot;:&quot;rm&quot;,&quot;text_direction&quot;:&quot;horizontal&quot;,&quot;support_big_font&quot;:false,&quot;picture_toward&quot;:0,&quot;picture_dockside&quot;:[],&quot;fill_id&quot;:&quot;3b50f7cce9dd429da8d2fb599840cb10&quot;,&quot;fill_align&quot;:&quot;rm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t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lt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b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lb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m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lm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cm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cm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ct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ct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cb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cb&quot;,&quot;chip_types&quot;:[&quot;header&quot;]}]]"/>
  <p:tag name="KSO_WM_CHIP_DECFILLPROP" val="[]"/>
  <p:tag name="KSO_WM_CHIP_GROUPID" val="614a9d9b1e630cfd8f114d26"/>
  <p:tag name="KSO_WM_SLIDE_LAYOUT_INFO" val="{&quot;id&quot;:&quot;2022-09-05T11:30:32&quot;,&quot;margin&quot;:{&quot;bottom&quot;:3.684757709503174,&quot;left&quot;:0.9507361650466919,&quot;right&quot;:14.313993453979492,&quot;top&quot;:5.182305335998535},&quot;type&quot;:0}"/>
  <p:tag name="KSO_WM_SLIDE_BK_DARK_LIGHT" val="2"/>
  <p:tag name="KSO_WM_SLIDE_BACKGROUND_TYPE" val="general"/>
  <p:tag name="KSO_WM_SLIDE_SUPPORT_FEATURE_TYPE" val="0"/>
  <p:tag name="KSO_WM_TEMPLATE_MASTER_THUMB_INDEX" val="12"/>
  <p:tag name="KSO_WM_CHIP_COLORING" val="1"/>
  <p:tag name="KSO_WM_TEMPLATE_ASSEMBLE_XID" val="63156d2459d53ee3cde22885"/>
  <p:tag name="KSO_WM_TEMPLATE_ASSEMBLE_GROUPID" val="62cb92ed67e1b3ac3a0df933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EFAULT_FONT" val="24;30;2"/>
  <p:tag name="KSO_WM_UNIT_BLOCK" val="0"/>
  <p:tag name="KSO_WM_UNIT_DEC_AREA_ID" val="729cfe767e514265b8b6e98bba9614de"/>
  <p:tag name="KSO_WM_UNIT_ISCONTENTSTITLE" val="0"/>
  <p:tag name="KSO_WM_UNIT_ISNUMDGMTITLE" val="0"/>
  <p:tag name="KSO_WM_UNIT_PRESET_TEXT" val="单击此处添加副标题"/>
  <p:tag name="KSO_WM_UNIT_NOCLEAR" val="0"/>
  <p:tag name="KSO_WM_UNIT_VALUE" val="13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diagram20220769_1*b*1"/>
  <p:tag name="KSO_WM_TEMPLATE_CATEGORY" val="diagram"/>
  <p:tag name="KSO_WM_TEMPLATE_INDEX" val="20220769"/>
  <p:tag name="KSO_WM_UNIT_LAYERLEVEL" val="1"/>
  <p:tag name="KSO_WM_TAG_VERSION" val="1.0"/>
  <p:tag name="KSO_WM_BEAUTIFY_FLAG" val="#wm#"/>
  <p:tag name="KSO_WM_CHIP_GROUPID" val="6192042818adb49c6c1f3bc3"/>
  <p:tag name="KSO_WM_CHIP_XID" val="6192042818adb49c6c1f3bc0"/>
  <p:tag name="KSO_WM_UNIT_TEXT_FILL_FORE_SCHEMECOLOR_INDEX_BRIGHTNESS" val="0"/>
  <p:tag name="KSO_WM_UNIT_TEXT_FILL_FORE_SCHEMECOLOR_INDEX" val="5"/>
  <p:tag name="KSO_WM_UNIT_TEXT_FILL_TYPE" val="1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23075_1"/>
  <p:tag name="KSO_WM_TEMPLATE_SUBCATEGORY" val="21"/>
  <p:tag name="KSO_WM_TEMPLATE_MASTER_TYPE" val="1"/>
  <p:tag name="KSO_WM_TEMPLATE_COLOR_TYPE" val="1"/>
  <p:tag name="KSO_WM_SLIDE_TYPE" val="title"/>
  <p:tag name="KSO_WM_SLIDE_SUBTYPE" val="pureTxt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23075"/>
  <p:tag name="KSO_WM_SLIDE_LAYOUT" val="a_f"/>
  <p:tag name="KSO_WM_SLIDE_LAYOUT_CNT" val="1_2"/>
  <p:tag name="KSO_WM_UNIT_SHOW_EDIT_AREA_INDICATION" val="1"/>
  <p:tag name="KSO_WM_TEMPLATE_THUMBS_INDEX" val="1、2、6、7、9、25"/>
  <p:tag name="KSO_WM_CHIP_INFOS" val="{&quot;type&quot;:0,&quot;layout_type&quot;:&quot;1_NF_LC_7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,&quot;扁平风&quot;,&quot;手绘风&quot;,&quot;立体风&quot;,&quot;炫酷&quot;,&quot;复古风&quot;,&quot;科技风&quot;,&quot;水彩风&quot;,&quot;ios风&quot;,&quot;快闪&quot;,&quot;波普风&quot;,&quot;孟菲斯&quot;,&quot;蒸汽波&quot;,&quot;MBE&quot;,&quot;剪纸风&quot;,&quot;酸性风&quot;,&quot;像素风&quot;,&quot;涂鸦风&quot;,&quot;实景&quot;]},&quot;slide_type&quot;:[&quot;title&quot;,&quot;sectionTitle&quot;,&quot;contents&quot;,&quot;endPage&quot;],&quot;useType&quot;:[&quot;ppt&quot;]}"/>
  <p:tag name="KSO_WM_CHIP_XID" val="614a9d9b1e630cfd8f114d27"/>
  <p:tag name="KSO_WM_CHIP_FILLPROP" val="[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m&quot;,&quot;chip_types&quot;:[&quot;diagram&quot;,&quot;header&quot;]}],[{&quot;text_align&quot;:&quot;rm&quot;,&quot;text_direction&quot;:&quot;horizontal&quot;,&quot;support_big_font&quot;:false,&quot;picture_toward&quot;:0,&quot;picture_dockside&quot;:[],&quot;fill_id&quot;:&quot;3b50f7cce9dd429da8d2fb599840cb10&quot;,&quot;fill_align&quot;:&quot;rb&quot;,&quot;chip_types&quot;:[&quot;header&quot;]}],[{&quot;text_align&quot;:&quot;rm&quot;,&quot;text_direction&quot;:&quot;horizontal&quot;,&quot;support_big_font&quot;:false,&quot;picture_toward&quot;:0,&quot;picture_dockside&quot;:[],&quot;fill_id&quot;:&quot;3b50f7cce9dd429da8d2fb599840cb10&quot;,&quot;fill_align&quot;:&quot;rt&quot;,&quot;chip_types&quot;:[&quot;header&quot;]}],[{&quot;text_align&quot;:&quot;rm&quot;,&quot;text_direction&quot;:&quot;horizontal&quot;,&quot;support_big_font&quot;:false,&quot;picture_toward&quot;:0,&quot;picture_dockside&quot;:[],&quot;fill_id&quot;:&quot;3b50f7cce9dd429da8d2fb599840cb10&quot;,&quot;fill_align&quot;:&quot;rm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t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lt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b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lb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m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lm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cm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cm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ct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ct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cb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cb&quot;,&quot;chip_types&quot;:[&quot;header&quot;]}]]"/>
  <p:tag name="KSO_WM_CHIP_DECFILLPROP" val="[]"/>
  <p:tag name="KSO_WM_CHIP_GROUPID" val="614a9d9b1e630cfd8f114d26"/>
  <p:tag name="KSO_WM_SLIDE_LAYOUT_INFO" val="{&quot;id&quot;:&quot;2022-09-05T11:30:32&quot;,&quot;margin&quot;:{&quot;bottom&quot;:3.684757709503174,&quot;left&quot;:0.9507361650466919,&quot;right&quot;:14.313993453979492,&quot;top&quot;:5.182305335998535},&quot;type&quot;:0}"/>
  <p:tag name="KSO_WM_SLIDE_BK_DARK_LIGHT" val="2"/>
  <p:tag name="KSO_WM_SLIDE_BACKGROUND_TYPE" val="general"/>
  <p:tag name="KSO_WM_SLIDE_SUPPORT_FEATURE_TYPE" val="0"/>
  <p:tag name="KSO_WM_TEMPLATE_MASTER_THUMB_INDEX" val="12"/>
  <p:tag name="KSO_WM_CHIP_COLORING" val="1"/>
  <p:tag name="KSO_WM_TEMPLATE_ASSEMBLE_XID" val="63156d2459d53ee3cde22885"/>
  <p:tag name="KSO_WM_TEMPLATE_ASSEMBLE_GROUPID" val="62cb92ed67e1b3ac3a0df933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EFAULT_FONT" val="24;30;2"/>
  <p:tag name="KSO_WM_UNIT_BLOCK" val="0"/>
  <p:tag name="KSO_WM_UNIT_DEC_AREA_ID" val="729cfe767e514265b8b6e98bba9614de"/>
  <p:tag name="KSO_WM_UNIT_ISCONTENTSTITLE" val="0"/>
  <p:tag name="KSO_WM_UNIT_ISNUMDGMTITLE" val="0"/>
  <p:tag name="KSO_WM_UNIT_PRESET_TEXT" val="单击此处添加副标题"/>
  <p:tag name="KSO_WM_UNIT_NOCLEAR" val="0"/>
  <p:tag name="KSO_WM_UNIT_VALUE" val="13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diagram20220769_1*b*1"/>
  <p:tag name="KSO_WM_TEMPLATE_CATEGORY" val="diagram"/>
  <p:tag name="KSO_WM_TEMPLATE_INDEX" val="20220769"/>
  <p:tag name="KSO_WM_UNIT_LAYERLEVEL" val="1"/>
  <p:tag name="KSO_WM_TAG_VERSION" val="1.0"/>
  <p:tag name="KSO_WM_BEAUTIFY_FLAG" val="#wm#"/>
  <p:tag name="KSO_WM_CHIP_GROUPID" val="6192042818adb49c6c1f3bc3"/>
  <p:tag name="KSO_WM_CHIP_XID" val="6192042818adb49c6c1f3bc0"/>
  <p:tag name="KSO_WM_UNIT_TEXT_FILL_FORE_SCHEMECOLOR_INDEX_BRIGHTNESS" val="0"/>
  <p:tag name="KSO_WM_UNIT_TEXT_FILL_FORE_SCHEMECOLOR_INDEX" val="5"/>
  <p:tag name="KSO_WM_UNIT_TEXT_FILL_TYPE" val="1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23075_1"/>
  <p:tag name="KSO_WM_TEMPLATE_SUBCATEGORY" val="21"/>
  <p:tag name="KSO_WM_TEMPLATE_MASTER_TYPE" val="1"/>
  <p:tag name="KSO_WM_TEMPLATE_COLOR_TYPE" val="1"/>
  <p:tag name="KSO_WM_SLIDE_TYPE" val="title"/>
  <p:tag name="KSO_WM_SLIDE_SUBTYPE" val="pureTxt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23075"/>
  <p:tag name="KSO_WM_SLIDE_LAYOUT" val="a_f"/>
  <p:tag name="KSO_WM_SLIDE_LAYOUT_CNT" val="1_2"/>
  <p:tag name="KSO_WM_UNIT_SHOW_EDIT_AREA_INDICATION" val="1"/>
  <p:tag name="KSO_WM_TEMPLATE_THUMBS_INDEX" val="1、2、6、7、9、25"/>
  <p:tag name="KSO_WM_CHIP_INFOS" val="{&quot;type&quot;:0,&quot;layout_type&quot;:&quot;1_NF_LC_7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,&quot;扁平风&quot;,&quot;手绘风&quot;,&quot;立体风&quot;,&quot;炫酷&quot;,&quot;复古风&quot;,&quot;科技风&quot;,&quot;水彩风&quot;,&quot;ios风&quot;,&quot;快闪&quot;,&quot;波普风&quot;,&quot;孟菲斯&quot;,&quot;蒸汽波&quot;,&quot;MBE&quot;,&quot;剪纸风&quot;,&quot;酸性风&quot;,&quot;像素风&quot;,&quot;涂鸦风&quot;,&quot;实景&quot;]},&quot;slide_type&quot;:[&quot;title&quot;,&quot;sectionTitle&quot;,&quot;contents&quot;,&quot;endPage&quot;],&quot;useType&quot;:[&quot;ppt&quot;]}"/>
  <p:tag name="KSO_WM_CHIP_XID" val="614a9d9b1e630cfd8f114d27"/>
  <p:tag name="KSO_WM_CHIP_FILLPROP" val="[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m&quot;,&quot;chip_types&quot;:[&quot;diagram&quot;,&quot;header&quot;]}],[{&quot;text_align&quot;:&quot;rm&quot;,&quot;text_direction&quot;:&quot;horizontal&quot;,&quot;support_big_font&quot;:false,&quot;picture_toward&quot;:0,&quot;picture_dockside&quot;:[],&quot;fill_id&quot;:&quot;3b50f7cce9dd429da8d2fb599840cb10&quot;,&quot;fill_align&quot;:&quot;rb&quot;,&quot;chip_types&quot;:[&quot;header&quot;]}],[{&quot;text_align&quot;:&quot;rm&quot;,&quot;text_direction&quot;:&quot;horizontal&quot;,&quot;support_big_font&quot;:false,&quot;picture_toward&quot;:0,&quot;picture_dockside&quot;:[],&quot;fill_id&quot;:&quot;3b50f7cce9dd429da8d2fb599840cb10&quot;,&quot;fill_align&quot;:&quot;rt&quot;,&quot;chip_types&quot;:[&quot;header&quot;]}],[{&quot;text_align&quot;:&quot;rm&quot;,&quot;text_direction&quot;:&quot;horizontal&quot;,&quot;support_big_font&quot;:false,&quot;picture_toward&quot;:0,&quot;picture_dockside&quot;:[],&quot;fill_id&quot;:&quot;3b50f7cce9dd429da8d2fb599840cb10&quot;,&quot;fill_align&quot;:&quot;rm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t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lt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b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lb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m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lm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cm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cm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ct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ct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cb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cb&quot;,&quot;chip_types&quot;:[&quot;header&quot;]}]]"/>
  <p:tag name="KSO_WM_CHIP_DECFILLPROP" val="[]"/>
  <p:tag name="KSO_WM_CHIP_GROUPID" val="614a9d9b1e630cfd8f114d26"/>
  <p:tag name="KSO_WM_SLIDE_LAYOUT_INFO" val="{&quot;id&quot;:&quot;2022-09-05T11:30:32&quot;,&quot;margin&quot;:{&quot;bottom&quot;:3.684757709503174,&quot;left&quot;:0.9507361650466919,&quot;right&quot;:14.313993453979492,&quot;top&quot;:5.182305335998535},&quot;type&quot;:0}"/>
  <p:tag name="KSO_WM_SLIDE_BK_DARK_LIGHT" val="2"/>
  <p:tag name="KSO_WM_SLIDE_BACKGROUND_TYPE" val="general"/>
  <p:tag name="KSO_WM_SLIDE_SUPPORT_FEATURE_TYPE" val="0"/>
  <p:tag name="KSO_WM_TEMPLATE_MASTER_THUMB_INDEX" val="12"/>
  <p:tag name="KSO_WM_CHIP_COLORING" val="1"/>
  <p:tag name="KSO_WM_TEMPLATE_ASSEMBLE_XID" val="63156d2459d53ee3cde22885"/>
  <p:tag name="KSO_WM_TEMPLATE_ASSEMBLE_GROUPID" val="62cb92ed67e1b3ac3a0df933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EFAULT_FONT" val="24;30;2"/>
  <p:tag name="KSO_WM_UNIT_BLOCK" val="0"/>
  <p:tag name="KSO_WM_UNIT_DEC_AREA_ID" val="729cfe767e514265b8b6e98bba9614de"/>
  <p:tag name="KSO_WM_UNIT_ISCONTENTSTITLE" val="0"/>
  <p:tag name="KSO_WM_UNIT_ISNUMDGMTITLE" val="0"/>
  <p:tag name="KSO_WM_UNIT_PRESET_TEXT" val="单击此处添加副标题"/>
  <p:tag name="KSO_WM_UNIT_NOCLEAR" val="0"/>
  <p:tag name="KSO_WM_UNIT_VALUE" val="13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diagram20220769_1*b*1"/>
  <p:tag name="KSO_WM_TEMPLATE_CATEGORY" val="diagram"/>
  <p:tag name="KSO_WM_TEMPLATE_INDEX" val="20220769"/>
  <p:tag name="KSO_WM_UNIT_LAYERLEVEL" val="1"/>
  <p:tag name="KSO_WM_TAG_VERSION" val="1.0"/>
  <p:tag name="KSO_WM_BEAUTIFY_FLAG" val="#wm#"/>
  <p:tag name="KSO_WM_CHIP_GROUPID" val="6192042818adb49c6c1f3bc3"/>
  <p:tag name="KSO_WM_CHIP_XID" val="6192042818adb49c6c1f3bc0"/>
  <p:tag name="KSO_WM_UNIT_TEXT_FILL_FORE_SCHEMECOLOR_INDEX_BRIGHTNESS" val="0"/>
  <p:tag name="KSO_WM_UNIT_TEXT_FILL_FORE_SCHEMECOLOR_INDEX" val="5"/>
  <p:tag name="KSO_WM_UNIT_TEXT_FILL_TYPE" val="1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23075_1"/>
  <p:tag name="KSO_WM_TEMPLATE_SUBCATEGORY" val="21"/>
  <p:tag name="KSO_WM_TEMPLATE_MASTER_TYPE" val="1"/>
  <p:tag name="KSO_WM_TEMPLATE_COLOR_TYPE" val="1"/>
  <p:tag name="KSO_WM_SLIDE_TYPE" val="title"/>
  <p:tag name="KSO_WM_SLIDE_SUBTYPE" val="pureTxt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23075"/>
  <p:tag name="KSO_WM_SLIDE_LAYOUT" val="a_f"/>
  <p:tag name="KSO_WM_SLIDE_LAYOUT_CNT" val="1_2"/>
  <p:tag name="KSO_WM_UNIT_SHOW_EDIT_AREA_INDICATION" val="1"/>
  <p:tag name="KSO_WM_TEMPLATE_THUMBS_INDEX" val="1、2、6、7、9、25"/>
  <p:tag name="KSO_WM_CHIP_INFOS" val="{&quot;type&quot;:0,&quot;layout_type&quot;:&quot;1_NF_LC_7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,&quot;扁平风&quot;,&quot;手绘风&quot;,&quot;立体风&quot;,&quot;炫酷&quot;,&quot;复古风&quot;,&quot;科技风&quot;,&quot;水彩风&quot;,&quot;ios风&quot;,&quot;快闪&quot;,&quot;波普风&quot;,&quot;孟菲斯&quot;,&quot;蒸汽波&quot;,&quot;MBE&quot;,&quot;剪纸风&quot;,&quot;酸性风&quot;,&quot;像素风&quot;,&quot;涂鸦风&quot;,&quot;实景&quot;]},&quot;slide_type&quot;:[&quot;title&quot;,&quot;sectionTitle&quot;,&quot;contents&quot;,&quot;endPage&quot;],&quot;useType&quot;:[&quot;ppt&quot;]}"/>
  <p:tag name="KSO_WM_CHIP_XID" val="614a9d9b1e630cfd8f114d27"/>
  <p:tag name="KSO_WM_CHIP_FILLPROP" val="[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m&quot;,&quot;chip_types&quot;:[&quot;diagram&quot;,&quot;header&quot;]}],[{&quot;text_align&quot;:&quot;rm&quot;,&quot;text_direction&quot;:&quot;horizontal&quot;,&quot;support_big_font&quot;:false,&quot;picture_toward&quot;:0,&quot;picture_dockside&quot;:[],&quot;fill_id&quot;:&quot;3b50f7cce9dd429da8d2fb599840cb10&quot;,&quot;fill_align&quot;:&quot;rb&quot;,&quot;chip_types&quot;:[&quot;header&quot;]}],[{&quot;text_align&quot;:&quot;rm&quot;,&quot;text_direction&quot;:&quot;horizontal&quot;,&quot;support_big_font&quot;:false,&quot;picture_toward&quot;:0,&quot;picture_dockside&quot;:[],&quot;fill_id&quot;:&quot;3b50f7cce9dd429da8d2fb599840cb10&quot;,&quot;fill_align&quot;:&quot;rt&quot;,&quot;chip_types&quot;:[&quot;header&quot;]}],[{&quot;text_align&quot;:&quot;rm&quot;,&quot;text_direction&quot;:&quot;horizontal&quot;,&quot;support_big_font&quot;:false,&quot;picture_toward&quot;:0,&quot;picture_dockside&quot;:[],&quot;fill_id&quot;:&quot;3b50f7cce9dd429da8d2fb599840cb10&quot;,&quot;fill_align&quot;:&quot;rm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t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lt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b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lb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m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lm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cm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cm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ct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ct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cb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cb&quot;,&quot;chip_types&quot;:[&quot;header&quot;]}]]"/>
  <p:tag name="KSO_WM_CHIP_DECFILLPROP" val="[]"/>
  <p:tag name="KSO_WM_CHIP_GROUPID" val="614a9d9b1e630cfd8f114d26"/>
  <p:tag name="KSO_WM_SLIDE_LAYOUT_INFO" val="{&quot;id&quot;:&quot;2022-09-05T11:30:32&quot;,&quot;margin&quot;:{&quot;bottom&quot;:3.684757709503174,&quot;left&quot;:0.9507361650466919,&quot;right&quot;:14.313993453979492,&quot;top&quot;:5.182305335998535},&quot;type&quot;:0}"/>
  <p:tag name="KSO_WM_SLIDE_BK_DARK_LIGHT" val="2"/>
  <p:tag name="KSO_WM_SLIDE_BACKGROUND_TYPE" val="general"/>
  <p:tag name="KSO_WM_SLIDE_SUPPORT_FEATURE_TYPE" val="0"/>
  <p:tag name="KSO_WM_TEMPLATE_MASTER_THUMB_INDEX" val="12"/>
  <p:tag name="KSO_WM_CHIP_COLORING" val="1"/>
  <p:tag name="KSO_WM_TEMPLATE_ASSEMBLE_XID" val="63156d2459d53ee3cde22885"/>
  <p:tag name="KSO_WM_TEMPLATE_ASSEMBLE_GROUPID" val="62cb92ed67e1b3ac3a0df933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EFAULT_FONT" val="24;30;2"/>
  <p:tag name="KSO_WM_UNIT_BLOCK" val="0"/>
  <p:tag name="KSO_WM_UNIT_DEC_AREA_ID" val="729cfe767e514265b8b6e98bba9614de"/>
  <p:tag name="KSO_WM_UNIT_ISCONTENTSTITLE" val="0"/>
  <p:tag name="KSO_WM_UNIT_ISNUMDGMTITLE" val="0"/>
  <p:tag name="KSO_WM_UNIT_PRESET_TEXT" val="单击此处添加副标题"/>
  <p:tag name="KSO_WM_UNIT_NOCLEAR" val="0"/>
  <p:tag name="KSO_WM_UNIT_VALUE" val="13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diagram20220769_1*b*1"/>
  <p:tag name="KSO_WM_TEMPLATE_CATEGORY" val="diagram"/>
  <p:tag name="KSO_WM_TEMPLATE_INDEX" val="20220769"/>
  <p:tag name="KSO_WM_UNIT_LAYERLEVEL" val="1"/>
  <p:tag name="KSO_WM_TAG_VERSION" val="1.0"/>
  <p:tag name="KSO_WM_BEAUTIFY_FLAG" val="#wm#"/>
  <p:tag name="KSO_WM_CHIP_GROUPID" val="6192042818adb49c6c1f3bc3"/>
  <p:tag name="KSO_WM_CHIP_XID" val="6192042818adb49c6c1f3bc0"/>
  <p:tag name="KSO_WM_UNIT_TEXT_FILL_FORE_SCHEMECOLOR_INDEX_BRIGHTNESS" val="0"/>
  <p:tag name="KSO_WM_UNIT_TEXT_FILL_FORE_SCHEMECOLOR_INDEX" val="5"/>
  <p:tag name="KSO_WM_UNIT_TEXT_FILL_TYPE" val="1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23075_1"/>
  <p:tag name="KSO_WM_TEMPLATE_SUBCATEGORY" val="21"/>
  <p:tag name="KSO_WM_TEMPLATE_MASTER_TYPE" val="1"/>
  <p:tag name="KSO_WM_TEMPLATE_COLOR_TYPE" val="1"/>
  <p:tag name="KSO_WM_SLIDE_TYPE" val="title"/>
  <p:tag name="KSO_WM_SLIDE_SUBTYPE" val="pureTxt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23075"/>
  <p:tag name="KSO_WM_SLIDE_LAYOUT" val="a_f"/>
  <p:tag name="KSO_WM_SLIDE_LAYOUT_CNT" val="1_2"/>
  <p:tag name="KSO_WM_UNIT_SHOW_EDIT_AREA_INDICATION" val="1"/>
  <p:tag name="KSO_WM_TEMPLATE_THUMBS_INDEX" val="1、2、6、7、9、25"/>
  <p:tag name="KSO_WM_CHIP_INFOS" val="{&quot;type&quot;:0,&quot;layout_type&quot;:&quot;1_NF_LC_7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,&quot;扁平风&quot;,&quot;手绘风&quot;,&quot;立体风&quot;,&quot;炫酷&quot;,&quot;复古风&quot;,&quot;科技风&quot;,&quot;水彩风&quot;,&quot;ios风&quot;,&quot;快闪&quot;,&quot;波普风&quot;,&quot;孟菲斯&quot;,&quot;蒸汽波&quot;,&quot;MBE&quot;,&quot;剪纸风&quot;,&quot;酸性风&quot;,&quot;像素风&quot;,&quot;涂鸦风&quot;,&quot;实景&quot;]},&quot;slide_type&quot;:[&quot;title&quot;,&quot;sectionTitle&quot;,&quot;contents&quot;,&quot;endPage&quot;],&quot;useType&quot;:[&quot;ppt&quot;]}"/>
  <p:tag name="KSO_WM_CHIP_XID" val="614a9d9b1e630cfd8f114d27"/>
  <p:tag name="KSO_WM_CHIP_FILLPROP" val="[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m&quot;,&quot;chip_types&quot;:[&quot;diagram&quot;,&quot;header&quot;]}],[{&quot;text_align&quot;:&quot;rm&quot;,&quot;text_direction&quot;:&quot;horizontal&quot;,&quot;support_big_font&quot;:false,&quot;picture_toward&quot;:0,&quot;picture_dockside&quot;:[],&quot;fill_id&quot;:&quot;3b50f7cce9dd429da8d2fb599840cb10&quot;,&quot;fill_align&quot;:&quot;rb&quot;,&quot;chip_types&quot;:[&quot;header&quot;]}],[{&quot;text_align&quot;:&quot;rm&quot;,&quot;text_direction&quot;:&quot;horizontal&quot;,&quot;support_big_font&quot;:false,&quot;picture_toward&quot;:0,&quot;picture_dockside&quot;:[],&quot;fill_id&quot;:&quot;3b50f7cce9dd429da8d2fb599840cb10&quot;,&quot;fill_align&quot;:&quot;rt&quot;,&quot;chip_types&quot;:[&quot;header&quot;]}],[{&quot;text_align&quot;:&quot;rm&quot;,&quot;text_direction&quot;:&quot;horizontal&quot;,&quot;support_big_font&quot;:false,&quot;picture_toward&quot;:0,&quot;picture_dockside&quot;:[],&quot;fill_id&quot;:&quot;3b50f7cce9dd429da8d2fb599840cb10&quot;,&quot;fill_align&quot;:&quot;rm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t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lt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b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lb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m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lm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cm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cm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ct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ct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cb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cb&quot;,&quot;chip_types&quot;:[&quot;header&quot;]}]]"/>
  <p:tag name="KSO_WM_CHIP_DECFILLPROP" val="[]"/>
  <p:tag name="KSO_WM_CHIP_GROUPID" val="614a9d9b1e630cfd8f114d26"/>
  <p:tag name="KSO_WM_SLIDE_LAYOUT_INFO" val="{&quot;id&quot;:&quot;2022-09-05T11:30:32&quot;,&quot;margin&quot;:{&quot;bottom&quot;:3.684757709503174,&quot;left&quot;:0.9507361650466919,&quot;right&quot;:14.313993453979492,&quot;top&quot;:5.182305335998535},&quot;type&quot;:0}"/>
  <p:tag name="KSO_WM_SLIDE_BK_DARK_LIGHT" val="2"/>
  <p:tag name="KSO_WM_SLIDE_BACKGROUND_TYPE" val="general"/>
  <p:tag name="KSO_WM_SLIDE_SUPPORT_FEATURE_TYPE" val="0"/>
  <p:tag name="KSO_WM_TEMPLATE_MASTER_THUMB_INDEX" val="12"/>
  <p:tag name="KSO_WM_CHIP_COLORING" val="1"/>
  <p:tag name="KSO_WM_TEMPLATE_ASSEMBLE_XID" val="63156d2459d53ee3cde22885"/>
  <p:tag name="KSO_WM_TEMPLATE_ASSEMBLE_GROUPID" val="62cb92ed67e1b3ac3a0df933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EFAULT_FONT" val="24;30;2"/>
  <p:tag name="KSO_WM_UNIT_BLOCK" val="0"/>
  <p:tag name="KSO_WM_UNIT_DEC_AREA_ID" val="729cfe767e514265b8b6e98bba9614de"/>
  <p:tag name="KSO_WM_UNIT_ISCONTENTSTITLE" val="0"/>
  <p:tag name="KSO_WM_UNIT_ISNUMDGMTITLE" val="0"/>
  <p:tag name="KSO_WM_UNIT_PRESET_TEXT" val="单击此处添加副标题"/>
  <p:tag name="KSO_WM_UNIT_NOCLEAR" val="0"/>
  <p:tag name="KSO_WM_UNIT_VALUE" val="13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diagram20220769_1*b*1"/>
  <p:tag name="KSO_WM_TEMPLATE_CATEGORY" val="diagram"/>
  <p:tag name="KSO_WM_TEMPLATE_INDEX" val="20220769"/>
  <p:tag name="KSO_WM_UNIT_LAYERLEVEL" val="1"/>
  <p:tag name="KSO_WM_TAG_VERSION" val="1.0"/>
  <p:tag name="KSO_WM_BEAUTIFY_FLAG" val="#wm#"/>
  <p:tag name="KSO_WM_CHIP_GROUPID" val="6192042818adb49c6c1f3bc3"/>
  <p:tag name="KSO_WM_CHIP_XID" val="6192042818adb49c6c1f3bc0"/>
  <p:tag name="KSO_WM_UNIT_TEXT_FILL_FORE_SCHEMECOLOR_INDEX_BRIGHTNESS" val="0"/>
  <p:tag name="KSO_WM_UNIT_TEXT_FILL_FORE_SCHEMECOLOR_INDEX" val="5"/>
  <p:tag name="KSO_WM_UNIT_TEXT_FILL_TYPE" val="1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23075_1"/>
  <p:tag name="KSO_WM_TEMPLATE_SUBCATEGORY" val="21"/>
  <p:tag name="KSO_WM_TEMPLATE_MASTER_TYPE" val="1"/>
  <p:tag name="KSO_WM_TEMPLATE_COLOR_TYPE" val="1"/>
  <p:tag name="KSO_WM_SLIDE_TYPE" val="title"/>
  <p:tag name="KSO_WM_SLIDE_SUBTYPE" val="pureTxt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23075"/>
  <p:tag name="KSO_WM_SLIDE_LAYOUT" val="a_f"/>
  <p:tag name="KSO_WM_SLIDE_LAYOUT_CNT" val="1_2"/>
  <p:tag name="KSO_WM_UNIT_SHOW_EDIT_AREA_INDICATION" val="1"/>
  <p:tag name="KSO_WM_TEMPLATE_THUMBS_INDEX" val="1、2、6、7、9、25"/>
  <p:tag name="KSO_WM_CHIP_INFOS" val="{&quot;type&quot;:0,&quot;layout_type&quot;:&quot;1_NF_LC_7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,&quot;扁平风&quot;,&quot;手绘风&quot;,&quot;立体风&quot;,&quot;炫酷&quot;,&quot;复古风&quot;,&quot;科技风&quot;,&quot;水彩风&quot;,&quot;ios风&quot;,&quot;快闪&quot;,&quot;波普风&quot;,&quot;孟菲斯&quot;,&quot;蒸汽波&quot;,&quot;MBE&quot;,&quot;剪纸风&quot;,&quot;酸性风&quot;,&quot;像素风&quot;,&quot;涂鸦风&quot;,&quot;实景&quot;]},&quot;slide_type&quot;:[&quot;title&quot;,&quot;sectionTitle&quot;,&quot;contents&quot;,&quot;endPage&quot;],&quot;useType&quot;:[&quot;ppt&quot;]}"/>
  <p:tag name="KSO_WM_CHIP_XID" val="614a9d9b1e630cfd8f114d27"/>
  <p:tag name="KSO_WM_CHIP_FILLPROP" val="[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m&quot;,&quot;chip_types&quot;:[&quot;diagram&quot;,&quot;header&quot;]}],[{&quot;text_align&quot;:&quot;rm&quot;,&quot;text_direction&quot;:&quot;horizontal&quot;,&quot;support_big_font&quot;:false,&quot;picture_toward&quot;:0,&quot;picture_dockside&quot;:[],&quot;fill_id&quot;:&quot;3b50f7cce9dd429da8d2fb599840cb10&quot;,&quot;fill_align&quot;:&quot;rb&quot;,&quot;chip_types&quot;:[&quot;header&quot;]}],[{&quot;text_align&quot;:&quot;rm&quot;,&quot;text_direction&quot;:&quot;horizontal&quot;,&quot;support_big_font&quot;:false,&quot;picture_toward&quot;:0,&quot;picture_dockside&quot;:[],&quot;fill_id&quot;:&quot;3b50f7cce9dd429da8d2fb599840cb10&quot;,&quot;fill_align&quot;:&quot;rt&quot;,&quot;chip_types&quot;:[&quot;header&quot;]}],[{&quot;text_align&quot;:&quot;rm&quot;,&quot;text_direction&quot;:&quot;horizontal&quot;,&quot;support_big_font&quot;:false,&quot;picture_toward&quot;:0,&quot;picture_dockside&quot;:[],&quot;fill_id&quot;:&quot;3b50f7cce9dd429da8d2fb599840cb10&quot;,&quot;fill_align&quot;:&quot;rm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t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lt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b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lb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m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lm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cm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cm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ct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ct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cb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cb&quot;,&quot;chip_types&quot;:[&quot;header&quot;]}]]"/>
  <p:tag name="KSO_WM_CHIP_DECFILLPROP" val="[]"/>
  <p:tag name="KSO_WM_CHIP_GROUPID" val="614a9d9b1e630cfd8f114d26"/>
  <p:tag name="KSO_WM_SLIDE_LAYOUT_INFO" val="{&quot;id&quot;:&quot;2022-09-05T11:30:32&quot;,&quot;margin&quot;:{&quot;bottom&quot;:3.684757709503174,&quot;left&quot;:0.9507361650466919,&quot;right&quot;:14.313993453979492,&quot;top&quot;:5.182305335998535},&quot;type&quot;:0}"/>
  <p:tag name="KSO_WM_SLIDE_BK_DARK_LIGHT" val="2"/>
  <p:tag name="KSO_WM_SLIDE_BACKGROUND_TYPE" val="general"/>
  <p:tag name="KSO_WM_SLIDE_SUPPORT_FEATURE_TYPE" val="0"/>
  <p:tag name="KSO_WM_TEMPLATE_MASTER_THUMB_INDEX" val="12"/>
  <p:tag name="KSO_WM_CHIP_COLORING" val="1"/>
  <p:tag name="KSO_WM_TEMPLATE_ASSEMBLE_XID" val="63156d2459d53ee3cde22885"/>
  <p:tag name="KSO_WM_TEMPLATE_ASSEMBLE_GROUPID" val="62cb92ed67e1b3ac3a0df933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EFAULT_FONT" val="24;30;2"/>
  <p:tag name="KSO_WM_UNIT_BLOCK" val="0"/>
  <p:tag name="KSO_WM_UNIT_DEC_AREA_ID" val="729cfe767e514265b8b6e98bba9614de"/>
  <p:tag name="KSO_WM_UNIT_ISCONTENTSTITLE" val="0"/>
  <p:tag name="KSO_WM_UNIT_ISNUMDGMTITLE" val="0"/>
  <p:tag name="KSO_WM_UNIT_PRESET_TEXT" val="单击此处添加副标题"/>
  <p:tag name="KSO_WM_UNIT_NOCLEAR" val="0"/>
  <p:tag name="KSO_WM_UNIT_VALUE" val="13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diagram20220769_1*b*1"/>
  <p:tag name="KSO_WM_TEMPLATE_CATEGORY" val="diagram"/>
  <p:tag name="KSO_WM_TEMPLATE_INDEX" val="20220769"/>
  <p:tag name="KSO_WM_UNIT_LAYERLEVEL" val="1"/>
  <p:tag name="KSO_WM_TAG_VERSION" val="1.0"/>
  <p:tag name="KSO_WM_BEAUTIFY_FLAG" val="#wm#"/>
  <p:tag name="KSO_WM_CHIP_GROUPID" val="6192042818adb49c6c1f3bc3"/>
  <p:tag name="KSO_WM_CHIP_XID" val="6192042818adb49c6c1f3bc0"/>
  <p:tag name="KSO_WM_UNIT_TEXT_FILL_FORE_SCHEMECOLOR_INDEX_BRIGHTNESS" val="0"/>
  <p:tag name="KSO_WM_UNIT_TEXT_FILL_FORE_SCHEMECOLOR_INDEX" val="5"/>
  <p:tag name="KSO_WM_UNIT_TEXT_FILL_TYPE" val="1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23075_1"/>
  <p:tag name="KSO_WM_TEMPLATE_SUBCATEGORY" val="21"/>
  <p:tag name="KSO_WM_TEMPLATE_MASTER_TYPE" val="1"/>
  <p:tag name="KSO_WM_TEMPLATE_COLOR_TYPE" val="1"/>
  <p:tag name="KSO_WM_SLIDE_TYPE" val="title"/>
  <p:tag name="KSO_WM_SLIDE_SUBTYPE" val="pureTxt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23075"/>
  <p:tag name="KSO_WM_SLIDE_LAYOUT" val="a_f"/>
  <p:tag name="KSO_WM_SLIDE_LAYOUT_CNT" val="1_2"/>
  <p:tag name="KSO_WM_UNIT_SHOW_EDIT_AREA_INDICATION" val="1"/>
  <p:tag name="KSO_WM_TEMPLATE_THUMBS_INDEX" val="1、2、6、7、9、25"/>
  <p:tag name="KSO_WM_CHIP_INFOS" val="{&quot;type&quot;:0,&quot;layout_type&quot;:&quot;1_NF_LC_7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,&quot;扁平风&quot;,&quot;手绘风&quot;,&quot;立体风&quot;,&quot;炫酷&quot;,&quot;复古风&quot;,&quot;科技风&quot;,&quot;水彩风&quot;,&quot;ios风&quot;,&quot;快闪&quot;,&quot;波普风&quot;,&quot;孟菲斯&quot;,&quot;蒸汽波&quot;,&quot;MBE&quot;,&quot;剪纸风&quot;,&quot;酸性风&quot;,&quot;像素风&quot;,&quot;涂鸦风&quot;,&quot;实景&quot;]},&quot;slide_type&quot;:[&quot;title&quot;,&quot;sectionTitle&quot;,&quot;contents&quot;,&quot;endPage&quot;],&quot;useType&quot;:[&quot;ppt&quot;]}"/>
  <p:tag name="KSO_WM_CHIP_XID" val="614a9d9b1e630cfd8f114d27"/>
  <p:tag name="KSO_WM_CHIP_FILLPROP" val="[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m&quot;,&quot;chip_types&quot;:[&quot;diagram&quot;,&quot;header&quot;]}],[{&quot;text_align&quot;:&quot;rm&quot;,&quot;text_direction&quot;:&quot;horizontal&quot;,&quot;support_big_font&quot;:false,&quot;picture_toward&quot;:0,&quot;picture_dockside&quot;:[],&quot;fill_id&quot;:&quot;3b50f7cce9dd429da8d2fb599840cb10&quot;,&quot;fill_align&quot;:&quot;rb&quot;,&quot;chip_types&quot;:[&quot;header&quot;]}],[{&quot;text_align&quot;:&quot;rm&quot;,&quot;text_direction&quot;:&quot;horizontal&quot;,&quot;support_big_font&quot;:false,&quot;picture_toward&quot;:0,&quot;picture_dockside&quot;:[],&quot;fill_id&quot;:&quot;3b50f7cce9dd429da8d2fb599840cb10&quot;,&quot;fill_align&quot;:&quot;rt&quot;,&quot;chip_types&quot;:[&quot;header&quot;]}],[{&quot;text_align&quot;:&quot;rm&quot;,&quot;text_direction&quot;:&quot;horizontal&quot;,&quot;support_big_font&quot;:false,&quot;picture_toward&quot;:0,&quot;picture_dockside&quot;:[],&quot;fill_id&quot;:&quot;3b50f7cce9dd429da8d2fb599840cb10&quot;,&quot;fill_align&quot;:&quot;rm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t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lt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b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lb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m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lm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cm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cm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ct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ct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cb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cb&quot;,&quot;chip_types&quot;:[&quot;header&quot;]}]]"/>
  <p:tag name="KSO_WM_CHIP_DECFILLPROP" val="[]"/>
  <p:tag name="KSO_WM_CHIP_GROUPID" val="614a9d9b1e630cfd8f114d26"/>
  <p:tag name="KSO_WM_SLIDE_LAYOUT_INFO" val="{&quot;id&quot;:&quot;2022-09-05T11:30:32&quot;,&quot;margin&quot;:{&quot;bottom&quot;:3.684757709503174,&quot;left&quot;:0.9507361650466919,&quot;right&quot;:14.313993453979492,&quot;top&quot;:5.182305335998535},&quot;type&quot;:0}"/>
  <p:tag name="KSO_WM_SLIDE_BK_DARK_LIGHT" val="2"/>
  <p:tag name="KSO_WM_SLIDE_BACKGROUND_TYPE" val="general"/>
  <p:tag name="KSO_WM_SLIDE_SUPPORT_FEATURE_TYPE" val="0"/>
  <p:tag name="KSO_WM_TEMPLATE_MASTER_THUMB_INDEX" val="12"/>
  <p:tag name="KSO_WM_CHIP_COLORING" val="1"/>
  <p:tag name="KSO_WM_TEMPLATE_ASSEMBLE_XID" val="63156d2459d53ee3cde22885"/>
  <p:tag name="KSO_WM_TEMPLATE_ASSEMBLE_GROUPID" val="62cb92ed67e1b3ac3a0df933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EFAULT_FONT" val="24;30;2"/>
  <p:tag name="KSO_WM_UNIT_BLOCK" val="0"/>
  <p:tag name="KSO_WM_UNIT_DEC_AREA_ID" val="729cfe767e514265b8b6e98bba9614de"/>
  <p:tag name="KSO_WM_UNIT_ISCONTENTSTITLE" val="0"/>
  <p:tag name="KSO_WM_UNIT_ISNUMDGMTITLE" val="0"/>
  <p:tag name="KSO_WM_UNIT_PRESET_TEXT" val="单击此处添加副标题"/>
  <p:tag name="KSO_WM_UNIT_NOCLEAR" val="0"/>
  <p:tag name="KSO_WM_UNIT_VALUE" val="13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diagram20220769_1*b*1"/>
  <p:tag name="KSO_WM_TEMPLATE_CATEGORY" val="diagram"/>
  <p:tag name="KSO_WM_TEMPLATE_INDEX" val="20220769"/>
  <p:tag name="KSO_WM_UNIT_LAYERLEVEL" val="1"/>
  <p:tag name="KSO_WM_TAG_VERSION" val="1.0"/>
  <p:tag name="KSO_WM_BEAUTIFY_FLAG" val="#wm#"/>
  <p:tag name="KSO_WM_CHIP_GROUPID" val="6192042818adb49c6c1f3bc3"/>
  <p:tag name="KSO_WM_CHIP_XID" val="6192042818adb49c6c1f3bc0"/>
  <p:tag name="KSO_WM_UNIT_TEXT_FILL_FORE_SCHEMECOLOR_INDEX_BRIGHTNESS" val="0"/>
  <p:tag name="KSO_WM_UNIT_TEXT_FILL_FORE_SCHEMECOLOR_INDEX" val="5"/>
  <p:tag name="KSO_WM_UNIT_TEXT_FILL_TYPE" val="1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23075_1"/>
  <p:tag name="KSO_WM_TEMPLATE_SUBCATEGORY" val="21"/>
  <p:tag name="KSO_WM_TEMPLATE_MASTER_TYPE" val="1"/>
  <p:tag name="KSO_WM_TEMPLATE_COLOR_TYPE" val="1"/>
  <p:tag name="KSO_WM_SLIDE_TYPE" val="title"/>
  <p:tag name="KSO_WM_SLIDE_SUBTYPE" val="pureTxt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23075"/>
  <p:tag name="KSO_WM_SLIDE_LAYOUT" val="a_f"/>
  <p:tag name="KSO_WM_SLIDE_LAYOUT_CNT" val="1_2"/>
  <p:tag name="KSO_WM_UNIT_SHOW_EDIT_AREA_INDICATION" val="1"/>
  <p:tag name="KSO_WM_TEMPLATE_THUMBS_INDEX" val="1、2、6、7、9、25"/>
  <p:tag name="KSO_WM_CHIP_INFOS" val="{&quot;type&quot;:0,&quot;layout_type&quot;:&quot;1_NF_LC_7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,&quot;扁平风&quot;,&quot;手绘风&quot;,&quot;立体风&quot;,&quot;炫酷&quot;,&quot;复古风&quot;,&quot;科技风&quot;,&quot;水彩风&quot;,&quot;ios风&quot;,&quot;快闪&quot;,&quot;波普风&quot;,&quot;孟菲斯&quot;,&quot;蒸汽波&quot;,&quot;MBE&quot;,&quot;剪纸风&quot;,&quot;酸性风&quot;,&quot;像素风&quot;,&quot;涂鸦风&quot;,&quot;实景&quot;]},&quot;slide_type&quot;:[&quot;title&quot;,&quot;sectionTitle&quot;,&quot;contents&quot;,&quot;endPage&quot;],&quot;useType&quot;:[&quot;ppt&quot;]}"/>
  <p:tag name="KSO_WM_CHIP_XID" val="614a9d9b1e630cfd8f114d27"/>
  <p:tag name="KSO_WM_CHIP_FILLPROP" val="[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m&quot;,&quot;chip_types&quot;:[&quot;diagram&quot;,&quot;header&quot;]}],[{&quot;text_align&quot;:&quot;rm&quot;,&quot;text_direction&quot;:&quot;horizontal&quot;,&quot;support_big_font&quot;:false,&quot;picture_toward&quot;:0,&quot;picture_dockside&quot;:[],&quot;fill_id&quot;:&quot;3b50f7cce9dd429da8d2fb599840cb10&quot;,&quot;fill_align&quot;:&quot;rb&quot;,&quot;chip_types&quot;:[&quot;header&quot;]}],[{&quot;text_align&quot;:&quot;rm&quot;,&quot;text_direction&quot;:&quot;horizontal&quot;,&quot;support_big_font&quot;:false,&quot;picture_toward&quot;:0,&quot;picture_dockside&quot;:[],&quot;fill_id&quot;:&quot;3b50f7cce9dd429da8d2fb599840cb10&quot;,&quot;fill_align&quot;:&quot;rt&quot;,&quot;chip_types&quot;:[&quot;header&quot;]}],[{&quot;text_align&quot;:&quot;rm&quot;,&quot;text_direction&quot;:&quot;horizontal&quot;,&quot;support_big_font&quot;:false,&quot;picture_toward&quot;:0,&quot;picture_dockside&quot;:[],&quot;fill_id&quot;:&quot;3b50f7cce9dd429da8d2fb599840cb10&quot;,&quot;fill_align&quot;:&quot;rm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t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lt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b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lb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m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lm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cm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cm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ct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ct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cb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cb&quot;,&quot;chip_types&quot;:[&quot;header&quot;]}]]"/>
  <p:tag name="KSO_WM_CHIP_DECFILLPROP" val="[]"/>
  <p:tag name="KSO_WM_CHIP_GROUPID" val="614a9d9b1e630cfd8f114d26"/>
  <p:tag name="KSO_WM_SLIDE_LAYOUT_INFO" val="{&quot;id&quot;:&quot;2022-09-05T11:30:32&quot;,&quot;margin&quot;:{&quot;bottom&quot;:3.684757709503174,&quot;left&quot;:0.9507361650466919,&quot;right&quot;:14.313993453979492,&quot;top&quot;:5.182305335998535},&quot;type&quot;:0}"/>
  <p:tag name="KSO_WM_SLIDE_BK_DARK_LIGHT" val="2"/>
  <p:tag name="KSO_WM_SLIDE_BACKGROUND_TYPE" val="general"/>
  <p:tag name="KSO_WM_SLIDE_SUPPORT_FEATURE_TYPE" val="0"/>
  <p:tag name="KSO_WM_TEMPLATE_MASTER_THUMB_INDEX" val="12"/>
  <p:tag name="KSO_WM_CHIP_COLORING" val="1"/>
  <p:tag name="KSO_WM_TEMPLATE_ASSEMBLE_XID" val="63156d2459d53ee3cde22885"/>
  <p:tag name="KSO_WM_TEMPLATE_ASSEMBLE_GROUPID" val="62cb92ed67e1b3ac3a0df933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EFAULT_FONT" val="24;30;2"/>
  <p:tag name="KSO_WM_UNIT_BLOCK" val="0"/>
  <p:tag name="KSO_WM_UNIT_DEC_AREA_ID" val="729cfe767e514265b8b6e98bba9614de"/>
  <p:tag name="KSO_WM_UNIT_ISCONTENTSTITLE" val="0"/>
  <p:tag name="KSO_WM_UNIT_ISNUMDGMTITLE" val="0"/>
  <p:tag name="KSO_WM_UNIT_PRESET_TEXT" val="单击此处添加副标题"/>
  <p:tag name="KSO_WM_UNIT_NOCLEAR" val="0"/>
  <p:tag name="KSO_WM_UNIT_VALUE" val="13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diagram20220769_1*b*1"/>
  <p:tag name="KSO_WM_TEMPLATE_CATEGORY" val="diagram"/>
  <p:tag name="KSO_WM_TEMPLATE_INDEX" val="20220769"/>
  <p:tag name="KSO_WM_UNIT_LAYERLEVEL" val="1"/>
  <p:tag name="KSO_WM_TAG_VERSION" val="1.0"/>
  <p:tag name="KSO_WM_BEAUTIFY_FLAG" val="#wm#"/>
  <p:tag name="KSO_WM_CHIP_GROUPID" val="6192042818adb49c6c1f3bc3"/>
  <p:tag name="KSO_WM_CHIP_XID" val="6192042818adb49c6c1f3bc0"/>
  <p:tag name="KSO_WM_UNIT_TEXT_FILL_FORE_SCHEMECOLOR_INDEX_BRIGHTNESS" val="0"/>
  <p:tag name="KSO_WM_UNIT_TEXT_FILL_FORE_SCHEMECOLOR_INDEX" val="5"/>
  <p:tag name="KSO_WM_UNIT_TEXT_FILL_TYPE" val="1"/>
</p:tagLst>
</file>

<file path=ppt/theme/theme1.xml><?xml version="1.0" encoding="utf-8"?>
<a:theme xmlns:a="http://schemas.openxmlformats.org/drawingml/2006/main" name="2_Office 主题​​">
  <a:themeElements>
    <a:clrScheme name="">
      <a:dk1>
        <a:srgbClr val="000000"/>
      </a:dk1>
      <a:lt1>
        <a:srgbClr val="FFFFFF"/>
      </a:lt1>
      <a:dk2>
        <a:srgbClr val="D88D7B"/>
      </a:dk2>
      <a:lt2>
        <a:srgbClr val="FFFFFF"/>
      </a:lt2>
      <a:accent1>
        <a:srgbClr val="FE7959"/>
      </a:accent1>
      <a:accent2>
        <a:srgbClr val="FE935E"/>
      </a:accent2>
      <a:accent3>
        <a:srgbClr val="FFAD63"/>
      </a:accent3>
      <a:accent4>
        <a:srgbClr val="FFA965"/>
      </a:accent4>
      <a:accent5>
        <a:srgbClr val="FF8864"/>
      </a:accent5>
      <a:accent6>
        <a:srgbClr val="FF6763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823</TotalTime>
  <Words>911</Words>
  <Application>Microsoft Office PowerPoint</Application>
  <PresentationFormat>Widescreen</PresentationFormat>
  <Paragraphs>155</Paragraphs>
  <Slides>20</Slides>
  <Notes>0</Notes>
  <HiddenSlides>0</HiddenSlides>
  <MMClips>5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8" baseType="lpstr">
      <vt:lpstr>微软雅黑</vt:lpstr>
      <vt:lpstr>Arial</vt:lpstr>
      <vt:lpstr>Calibri</vt:lpstr>
      <vt:lpstr>Courier New</vt:lpstr>
      <vt:lpstr>Symbol</vt:lpstr>
      <vt:lpstr>Times New Roman</vt:lpstr>
      <vt:lpstr>Wingdings</vt:lpstr>
      <vt:lpstr>2_Office 主题​​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Su Jiajing</dc:creator>
  <cp:lastModifiedBy>IBRAHIM SIRAJ</cp:lastModifiedBy>
  <cp:revision>203</cp:revision>
  <dcterms:created xsi:type="dcterms:W3CDTF">2019-06-19T02:08:00Z</dcterms:created>
  <dcterms:modified xsi:type="dcterms:W3CDTF">2025-10-15T18:43:43Z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2052-11.1.0.14036</vt:lpwstr>
  </property>
  <property fmtid="{D5CDD505-2E9C-101B-9397-08002B2CF9AE}" pid="3" name="ICV">
    <vt:lpwstr>A05E1846C5A840C580943081378365C3_11</vt:lpwstr>
  </property>
</Properties>
</file>