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heme/theme2.xml" ContentType="application/vnd.openxmlformats-officedocument.theme+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8" r:id="rId1"/>
  </p:sldMasterIdLst>
  <p:notesMasterIdLst>
    <p:notesMasterId r:id="rId36"/>
  </p:notesMasterIdLst>
  <p:sldIdLst>
    <p:sldId id="265" r:id="rId2"/>
    <p:sldId id="267" r:id="rId3"/>
    <p:sldId id="331" r:id="rId4"/>
    <p:sldId id="332" r:id="rId5"/>
    <p:sldId id="269" r:id="rId6"/>
    <p:sldId id="272" r:id="rId7"/>
    <p:sldId id="315" r:id="rId8"/>
    <p:sldId id="325" r:id="rId9"/>
    <p:sldId id="271" r:id="rId10"/>
    <p:sldId id="297" r:id="rId11"/>
    <p:sldId id="326" r:id="rId12"/>
    <p:sldId id="299" r:id="rId13"/>
    <p:sldId id="293" r:id="rId14"/>
    <p:sldId id="327" r:id="rId15"/>
    <p:sldId id="276" r:id="rId16"/>
    <p:sldId id="328" r:id="rId17"/>
    <p:sldId id="329" r:id="rId18"/>
    <p:sldId id="275" r:id="rId19"/>
    <p:sldId id="330" r:id="rId20"/>
    <p:sldId id="280" r:id="rId21"/>
    <p:sldId id="316" r:id="rId22"/>
    <p:sldId id="317" r:id="rId23"/>
    <p:sldId id="318" r:id="rId24"/>
    <p:sldId id="319" r:id="rId25"/>
    <p:sldId id="322" r:id="rId26"/>
    <p:sldId id="320" r:id="rId27"/>
    <p:sldId id="321" r:id="rId28"/>
    <p:sldId id="323" r:id="rId29"/>
    <p:sldId id="324" r:id="rId30"/>
    <p:sldId id="333" r:id="rId31"/>
    <p:sldId id="334" r:id="rId32"/>
    <p:sldId id="335" r:id="rId33"/>
    <p:sldId id="336" r:id="rId34"/>
    <p:sldId id="295" r:id="rId35"/>
  </p:sldIdLst>
  <p:sldSz cx="12192000" cy="6858000"/>
  <p:notesSz cx="6858000" cy="9144000"/>
  <p:custDataLst>
    <p:tags r:id="rId3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p:scale>
          <a:sx n="75" d="100"/>
          <a:sy n="75" d="100"/>
        </p:scale>
        <p:origin x="588" y="66"/>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gs" Target="tags/tag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2026/2/15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image" Target="../media/image2.png"/><Relationship Id="rId3" Type="http://schemas.openxmlformats.org/officeDocument/2006/relationships/tags" Target="../tags/tag10.xml"/><Relationship Id="rId7" Type="http://schemas.openxmlformats.org/officeDocument/2006/relationships/tags" Target="../tags/tag14.xml"/><Relationship Id="rId12" Type="http://schemas.openxmlformats.org/officeDocument/2006/relationships/image" Target="../media/image1.png"/><Relationship Id="rId2" Type="http://schemas.openxmlformats.org/officeDocument/2006/relationships/tags" Target="../tags/tag9.xml"/><Relationship Id="rId16" Type="http://schemas.openxmlformats.org/officeDocument/2006/relationships/image" Target="../media/image5.png"/><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slideMaster" Target="../slideMasters/slideMaster1.xml"/><Relationship Id="rId5" Type="http://schemas.openxmlformats.org/officeDocument/2006/relationships/tags" Target="../tags/tag12.xml"/><Relationship Id="rId15" Type="http://schemas.openxmlformats.org/officeDocument/2006/relationships/image" Target="../media/image4.png"/><Relationship Id="rId10" Type="http://schemas.openxmlformats.org/officeDocument/2006/relationships/tags" Target="../tags/tag17.xml"/><Relationship Id="rId4" Type="http://schemas.openxmlformats.org/officeDocument/2006/relationships/tags" Target="../tags/tag11.xml"/><Relationship Id="rId9" Type="http://schemas.openxmlformats.org/officeDocument/2006/relationships/tags" Target="../tags/tag16.xml"/><Relationship Id="rId1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25.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image" Target="../media/image7.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image" Target="../media/image6.png"/><Relationship Id="rId5" Type="http://schemas.openxmlformats.org/officeDocument/2006/relationships/tags" Target="../tags/tag22.xml"/><Relationship Id="rId10" Type="http://schemas.openxmlformats.org/officeDocument/2006/relationships/image" Target="../media/image1.png"/><Relationship Id="rId4" Type="http://schemas.openxmlformats.org/officeDocument/2006/relationships/tags" Target="../tags/tag21.xml"/><Relationship Id="rId9"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33.xml"/><Relationship Id="rId3" Type="http://schemas.openxmlformats.org/officeDocument/2006/relationships/tags" Target="../tags/tag28.xml"/><Relationship Id="rId7" Type="http://schemas.openxmlformats.org/officeDocument/2006/relationships/tags" Target="../tags/tag32.xml"/><Relationship Id="rId12" Type="http://schemas.openxmlformats.org/officeDocument/2006/relationships/image" Target="../media/image9.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image" Target="../media/image8.png"/><Relationship Id="rId5" Type="http://schemas.openxmlformats.org/officeDocument/2006/relationships/tags" Target="../tags/tag30.xml"/><Relationship Id="rId10" Type="http://schemas.openxmlformats.org/officeDocument/2006/relationships/image" Target="../media/image1.png"/><Relationship Id="rId4" Type="http://schemas.openxmlformats.org/officeDocument/2006/relationships/tags" Target="../tags/tag29.xml"/><Relationship Id="rId9"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41.xml"/><Relationship Id="rId13" Type="http://schemas.openxmlformats.org/officeDocument/2006/relationships/image" Target="../media/image7.png"/><Relationship Id="rId3" Type="http://schemas.openxmlformats.org/officeDocument/2006/relationships/tags" Target="../tags/tag36.xml"/><Relationship Id="rId7" Type="http://schemas.openxmlformats.org/officeDocument/2006/relationships/tags" Target="../tags/tag40.xml"/><Relationship Id="rId12" Type="http://schemas.openxmlformats.org/officeDocument/2006/relationships/image" Target="../media/image6.png"/><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tags" Target="../tags/tag39.xml"/><Relationship Id="rId11" Type="http://schemas.openxmlformats.org/officeDocument/2006/relationships/image" Target="../media/image1.png"/><Relationship Id="rId5" Type="http://schemas.openxmlformats.org/officeDocument/2006/relationships/tags" Target="../tags/tag38.xml"/><Relationship Id="rId10" Type="http://schemas.openxmlformats.org/officeDocument/2006/relationships/slideMaster" Target="../slideMasters/slideMaster1.xml"/><Relationship Id="rId4" Type="http://schemas.openxmlformats.org/officeDocument/2006/relationships/tags" Target="../tags/tag37.xml"/><Relationship Id="rId9" Type="http://schemas.openxmlformats.org/officeDocument/2006/relationships/tags" Target="../tags/tag42.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50.xml"/><Relationship Id="rId13" Type="http://schemas.openxmlformats.org/officeDocument/2006/relationships/image" Target="../media/image1.png"/><Relationship Id="rId3" Type="http://schemas.openxmlformats.org/officeDocument/2006/relationships/tags" Target="../tags/tag45.xml"/><Relationship Id="rId7" Type="http://schemas.openxmlformats.org/officeDocument/2006/relationships/tags" Target="../tags/tag49.xml"/><Relationship Id="rId12"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11" Type="http://schemas.openxmlformats.org/officeDocument/2006/relationships/tags" Target="../tags/tag53.xml"/><Relationship Id="rId5" Type="http://schemas.openxmlformats.org/officeDocument/2006/relationships/tags" Target="../tags/tag47.xml"/><Relationship Id="rId15" Type="http://schemas.openxmlformats.org/officeDocument/2006/relationships/image" Target="../media/image7.png"/><Relationship Id="rId10" Type="http://schemas.openxmlformats.org/officeDocument/2006/relationships/tags" Target="../tags/tag52.xml"/><Relationship Id="rId4" Type="http://schemas.openxmlformats.org/officeDocument/2006/relationships/tags" Target="../tags/tag46.xml"/><Relationship Id="rId9" Type="http://schemas.openxmlformats.org/officeDocument/2006/relationships/tags" Target="../tags/tag51.xml"/><Relationship Id="rId1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56.xml"/><Relationship Id="rId7" Type="http://schemas.openxmlformats.org/officeDocument/2006/relationships/tags" Target="../tags/tag60.xml"/><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tags" Target="../tags/tag59.xml"/><Relationship Id="rId11" Type="http://schemas.openxmlformats.org/officeDocument/2006/relationships/image" Target="../media/image11.png"/><Relationship Id="rId5" Type="http://schemas.openxmlformats.org/officeDocument/2006/relationships/tags" Target="../tags/tag58.xml"/><Relationship Id="rId10" Type="http://schemas.openxmlformats.org/officeDocument/2006/relationships/image" Target="../media/image10.png"/><Relationship Id="rId4" Type="http://schemas.openxmlformats.org/officeDocument/2006/relationships/tags" Target="../tags/tag57.xml"/><Relationship Id="rId9"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71.xml"/><Relationship Id="rId13" Type="http://schemas.openxmlformats.org/officeDocument/2006/relationships/image" Target="../media/image7.png"/><Relationship Id="rId3" Type="http://schemas.openxmlformats.org/officeDocument/2006/relationships/tags" Target="../tags/tag66.xml"/><Relationship Id="rId7" Type="http://schemas.openxmlformats.org/officeDocument/2006/relationships/tags" Target="../tags/tag70.xml"/><Relationship Id="rId12" Type="http://schemas.openxmlformats.org/officeDocument/2006/relationships/image" Target="../media/image6.png"/><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tags" Target="../tags/tag69.xml"/><Relationship Id="rId11" Type="http://schemas.openxmlformats.org/officeDocument/2006/relationships/image" Target="../media/image1.png"/><Relationship Id="rId5" Type="http://schemas.openxmlformats.org/officeDocument/2006/relationships/tags" Target="../tags/tag68.xml"/><Relationship Id="rId10" Type="http://schemas.openxmlformats.org/officeDocument/2006/relationships/slideMaster" Target="../slideMasters/slideMaster1.xml"/><Relationship Id="rId4" Type="http://schemas.openxmlformats.org/officeDocument/2006/relationships/tags" Target="../tags/tag67.xml"/><Relationship Id="rId9" Type="http://schemas.openxmlformats.org/officeDocument/2006/relationships/tags" Target="../tags/tag72.xml"/></Relationships>
</file>

<file path=ppt/slideLayouts/_rels/slideLayout9.xml.rels><?xml version="1.0" encoding="UTF-8" standalone="yes"?>
<Relationships xmlns="http://schemas.openxmlformats.org/package/2006/relationships"><Relationship Id="rId8" Type="http://schemas.openxmlformats.org/officeDocument/2006/relationships/tags" Target="../tags/tag80.xml"/><Relationship Id="rId3" Type="http://schemas.openxmlformats.org/officeDocument/2006/relationships/tags" Target="../tags/tag75.xml"/><Relationship Id="rId7" Type="http://schemas.openxmlformats.org/officeDocument/2006/relationships/tags" Target="../tags/tag79.xml"/><Relationship Id="rId12" Type="http://schemas.openxmlformats.org/officeDocument/2006/relationships/image" Target="../media/image7.png"/><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tags" Target="../tags/tag78.xml"/><Relationship Id="rId11" Type="http://schemas.openxmlformats.org/officeDocument/2006/relationships/image" Target="../media/image6.png"/><Relationship Id="rId5" Type="http://schemas.openxmlformats.org/officeDocument/2006/relationships/tags" Target="../tags/tag77.xml"/><Relationship Id="rId10" Type="http://schemas.openxmlformats.org/officeDocument/2006/relationships/image" Target="../media/image1.png"/><Relationship Id="rId4" Type="http://schemas.openxmlformats.org/officeDocument/2006/relationships/tags" Target="../tags/tag76.xml"/><Relationship Id="rId9"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83.xml"/><Relationship Id="rId7" Type="http://schemas.openxmlformats.org/officeDocument/2006/relationships/tags" Target="../tags/tag87.xml"/><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tags" Target="../tags/tag86.xml"/><Relationship Id="rId11" Type="http://schemas.openxmlformats.org/officeDocument/2006/relationships/image" Target="../media/image7.png"/><Relationship Id="rId5" Type="http://schemas.openxmlformats.org/officeDocument/2006/relationships/tags" Target="../tags/tag85.xml"/><Relationship Id="rId10" Type="http://schemas.openxmlformats.org/officeDocument/2006/relationships/image" Target="../media/image6.png"/><Relationship Id="rId4" Type="http://schemas.openxmlformats.org/officeDocument/2006/relationships/tags" Target="../tags/tag84.xml"/><Relationship Id="rId9"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95.xml"/><Relationship Id="rId13" Type="http://schemas.openxmlformats.org/officeDocument/2006/relationships/image" Target="../media/image13.png"/><Relationship Id="rId3" Type="http://schemas.openxmlformats.org/officeDocument/2006/relationships/tags" Target="../tags/tag90.xml"/><Relationship Id="rId7" Type="http://schemas.openxmlformats.org/officeDocument/2006/relationships/tags" Target="../tags/tag94.xml"/><Relationship Id="rId12" Type="http://schemas.openxmlformats.org/officeDocument/2006/relationships/image" Target="../media/image12.png"/><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tags" Target="../tags/tag93.xml"/><Relationship Id="rId11" Type="http://schemas.openxmlformats.org/officeDocument/2006/relationships/image" Target="../media/image1.png"/><Relationship Id="rId5" Type="http://schemas.openxmlformats.org/officeDocument/2006/relationships/tags" Target="../tags/tag92.xml"/><Relationship Id="rId10" Type="http://schemas.openxmlformats.org/officeDocument/2006/relationships/slideMaster" Target="../slideMasters/slideMaster1.xml"/><Relationship Id="rId4" Type="http://schemas.openxmlformats.org/officeDocument/2006/relationships/tags" Target="../tags/tag91.xml"/><Relationship Id="rId9" Type="http://schemas.openxmlformats.org/officeDocument/2006/relationships/tags" Target="../tags/tag96.xml"/></Relationships>
</file>

<file path=ppt/slideLayouts/_rels/slideLayout1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99.xml"/><Relationship Id="rId7" Type="http://schemas.openxmlformats.org/officeDocument/2006/relationships/tags" Target="../tags/tag103.xml"/><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tags" Target="../tags/tag102.xml"/><Relationship Id="rId11" Type="http://schemas.openxmlformats.org/officeDocument/2006/relationships/image" Target="../media/image7.png"/><Relationship Id="rId5" Type="http://schemas.openxmlformats.org/officeDocument/2006/relationships/tags" Target="../tags/tag101.xml"/><Relationship Id="rId10" Type="http://schemas.openxmlformats.org/officeDocument/2006/relationships/image" Target="../media/image6.png"/><Relationship Id="rId4" Type="http://schemas.openxmlformats.org/officeDocument/2006/relationships/tags" Target="../tags/tag100.xml"/><Relationship Id="rId9"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111.xml"/><Relationship Id="rId3" Type="http://schemas.openxmlformats.org/officeDocument/2006/relationships/tags" Target="../tags/tag106.xml"/><Relationship Id="rId7" Type="http://schemas.openxmlformats.org/officeDocument/2006/relationships/tags" Target="../tags/tag110.xml"/><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tags" Target="../tags/tag109.xml"/><Relationship Id="rId11" Type="http://schemas.openxmlformats.org/officeDocument/2006/relationships/image" Target="../media/image7.png"/><Relationship Id="rId5" Type="http://schemas.openxmlformats.org/officeDocument/2006/relationships/tags" Target="../tags/tag108.xml"/><Relationship Id="rId10" Type="http://schemas.openxmlformats.org/officeDocument/2006/relationships/image" Target="../media/image1.png"/><Relationship Id="rId4" Type="http://schemas.openxmlformats.org/officeDocument/2006/relationships/tags" Target="../tags/tag107.xml"/><Relationship Id="rId9"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119.xml"/><Relationship Id="rId3" Type="http://schemas.openxmlformats.org/officeDocument/2006/relationships/tags" Target="../tags/tag114.xml"/><Relationship Id="rId7" Type="http://schemas.openxmlformats.org/officeDocument/2006/relationships/tags" Target="../tags/tag118.xml"/><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tags" Target="../tags/tag117.xml"/><Relationship Id="rId5" Type="http://schemas.openxmlformats.org/officeDocument/2006/relationships/tags" Target="../tags/tag116.xml"/><Relationship Id="rId10" Type="http://schemas.openxmlformats.org/officeDocument/2006/relationships/image" Target="../media/image1.png"/><Relationship Id="rId4" Type="http://schemas.openxmlformats.org/officeDocument/2006/relationships/tags" Target="../tags/tag115.xml"/><Relationship Id="rId9"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27.xml"/><Relationship Id="rId3" Type="http://schemas.openxmlformats.org/officeDocument/2006/relationships/tags" Target="../tags/tag122.xml"/><Relationship Id="rId7" Type="http://schemas.openxmlformats.org/officeDocument/2006/relationships/tags" Target="../tags/tag126.xml"/><Relationship Id="rId12" Type="http://schemas.openxmlformats.org/officeDocument/2006/relationships/image" Target="../media/image7.png"/><Relationship Id="rId2" Type="http://schemas.openxmlformats.org/officeDocument/2006/relationships/tags" Target="../tags/tag121.xml"/><Relationship Id="rId1" Type="http://schemas.openxmlformats.org/officeDocument/2006/relationships/tags" Target="../tags/tag120.xml"/><Relationship Id="rId6" Type="http://schemas.openxmlformats.org/officeDocument/2006/relationships/tags" Target="../tags/tag125.xml"/><Relationship Id="rId11" Type="http://schemas.openxmlformats.org/officeDocument/2006/relationships/image" Target="../media/image1.png"/><Relationship Id="rId5" Type="http://schemas.openxmlformats.org/officeDocument/2006/relationships/tags" Target="../tags/tag124.xml"/><Relationship Id="rId10" Type="http://schemas.openxmlformats.org/officeDocument/2006/relationships/slideMaster" Target="../slideMasters/slideMaster1.xml"/><Relationship Id="rId4" Type="http://schemas.openxmlformats.org/officeDocument/2006/relationships/tags" Target="../tags/tag123.xml"/><Relationship Id="rId9" Type="http://schemas.openxmlformats.org/officeDocument/2006/relationships/tags" Target="../tags/tag128.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36.xml"/><Relationship Id="rId3" Type="http://schemas.openxmlformats.org/officeDocument/2006/relationships/tags" Target="../tags/tag131.xml"/><Relationship Id="rId7" Type="http://schemas.openxmlformats.org/officeDocument/2006/relationships/tags" Target="../tags/tag135.xml"/><Relationship Id="rId2" Type="http://schemas.openxmlformats.org/officeDocument/2006/relationships/tags" Target="../tags/tag130.xml"/><Relationship Id="rId1" Type="http://schemas.openxmlformats.org/officeDocument/2006/relationships/tags" Target="../tags/tag129.xml"/><Relationship Id="rId6" Type="http://schemas.openxmlformats.org/officeDocument/2006/relationships/tags" Target="../tags/tag134.xml"/><Relationship Id="rId5" Type="http://schemas.openxmlformats.org/officeDocument/2006/relationships/tags" Target="../tags/tag133.xml"/><Relationship Id="rId10" Type="http://schemas.openxmlformats.org/officeDocument/2006/relationships/image" Target="../media/image1.png"/><Relationship Id="rId4" Type="http://schemas.openxmlformats.org/officeDocument/2006/relationships/tags" Target="../tags/tag132.xml"/><Relationship Id="rId9"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44.xml"/><Relationship Id="rId13" Type="http://schemas.openxmlformats.org/officeDocument/2006/relationships/image" Target="../media/image1.png"/><Relationship Id="rId3" Type="http://schemas.openxmlformats.org/officeDocument/2006/relationships/tags" Target="../tags/tag139.xml"/><Relationship Id="rId7" Type="http://schemas.openxmlformats.org/officeDocument/2006/relationships/tags" Target="../tags/tag143.xml"/><Relationship Id="rId12" Type="http://schemas.openxmlformats.org/officeDocument/2006/relationships/slideMaster" Target="../slideMasters/slideMaster1.xml"/><Relationship Id="rId2" Type="http://schemas.openxmlformats.org/officeDocument/2006/relationships/tags" Target="../tags/tag138.xml"/><Relationship Id="rId1" Type="http://schemas.openxmlformats.org/officeDocument/2006/relationships/tags" Target="../tags/tag137.xml"/><Relationship Id="rId6" Type="http://schemas.openxmlformats.org/officeDocument/2006/relationships/tags" Target="../tags/tag142.xml"/><Relationship Id="rId11" Type="http://schemas.openxmlformats.org/officeDocument/2006/relationships/tags" Target="../tags/tag147.xml"/><Relationship Id="rId5" Type="http://schemas.openxmlformats.org/officeDocument/2006/relationships/tags" Target="../tags/tag141.xml"/><Relationship Id="rId10" Type="http://schemas.openxmlformats.org/officeDocument/2006/relationships/tags" Target="../tags/tag146.xml"/><Relationship Id="rId4" Type="http://schemas.openxmlformats.org/officeDocument/2006/relationships/tags" Target="../tags/tag140.xml"/><Relationship Id="rId9" Type="http://schemas.openxmlformats.org/officeDocument/2006/relationships/tags" Target="../tags/tag145.xml"/><Relationship Id="rId14"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155.xml"/><Relationship Id="rId3" Type="http://schemas.openxmlformats.org/officeDocument/2006/relationships/tags" Target="../tags/tag150.xml"/><Relationship Id="rId7" Type="http://schemas.openxmlformats.org/officeDocument/2006/relationships/tags" Target="../tags/tag154.xml"/><Relationship Id="rId2" Type="http://schemas.openxmlformats.org/officeDocument/2006/relationships/tags" Target="../tags/tag149.xml"/><Relationship Id="rId1" Type="http://schemas.openxmlformats.org/officeDocument/2006/relationships/tags" Target="../tags/tag148.xml"/><Relationship Id="rId6" Type="http://schemas.openxmlformats.org/officeDocument/2006/relationships/tags" Target="../tags/tag153.xml"/><Relationship Id="rId11" Type="http://schemas.openxmlformats.org/officeDocument/2006/relationships/image" Target="../media/image7.png"/><Relationship Id="rId5" Type="http://schemas.openxmlformats.org/officeDocument/2006/relationships/tags" Target="../tags/tag152.xml"/><Relationship Id="rId10" Type="http://schemas.openxmlformats.org/officeDocument/2006/relationships/image" Target="../media/image1.png"/><Relationship Id="rId4" Type="http://schemas.openxmlformats.org/officeDocument/2006/relationships/tags" Target="../tags/tag151.xml"/><Relationship Id="rId9"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图片 3" descr="JY01_画板 1 副本"/>
          <p:cNvPicPr>
            <a:picLocks noChangeAspect="1"/>
          </p:cNvPicPr>
          <p:nvPr>
            <p:custDataLst>
              <p:tags r:id="rId1"/>
            </p:custDataLst>
          </p:nvPr>
        </p:nvPicPr>
        <p:blipFill>
          <a:blip r:embed="rId12"/>
          <a:stretch>
            <a:fillRect/>
          </a:stretch>
        </p:blipFill>
        <p:spPr>
          <a:xfrm>
            <a:off x="0" y="-5556"/>
            <a:ext cx="12192000" cy="6856730"/>
          </a:xfrm>
          <a:prstGeom prst="rect">
            <a:avLst/>
          </a:prstGeom>
        </p:spPr>
      </p:pic>
      <p:pic>
        <p:nvPicPr>
          <p:cNvPr id="21" name="图片 20" descr="JY01-13"/>
          <p:cNvPicPr>
            <a:picLocks noChangeAspect="1"/>
          </p:cNvPicPr>
          <p:nvPr>
            <p:custDataLst>
              <p:tags r:id="rId2"/>
            </p:custDataLst>
          </p:nvPr>
        </p:nvPicPr>
        <p:blipFill>
          <a:blip r:embed="rId13"/>
          <a:stretch>
            <a:fillRect/>
          </a:stretch>
        </p:blipFill>
        <p:spPr>
          <a:xfrm>
            <a:off x="0" y="0"/>
            <a:ext cx="2032000" cy="1009020"/>
          </a:xfrm>
          <a:prstGeom prst="rect">
            <a:avLst/>
          </a:prstGeom>
        </p:spPr>
      </p:pic>
      <p:pic>
        <p:nvPicPr>
          <p:cNvPr id="23" name="图片 22" descr="JY01-15"/>
          <p:cNvPicPr>
            <a:picLocks noChangeAspect="1"/>
          </p:cNvPicPr>
          <p:nvPr>
            <p:custDataLst>
              <p:tags r:id="rId3"/>
            </p:custDataLst>
          </p:nvPr>
        </p:nvPicPr>
        <p:blipFill>
          <a:blip r:embed="rId14"/>
          <a:stretch>
            <a:fillRect/>
          </a:stretch>
        </p:blipFill>
        <p:spPr>
          <a:xfrm>
            <a:off x="0" y="5611495"/>
            <a:ext cx="1257294" cy="1252220"/>
          </a:xfrm>
          <a:prstGeom prst="rect">
            <a:avLst/>
          </a:prstGeom>
        </p:spPr>
      </p:pic>
      <p:pic>
        <p:nvPicPr>
          <p:cNvPr id="22" name="图片 21" descr="JY01-16"/>
          <p:cNvPicPr>
            <a:picLocks noChangeAspect="1"/>
          </p:cNvPicPr>
          <p:nvPr>
            <p:custDataLst>
              <p:tags r:id="rId4"/>
            </p:custDataLst>
          </p:nvPr>
        </p:nvPicPr>
        <p:blipFill>
          <a:blip r:embed="rId15"/>
          <a:stretch>
            <a:fillRect/>
          </a:stretch>
        </p:blipFill>
        <p:spPr>
          <a:xfrm>
            <a:off x="4790440" y="2028565"/>
            <a:ext cx="7401560" cy="4829423"/>
          </a:xfrm>
          <a:prstGeom prst="rect">
            <a:avLst/>
          </a:prstGeom>
        </p:spPr>
      </p:pic>
      <p:pic>
        <p:nvPicPr>
          <p:cNvPr id="19" name="图片 18" descr="JY01-14"/>
          <p:cNvPicPr>
            <a:picLocks noChangeAspect="1"/>
          </p:cNvPicPr>
          <p:nvPr>
            <p:custDataLst>
              <p:tags r:id="rId5"/>
            </p:custDataLst>
          </p:nvPr>
        </p:nvPicPr>
        <p:blipFill>
          <a:blip r:embed="rId16"/>
          <a:stretch>
            <a:fillRect/>
          </a:stretch>
        </p:blipFill>
        <p:spPr>
          <a:xfrm>
            <a:off x="10250805" y="-24765"/>
            <a:ext cx="1941195" cy="3671639"/>
          </a:xfrm>
          <a:prstGeom prst="rect">
            <a:avLst/>
          </a:prstGeom>
        </p:spPr>
      </p:pic>
      <p:sp>
        <p:nvSpPr>
          <p:cNvPr id="16" name="日期占位符 15"/>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2026/2/15</a:t>
            </a:fld>
            <a:endParaRPr lang="zh-CN" altLang="en-US"/>
          </a:p>
        </p:txBody>
      </p:sp>
      <p:sp>
        <p:nvSpPr>
          <p:cNvPr id="17" name="页脚占位符 16"/>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18" name="灯片编号占位符 17"/>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6" name="标题 5"/>
          <p:cNvSpPr txBox="1">
            <a:spLocks noGrp="1"/>
          </p:cNvSpPr>
          <p:nvPr>
            <p:ph type="title" idx="1" hasCustomPrompt="1"/>
            <p:custDataLst>
              <p:tags r:id="rId9"/>
            </p:custDataLst>
          </p:nvPr>
        </p:nvSpPr>
        <p:spPr>
          <a:xfrm>
            <a:off x="1137137" y="1044416"/>
            <a:ext cx="8927126" cy="3333296"/>
          </a:xfrm>
          <a:noFill/>
        </p:spPr>
        <p:txBody>
          <a:bodyPr wrap="square" rtlCol="0" anchor="ctr" anchorCtr="0">
            <a:normAutofit/>
          </a:bodyPr>
          <a:lstStyle>
            <a:lvl1pPr marL="0" marR="0" algn="l" defTabSz="914400" rtl="0" eaLnBrk="1" fontAlgn="auto" latinLnBrk="0" hangingPunct="1">
              <a:lnSpc>
                <a:spcPct val="110000"/>
              </a:lnSpc>
              <a:buClrTx/>
              <a:buSzTx/>
              <a:buFontTx/>
              <a:buNone/>
              <a:defRPr kumimoji="0" lang="zh-CN" altLang="en-US" sz="6000" b="1" i="0" u="none" strike="noStrike" kern="1200" cap="none" spc="0" normalizeH="0" baseline="0" noProof="1" dirty="0">
                <a:solidFill>
                  <a:schemeClr val="accent1"/>
                </a:solidFill>
                <a:latin typeface="微软雅黑" panose="020B0503020204020204" charset="-122"/>
                <a:ea typeface="微软雅黑" panose="020B0503020204020204" charset="-122"/>
                <a:cs typeface="+mn-cs"/>
              </a:defRPr>
            </a:lvl1pPr>
          </a:lstStyle>
          <a:p>
            <a:pPr lvl="0"/>
            <a:r>
              <a:rPr>
                <a:sym typeface="+mn-ea"/>
              </a:rPr>
              <a:t>单击此处添加</a:t>
            </a:r>
          </a:p>
          <a:p>
            <a:pPr lvl="0"/>
            <a:r>
              <a:rPr>
                <a:sym typeface="+mn-ea"/>
              </a:rPr>
              <a:t>标题</a:t>
            </a:r>
          </a:p>
        </p:txBody>
      </p:sp>
      <p:sp>
        <p:nvSpPr>
          <p:cNvPr id="7" name="副标题 6"/>
          <p:cNvSpPr txBox="1">
            <a:spLocks noGrp="1"/>
          </p:cNvSpPr>
          <p:nvPr>
            <p:ph type="subTitle" idx="2" hasCustomPrompt="1"/>
            <p:custDataLst>
              <p:tags r:id="rId10"/>
            </p:custDataLst>
          </p:nvPr>
        </p:nvSpPr>
        <p:spPr>
          <a:xfrm>
            <a:off x="1137137" y="4429560"/>
            <a:ext cx="7629063" cy="1183999"/>
          </a:xfrm>
          <a:noFill/>
        </p:spPr>
        <p:txBody>
          <a:bodyPr wrap="square" rtlCol="0">
            <a:normAutofit/>
          </a:bodyPr>
          <a:lstStyle>
            <a:lvl1pPr marL="0" marR="0" algn="l" defTabSz="914400" rtl="0" eaLnBrk="1" fontAlgn="auto" latinLnBrk="0" hangingPunct="1">
              <a:lnSpc>
                <a:spcPct val="120000"/>
              </a:lnSpc>
              <a:buClrTx/>
              <a:buSzTx/>
              <a:buFontTx/>
              <a:buNone/>
              <a:defRPr kumimoji="0" lang="zh-CN" altLang="en-US" sz="2800" b="1" i="0" u="none" strike="noStrike" kern="1200" cap="all" spc="400" normalizeH="0" baseline="0" noProof="1" dirty="0">
                <a:solidFill>
                  <a:schemeClr val="accent1"/>
                </a:solidFill>
                <a:uFillTx/>
                <a:latin typeface="微软雅黑" panose="020B0503020204020204" charset="-122"/>
                <a:ea typeface="微软雅黑" panose="020B0503020204020204" charset="-122"/>
                <a:cs typeface="+mn-cs"/>
              </a:defRPr>
            </a:lvl1pPr>
          </a:lstStyle>
          <a:p>
            <a:pPr lvl="0"/>
            <a:r>
              <a:rPr>
                <a:sym typeface="+mn-ea"/>
              </a:rPr>
              <a:t>单击此处添加副标题</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7"/>
            <a:ext cx="12193257" cy="6858635"/>
          </a:xfrm>
          <a:prstGeom prst="rect">
            <a:avLst/>
          </a:prstGeom>
        </p:spPr>
      </p:pic>
      <p:pic>
        <p:nvPicPr>
          <p:cNvPr id="8" name="图片 7" descr="JY01_正文页装饰2"/>
          <p:cNvPicPr>
            <a:picLocks noChangeAspect="1"/>
          </p:cNvPicPr>
          <p:nvPr>
            <p:custDataLst>
              <p:tags r:id="rId2"/>
            </p:custDataLst>
          </p:nvPr>
        </p:nvPicPr>
        <p:blipFill>
          <a:blip r:embed="rId11"/>
          <a:stretch>
            <a:fillRect/>
          </a:stretch>
        </p:blipFill>
        <p:spPr>
          <a:xfrm>
            <a:off x="822289" y="524194"/>
            <a:ext cx="11370346" cy="5810247"/>
          </a:xfrm>
          <a:prstGeom prst="rect">
            <a:avLst/>
          </a:prstGeom>
        </p:spPr>
      </p:pic>
      <p:pic>
        <p:nvPicPr>
          <p:cNvPr id="7" name="图片 6"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5"/>
            </p:custDataLst>
          </p:nvPr>
        </p:nvSpPr>
        <p:spPr>
          <a:xfrm>
            <a:off x="669882" y="952508"/>
            <a:ext cx="10852237"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2026/2/15</a:t>
            </a:fld>
            <a:endParaRPr lang="zh-CN" altLang="en-US"/>
          </a:p>
        </p:txBody>
      </p:sp>
      <p:sp>
        <p:nvSpPr>
          <p:cNvPr id="5" name="页脚占位符 4"/>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7" name="图片 6" descr="JY01_画板 1 副本"/>
          <p:cNvPicPr>
            <a:picLocks noChangeAspect="1"/>
          </p:cNvPicPr>
          <p:nvPr>
            <p:custDataLst>
              <p:tags r:id="rId1"/>
            </p:custDataLst>
          </p:nvPr>
        </p:nvPicPr>
        <p:blipFill>
          <a:blip r:embed="rId10"/>
          <a:stretch>
            <a:fillRect/>
          </a:stretch>
        </p:blipFill>
        <p:spPr>
          <a:xfrm>
            <a:off x="794" y="-318"/>
            <a:ext cx="12192000" cy="6858318"/>
          </a:xfrm>
          <a:prstGeom prst="rect">
            <a:avLst/>
          </a:prstGeom>
        </p:spPr>
      </p:pic>
      <p:pic>
        <p:nvPicPr>
          <p:cNvPr id="3" name="图片 2" descr="JY01_章节页装饰2"/>
          <p:cNvPicPr>
            <a:picLocks noChangeAspect="1"/>
          </p:cNvPicPr>
          <p:nvPr>
            <p:custDataLst>
              <p:tags r:id="rId2"/>
            </p:custDataLst>
          </p:nvPr>
        </p:nvPicPr>
        <p:blipFill>
          <a:blip r:embed="rId11"/>
          <a:stretch>
            <a:fillRect/>
          </a:stretch>
        </p:blipFill>
        <p:spPr>
          <a:xfrm>
            <a:off x="7479507" y="5458144"/>
            <a:ext cx="4703272" cy="1398270"/>
          </a:xfrm>
          <a:prstGeom prst="rect">
            <a:avLst/>
          </a:prstGeom>
        </p:spPr>
      </p:pic>
      <p:pic>
        <p:nvPicPr>
          <p:cNvPr id="2" name="图片 1" descr="JY01_章节页装饰1"/>
          <p:cNvPicPr>
            <a:picLocks noChangeAspect="1"/>
          </p:cNvPicPr>
          <p:nvPr>
            <p:custDataLst>
              <p:tags r:id="rId3"/>
            </p:custDataLst>
          </p:nvPr>
        </p:nvPicPr>
        <p:blipFill>
          <a:blip r:embed="rId12"/>
          <a:stretch>
            <a:fillRect/>
          </a:stretch>
        </p:blipFill>
        <p:spPr>
          <a:xfrm>
            <a:off x="635" y="0"/>
            <a:ext cx="1954530" cy="6858000"/>
          </a:xfrm>
          <a:prstGeom prst="rect">
            <a:avLst/>
          </a:prstGeom>
        </p:spPr>
      </p:pic>
      <p:sp>
        <p:nvSpPr>
          <p:cNvPr id="4" name="日期占位符 3"/>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2026/2/15</a:t>
            </a:fld>
            <a:endParaRPr lang="zh-CN" altLang="en-US"/>
          </a:p>
        </p:txBody>
      </p:sp>
      <p:sp>
        <p:nvSpPr>
          <p:cNvPr id="5" name="页脚占位符 4"/>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8" name="标题 1"/>
          <p:cNvSpPr>
            <a:spLocks noGrp="1"/>
          </p:cNvSpPr>
          <p:nvPr>
            <p:ph type="ctrTitle" idx="1" hasCustomPrompt="1"/>
            <p:custDataLst>
              <p:tags r:id="rId7"/>
            </p:custDataLst>
          </p:nvPr>
        </p:nvSpPr>
        <p:spPr>
          <a:xfrm>
            <a:off x="2112431" y="2833012"/>
            <a:ext cx="7967137" cy="1200150"/>
          </a:xfrm>
          <a:noFill/>
        </p:spPr>
        <p:txBody>
          <a:bodyPr vert="horz" wrap="square" lIns="101600" tIns="38100" rIns="76200" bIns="38100" rtlCol="0" anchor="ctr" anchorCtr="0">
            <a:normAutofit/>
          </a:bodyPr>
          <a:lstStyle>
            <a:lvl1pPr marL="0" marR="0" algn="ctr" defTabSz="914400" rtl="0" eaLnBrk="1" fontAlgn="auto" latinLnBrk="0" hangingPunct="1">
              <a:lnSpc>
                <a:spcPct val="100000"/>
              </a:lnSpc>
              <a:spcBef>
                <a:spcPct val="0"/>
              </a:spcBef>
              <a:buClrTx/>
              <a:buSzTx/>
              <a:buFontTx/>
              <a:buNone/>
              <a:defRPr kumimoji="0" lang="zh-CN" altLang="en-US" sz="6600" b="0" i="0" u="none" strike="noStrike" kern="1200" cap="none" spc="100" normalizeH="0" baseline="0" noProof="1" dirty="0">
                <a:solidFill>
                  <a:schemeClr val="dk1">
                    <a:lumMod val="85000"/>
                    <a:lumOff val="15000"/>
                  </a:schemeClr>
                </a:solidFill>
                <a:uFillTx/>
                <a:latin typeface="Arial" panose="020B0604020202020204" pitchFamily="34" charset="0"/>
                <a:ea typeface="汉仪文黑-85简" panose="00020600040101010101" charset="-122"/>
                <a:cs typeface="+mn-cs"/>
              </a:defRPr>
            </a:lvl1pPr>
          </a:lstStyle>
          <a:p>
            <a:pPr lvl="0"/>
            <a:r>
              <a:rPr>
                <a:sym typeface="+mn-ea"/>
              </a:rPr>
              <a:t>编辑标题</a:t>
            </a:r>
          </a:p>
        </p:txBody>
      </p:sp>
      <p:sp>
        <p:nvSpPr>
          <p:cNvPr id="9" name="文本占位符 2"/>
          <p:cNvSpPr>
            <a:spLocks noGrp="1"/>
          </p:cNvSpPr>
          <p:nvPr>
            <p:ph type="body" idx="2" hasCustomPrompt="1"/>
            <p:custDataLst>
              <p:tags r:id="rId8"/>
            </p:custDataLst>
          </p:nvPr>
        </p:nvSpPr>
        <p:spPr>
          <a:xfrm>
            <a:off x="2680121" y="4295417"/>
            <a:ext cx="6831757" cy="827115"/>
          </a:xfrm>
        </p:spPr>
        <p:txBody>
          <a:bodyPr vert="horz" wrap="square" lIns="101600" tIns="0" rIns="82550" bIns="0" rtlCol="0">
            <a:normAutofit/>
          </a:bodyPr>
          <a:lstStyle>
            <a:lvl1pPr marL="0" marR="0" indent="-228600" algn="ctr" defTabSz="914400" rtl="0" eaLnBrk="1" fontAlgn="auto" latinLnBrk="0" hangingPunct="1">
              <a:lnSpc>
                <a:spcPct val="150000"/>
              </a:lnSpc>
              <a:spcBef>
                <a:spcPts val="0"/>
              </a:spcBef>
              <a:spcAft>
                <a:spcPts val="1000"/>
              </a:spcAft>
              <a:buClrTx/>
              <a:buSzTx/>
              <a:buFontTx/>
              <a:buNone/>
              <a:defRPr kumimoji="0" lang="zh-CN" altLang="en-US" sz="1400" b="0" i="0" u="none" strike="noStrike" kern="1200" cap="none" spc="0" normalizeH="0" baseline="0" noProof="1" dirty="0">
                <a:solidFill>
                  <a:schemeClr val="dk1">
                    <a:lumMod val="50000"/>
                    <a:lumOff val="50000"/>
                  </a:schemeClr>
                </a:solidFill>
                <a:uFillTx/>
                <a:latin typeface="Arial" panose="020B0604020202020204" pitchFamily="34" charset="0"/>
                <a:ea typeface="汉仪文黑-55简" panose="00020600040101010101"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单击此处添加文本</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0" y="317"/>
            <a:ext cx="12193257" cy="6858635"/>
          </a:xfrm>
          <a:prstGeom prst="rect">
            <a:avLst/>
          </a:prstGeom>
        </p:spPr>
      </p:pic>
      <p:pic>
        <p:nvPicPr>
          <p:cNvPr id="9" name="图片 8" descr="JY01_正文页装饰2"/>
          <p:cNvPicPr>
            <a:picLocks noChangeAspect="1"/>
          </p:cNvPicPr>
          <p:nvPr>
            <p:custDataLst>
              <p:tags r:id="rId2"/>
            </p:custDataLst>
          </p:nvPr>
        </p:nvPicPr>
        <p:blipFill>
          <a:blip r:embed="rId12"/>
          <a:stretch>
            <a:fillRect/>
          </a:stretch>
        </p:blipFill>
        <p:spPr>
          <a:xfrm>
            <a:off x="822289" y="524194"/>
            <a:ext cx="11370346" cy="5810247"/>
          </a:xfrm>
          <a:prstGeom prst="rect">
            <a:avLst/>
          </a:prstGeom>
        </p:spPr>
      </p:pic>
      <p:pic>
        <p:nvPicPr>
          <p:cNvPr id="8" name="图片 7" descr="JY01_正文页装饰1"/>
          <p:cNvPicPr>
            <a:picLocks noChangeAspect="1"/>
          </p:cNvPicPr>
          <p:nvPr>
            <p:custDataLst>
              <p:tags r:id="rId3"/>
            </p:custDataLst>
          </p:nvPr>
        </p:nvPicPr>
        <p:blipFill>
          <a:blip r:embed="rId13"/>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内容占位符 2"/>
          <p:cNvSpPr>
            <a:spLocks noGrp="1"/>
          </p:cNvSpPr>
          <p:nvPr>
            <p:ph sz="half" idx="1"/>
            <p:custDataLst>
              <p:tags r:id="rId5"/>
            </p:custDataLst>
          </p:nvPr>
        </p:nvSpPr>
        <p:spPr>
          <a:xfrm>
            <a:off x="669930" y="952508"/>
            <a:ext cx="5283242"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6"/>
            </p:custDataLst>
          </p:nvPr>
        </p:nvSpPr>
        <p:spPr>
          <a:xfrm>
            <a:off x="6238877" y="952508"/>
            <a:ext cx="5283242" cy="5388907"/>
          </a:xfrm>
        </p:spPr>
        <p:txBody>
          <a:bodyPr lIns="90170" tIns="46990" rIns="90170" bIns="46990">
            <a:normAutofit/>
          </a:bodyPr>
          <a:lstStyle>
            <a:lvl1pPr eaLnBrk="1" fontAlgn="auto" latinLnBrk="0" hangingPunct="1">
              <a:defRPr sz="1600">
                <a:solidFill>
                  <a:schemeClr val="tx1"/>
                </a:solidFill>
                <a:latin typeface="Arial" panose="020B0604020202020204" pitchFamily="34" charset="0"/>
                <a:ea typeface="汉仪文黑-55简" panose="00020600040101010101" charset="-122"/>
              </a:defRPr>
            </a:lvl1pPr>
            <a:lvl2pPr eaLnBrk="1" fontAlgn="auto" latinLnBrk="0" hangingPunct="1">
              <a:defRPr sz="1600">
                <a:solidFill>
                  <a:schemeClr val="tx1"/>
                </a:solidFill>
                <a:latin typeface="Arial" panose="020B0604020202020204" pitchFamily="34" charset="0"/>
                <a:ea typeface="汉仪文黑-55简" panose="00020600040101010101" charset="-122"/>
              </a:defRPr>
            </a:lvl2pPr>
            <a:lvl3pPr eaLnBrk="1" fontAlgn="auto" latinLnBrk="0" hangingPunct="1">
              <a:defRPr sz="1600">
                <a:solidFill>
                  <a:schemeClr val="tx1"/>
                </a:solidFill>
                <a:latin typeface="Arial" panose="020B0604020202020204" pitchFamily="34" charset="0"/>
                <a:ea typeface="汉仪文黑-55简" panose="00020600040101010101" charset="-122"/>
              </a:defRPr>
            </a:lvl3pPr>
            <a:lvl4pPr eaLnBrk="1" fontAlgn="auto" latinLnBrk="0" hangingPunct="1">
              <a:defRPr sz="1600">
                <a:solidFill>
                  <a:schemeClr val="tx1"/>
                </a:solidFill>
                <a:latin typeface="Arial" panose="020B0604020202020204" pitchFamily="34" charset="0"/>
                <a:ea typeface="汉仪文黑-55简" panose="00020600040101010101" charset="-122"/>
              </a:defRPr>
            </a:lvl4pPr>
            <a:lvl5pPr eaLnBrk="1" fontAlgn="auto" latinLnBrk="0" hangingPunct="1">
              <a:defRPr sz="160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2026/2/15</a:t>
            </a:fld>
            <a:endParaRPr lang="zh-CN" altLang="en-US"/>
          </a:p>
        </p:txBody>
      </p:sp>
      <p:sp>
        <p:nvSpPr>
          <p:cNvPr id="6" name="页脚占位符 5"/>
          <p:cNvSpPr>
            <a:spLocks noGrp="1"/>
          </p:cNvSpPr>
          <p:nvPr>
            <p:ph type="ftr" sz="quarter" idx="11"/>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7" name="灯片编号占位符 6"/>
          <p:cNvSpPr>
            <a:spLocks noGrp="1"/>
          </p:cNvSpPr>
          <p:nvPr>
            <p:ph type="sldNum" sz="quarter" idx="12"/>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12" name="图片 11" descr="JY01_画板 1 副本"/>
          <p:cNvPicPr>
            <a:picLocks noChangeAspect="1"/>
          </p:cNvPicPr>
          <p:nvPr>
            <p:custDataLst>
              <p:tags r:id="rId1"/>
            </p:custDataLst>
          </p:nvPr>
        </p:nvPicPr>
        <p:blipFill>
          <a:blip r:embed="rId13"/>
          <a:stretch>
            <a:fillRect/>
          </a:stretch>
        </p:blipFill>
        <p:spPr>
          <a:xfrm>
            <a:off x="0" y="317"/>
            <a:ext cx="12193257" cy="6858635"/>
          </a:xfrm>
          <a:prstGeom prst="rect">
            <a:avLst/>
          </a:prstGeom>
        </p:spPr>
      </p:pic>
      <p:pic>
        <p:nvPicPr>
          <p:cNvPr id="11" name="图片 10" descr="JY01_正文页装饰2"/>
          <p:cNvPicPr>
            <a:picLocks noChangeAspect="1"/>
          </p:cNvPicPr>
          <p:nvPr>
            <p:custDataLst>
              <p:tags r:id="rId2"/>
            </p:custDataLst>
          </p:nvPr>
        </p:nvPicPr>
        <p:blipFill>
          <a:blip r:embed="rId14"/>
          <a:stretch>
            <a:fillRect/>
          </a:stretch>
        </p:blipFill>
        <p:spPr>
          <a:xfrm>
            <a:off x="822289" y="524194"/>
            <a:ext cx="11370346" cy="5810247"/>
          </a:xfrm>
          <a:prstGeom prst="rect">
            <a:avLst/>
          </a:prstGeom>
        </p:spPr>
      </p:pic>
      <p:pic>
        <p:nvPicPr>
          <p:cNvPr id="10" name="图片 9" descr="JY01_正文页装饰1"/>
          <p:cNvPicPr>
            <a:picLocks noChangeAspect="1"/>
          </p:cNvPicPr>
          <p:nvPr>
            <p:custDataLst>
              <p:tags r:id="rId3"/>
            </p:custDataLst>
          </p:nvPr>
        </p:nvPicPr>
        <p:blipFill>
          <a:blip r:embed="rId15"/>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5"/>
            </p:custDataLst>
          </p:nvPr>
        </p:nvSpPr>
        <p:spPr>
          <a:xfrm>
            <a:off x="669930" y="952508"/>
            <a:ext cx="5283242" cy="381003"/>
          </a:xfrm>
        </p:spPr>
        <p:txBody>
          <a:bodyPr lIns="90170" tIns="46990" rIns="90170" bIns="46990" anchor="ctr"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Arial" panose="020B0604020202020204" pitchFamily="34" charset="0"/>
                <a:ea typeface="汉仪文黑-55简" panose="00020600040101010101"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6"/>
            </p:custDataLst>
          </p:nvPr>
        </p:nvSpPr>
        <p:spPr>
          <a:xfrm>
            <a:off x="669925" y="1406525"/>
            <a:ext cx="5283200"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7"/>
            </p:custDataLst>
          </p:nvPr>
        </p:nvSpPr>
        <p:spPr>
          <a:xfrm>
            <a:off x="6235750" y="952508"/>
            <a:ext cx="5283242" cy="381003"/>
          </a:xfrm>
        </p:spPr>
        <p:txBody>
          <a:bodyPr vert="horz" lIns="90170" tIns="46990" rIns="90170" bIns="46990" rtlCol="0" anchor="ctr"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8"/>
            </p:custDataLst>
          </p:nvPr>
        </p:nvSpPr>
        <p:spPr>
          <a:xfrm>
            <a:off x="6235750" y="1406525"/>
            <a:ext cx="5283242"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2026/2/15</a:t>
            </a:fld>
            <a:endParaRPr lang="zh-CN" altLang="en-US"/>
          </a:p>
        </p:txBody>
      </p:sp>
      <p:sp>
        <p:nvSpPr>
          <p:cNvPr id="8" name="页脚占位符 7"/>
          <p:cNvSpPr>
            <a:spLocks noGrp="1"/>
          </p:cNvSpPr>
          <p:nvPr>
            <p:ph type="ftr" sz="quarter" idx="11"/>
            <p:custDataLst>
              <p:tags r:id="rId10"/>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9" name="灯片编号占位符 8"/>
          <p:cNvSpPr>
            <a:spLocks noGrp="1"/>
          </p:cNvSpPr>
          <p:nvPr>
            <p:ph type="sldNum" sz="quarter" idx="12"/>
            <p:custDataLst>
              <p:tags r:id="rId11"/>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8"/>
            <a:ext cx="12192000" cy="6858635"/>
          </a:xfrm>
          <a:prstGeom prst="rect">
            <a:avLst/>
          </a:prstGeom>
        </p:spPr>
      </p:pic>
      <p:pic>
        <p:nvPicPr>
          <p:cNvPr id="7" name="图片 6" descr="JY01_目录页装饰1"/>
          <p:cNvPicPr>
            <a:picLocks noChangeAspect="1"/>
          </p:cNvPicPr>
          <p:nvPr>
            <p:custDataLst>
              <p:tags r:id="rId2"/>
            </p:custDataLst>
          </p:nvPr>
        </p:nvPicPr>
        <p:blipFill>
          <a:blip r:embed="rId10"/>
          <a:stretch>
            <a:fillRect/>
          </a:stretch>
        </p:blipFill>
        <p:spPr>
          <a:xfrm>
            <a:off x="0" y="5388868"/>
            <a:ext cx="2132952" cy="1469132"/>
          </a:xfrm>
          <a:prstGeom prst="rect">
            <a:avLst/>
          </a:prstGeom>
        </p:spPr>
      </p:pic>
      <p:pic>
        <p:nvPicPr>
          <p:cNvPr id="6" name="图片 5" descr="JY01_目录页装饰2"/>
          <p:cNvPicPr>
            <a:picLocks noChangeAspect="1"/>
          </p:cNvPicPr>
          <p:nvPr>
            <p:custDataLst>
              <p:tags r:id="rId3"/>
            </p:custDataLst>
          </p:nvPr>
        </p:nvPicPr>
        <p:blipFill>
          <a:blip r:embed="rId11"/>
          <a:stretch>
            <a:fillRect/>
          </a:stretch>
        </p:blipFill>
        <p:spPr>
          <a:xfrm>
            <a:off x="7445375" y="0"/>
            <a:ext cx="4746625" cy="4411480"/>
          </a:xfrm>
          <a:prstGeom prst="rect">
            <a:avLst/>
          </a:prstGeom>
        </p:spPr>
      </p:pic>
      <p:sp>
        <p:nvSpPr>
          <p:cNvPr id="2" name="标题 1"/>
          <p:cNvSpPr>
            <a:spLocks noGrp="1"/>
          </p:cNvSpPr>
          <p:nvPr>
            <p:ph type="title"/>
            <p:custDataLst>
              <p:tags r:id="rId4"/>
            </p:custDataLst>
          </p:nvPr>
        </p:nvSpPr>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2026/2/15</a:t>
            </a:fld>
            <a:endParaRPr lang="zh-CN" altLang="en-US"/>
          </a:p>
        </p:txBody>
      </p:sp>
      <p:sp>
        <p:nvSpPr>
          <p:cNvPr id="4" name="页脚占位符 3"/>
          <p:cNvSpPr>
            <a:spLocks noGrp="1"/>
          </p:cNvSpPr>
          <p:nvPr>
            <p:ph type="ftr" sz="quarter" idx="11"/>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2026/2/15</a:t>
            </a:fld>
            <a:endParaRPr lang="zh-CN" altLang="en-US"/>
          </a:p>
        </p:txBody>
      </p:sp>
      <p:sp>
        <p:nvSpPr>
          <p:cNvPr id="3" name="页脚占位符 2"/>
          <p:cNvSpPr>
            <a:spLocks noGrp="1"/>
          </p:cNvSpPr>
          <p:nvPr>
            <p:ph type="ftr" sz="quarter" idx="11"/>
            <p:custDataLst>
              <p:tags r:id="rId2"/>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4" name="灯片编号占位符 3"/>
          <p:cNvSpPr>
            <a:spLocks noGrp="1"/>
          </p:cNvSpPr>
          <p:nvPr>
            <p:ph type="sldNum" sz="quarter" idx="12"/>
            <p:custDataLst>
              <p:tags r:id="rId3"/>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0" y="317"/>
            <a:ext cx="12193257" cy="6858635"/>
          </a:xfrm>
          <a:prstGeom prst="rect">
            <a:avLst/>
          </a:prstGeom>
        </p:spPr>
      </p:pic>
      <p:pic>
        <p:nvPicPr>
          <p:cNvPr id="9" name="图片 8" descr="JY01_正文页装饰2"/>
          <p:cNvPicPr>
            <a:picLocks noChangeAspect="1"/>
          </p:cNvPicPr>
          <p:nvPr>
            <p:custDataLst>
              <p:tags r:id="rId2"/>
            </p:custDataLst>
          </p:nvPr>
        </p:nvPicPr>
        <p:blipFill>
          <a:blip r:embed="rId12"/>
          <a:stretch>
            <a:fillRect/>
          </a:stretch>
        </p:blipFill>
        <p:spPr>
          <a:xfrm>
            <a:off x="822289" y="524194"/>
            <a:ext cx="11370346" cy="5810247"/>
          </a:xfrm>
          <a:prstGeom prst="rect">
            <a:avLst/>
          </a:prstGeom>
        </p:spPr>
      </p:pic>
      <p:pic>
        <p:nvPicPr>
          <p:cNvPr id="8" name="图片 7" descr="JY01_正文页装饰1"/>
          <p:cNvPicPr>
            <a:picLocks noChangeAspect="1"/>
          </p:cNvPicPr>
          <p:nvPr>
            <p:custDataLst>
              <p:tags r:id="rId3"/>
            </p:custDataLst>
          </p:nvPr>
        </p:nvPicPr>
        <p:blipFill>
          <a:blip r:embed="rId13"/>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930"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5"/>
            </p:custDataLst>
          </p:nvPr>
        </p:nvSpPr>
        <p:spPr>
          <a:xfrm>
            <a:off x="669930" y="952508"/>
            <a:ext cx="5283242" cy="5388907"/>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6"/>
            </p:custDataLst>
          </p:nvPr>
        </p:nvSpPr>
        <p:spPr>
          <a:xfrm>
            <a:off x="6238925" y="952508"/>
            <a:ext cx="5283242"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9EFD9D74-47D9-4702-A33C-335B63B48DBF}" type="datetimeFigureOut">
              <a:rPr lang="zh-CN" altLang="en-US" smtClean="0"/>
              <a:t>2026/2/15</a:t>
            </a:fld>
            <a:endParaRPr lang="zh-CN" altLang="en-US" dirty="0"/>
          </a:p>
        </p:txBody>
      </p:sp>
      <p:sp>
        <p:nvSpPr>
          <p:cNvPr id="6" name="页脚占位符 5"/>
          <p:cNvSpPr>
            <a:spLocks noGrp="1"/>
          </p:cNvSpPr>
          <p:nvPr>
            <p:ph type="ftr" sz="quarter" idx="11"/>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7" name="灯片编号占位符 6"/>
          <p:cNvSpPr>
            <a:spLocks noGrp="1"/>
          </p:cNvSpPr>
          <p:nvPr>
            <p:ph type="sldNum" sz="quarter" idx="12"/>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7"/>
            <a:ext cx="12193257" cy="6858635"/>
          </a:xfrm>
          <a:prstGeom prst="rect">
            <a:avLst/>
          </a:prstGeom>
        </p:spPr>
      </p:pic>
      <p:pic>
        <p:nvPicPr>
          <p:cNvPr id="8" name="图片 7" descr="JY01_正文页装饰2"/>
          <p:cNvPicPr>
            <a:picLocks noChangeAspect="1"/>
          </p:cNvPicPr>
          <p:nvPr>
            <p:custDataLst>
              <p:tags r:id="rId2"/>
            </p:custDataLst>
          </p:nvPr>
        </p:nvPicPr>
        <p:blipFill>
          <a:blip r:embed="rId11"/>
          <a:stretch>
            <a:fillRect/>
          </a:stretch>
        </p:blipFill>
        <p:spPr>
          <a:xfrm>
            <a:off x="822289" y="524194"/>
            <a:ext cx="11370346" cy="5810247"/>
          </a:xfrm>
          <a:prstGeom prst="rect">
            <a:avLst/>
          </a:prstGeom>
        </p:spPr>
      </p:pic>
      <p:pic>
        <p:nvPicPr>
          <p:cNvPr id="7" name="图片 6"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竖排标题 1"/>
          <p:cNvSpPr>
            <a:spLocks noGrp="1"/>
          </p:cNvSpPr>
          <p:nvPr>
            <p:ph type="title" orient="vert"/>
            <p:custDataLst>
              <p:tags r:id="rId4"/>
            </p:custDataLst>
          </p:nvPr>
        </p:nvSpPr>
        <p:spPr>
          <a:xfrm>
            <a:off x="10571135" y="952508"/>
            <a:ext cx="950984" cy="5388907"/>
          </a:xfrm>
        </p:spPr>
        <p:txBody>
          <a:bodyPr vert="eaVert" lIns="90170" tIns="46990" rIns="90170" bIns="4699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5"/>
            </p:custDataLst>
          </p:nvPr>
        </p:nvSpPr>
        <p:spPr>
          <a:xfrm>
            <a:off x="669925" y="952500"/>
            <a:ext cx="9828101" cy="5388907"/>
          </a:xfrm>
        </p:spPr>
        <p:txBody>
          <a:bodyPr vert="eaVert"/>
          <a:lstStyle>
            <a:lvl1pPr indent="0" eaLnBrk="1" fontAlgn="auto" latinLnBrk="0" hangingPunct="1">
              <a:defRPr>
                <a:solidFill>
                  <a:schemeClr val="tx1"/>
                </a:solidFill>
                <a:latin typeface="Arial" panose="020B0604020202020204" pitchFamily="34" charset="0"/>
                <a:ea typeface="汉仪文黑-55简" panose="00020600040101010101" charset="-122"/>
              </a:defRPr>
            </a:lvl1pPr>
            <a:lvl2pPr indent="0" eaLnBrk="1" fontAlgn="auto" latinLnBrk="0" hangingPunct="1">
              <a:defRPr>
                <a:solidFill>
                  <a:schemeClr val="tx1"/>
                </a:solidFill>
                <a:latin typeface="Arial" panose="020B0604020202020204" pitchFamily="34" charset="0"/>
                <a:ea typeface="汉仪文黑-55简" panose="00020600040101010101" charset="-122"/>
              </a:defRPr>
            </a:lvl2pPr>
            <a:lvl3pPr indent="0" eaLnBrk="1" fontAlgn="auto" latinLnBrk="0" hangingPunct="1">
              <a:defRPr>
                <a:solidFill>
                  <a:schemeClr val="tx1"/>
                </a:solidFill>
                <a:latin typeface="Arial" panose="020B0604020202020204" pitchFamily="34" charset="0"/>
                <a:ea typeface="汉仪文黑-55简" panose="00020600040101010101" charset="-122"/>
              </a:defRPr>
            </a:lvl3pPr>
            <a:lvl4pPr indent="0" eaLnBrk="1" fontAlgn="auto" latinLnBrk="0" hangingPunct="1">
              <a:defRPr>
                <a:solidFill>
                  <a:schemeClr val="tx1"/>
                </a:solidFill>
                <a:latin typeface="Arial" panose="020B0604020202020204" pitchFamily="34" charset="0"/>
                <a:ea typeface="汉仪文黑-55简" panose="00020600040101010101" charset="-122"/>
              </a:defRPr>
            </a:lvl4pPr>
            <a:lvl5pPr indent="0" eaLnBrk="1" fontAlgn="auto" latinLnBrk="0" hangingPunct="1">
              <a:defRPr>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2026/2/15</a:t>
            </a:fld>
            <a:endParaRPr lang="zh-CN" altLang="en-US"/>
          </a:p>
        </p:txBody>
      </p:sp>
      <p:sp>
        <p:nvSpPr>
          <p:cNvPr id="5" name="页脚占位符 4"/>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7"/>
            <a:ext cx="12193257" cy="6858635"/>
          </a:xfrm>
          <a:prstGeom prst="rect">
            <a:avLst/>
          </a:prstGeom>
        </p:spPr>
      </p:pic>
      <p:pic>
        <p:nvPicPr>
          <p:cNvPr id="2" name="图片 1" descr="JY01_正文页装饰2"/>
          <p:cNvPicPr>
            <a:picLocks noChangeAspect="1"/>
          </p:cNvPicPr>
          <p:nvPr>
            <p:custDataLst>
              <p:tags r:id="rId2"/>
            </p:custDataLst>
          </p:nvPr>
        </p:nvPicPr>
        <p:blipFill>
          <a:blip r:embed="rId10"/>
          <a:stretch>
            <a:fillRect/>
          </a:stretch>
        </p:blipFill>
        <p:spPr>
          <a:xfrm>
            <a:off x="822289" y="524194"/>
            <a:ext cx="11370346" cy="5810247"/>
          </a:xfrm>
          <a:prstGeom prst="rect">
            <a:avLst/>
          </a:prstGeom>
        </p:spPr>
      </p:pic>
      <p:pic>
        <p:nvPicPr>
          <p:cNvPr id="6" name="图片 5" descr="JY01_正文页装饰1"/>
          <p:cNvPicPr>
            <a:picLocks noChangeAspect="1"/>
          </p:cNvPicPr>
          <p:nvPr>
            <p:custDataLst>
              <p:tags r:id="rId3"/>
            </p:custDataLst>
          </p:nvPr>
        </p:nvPicPr>
        <p:blipFill>
          <a:blip r:embed="rId11"/>
          <a:stretch>
            <a:fillRect/>
          </a:stretch>
        </p:blipFill>
        <p:spPr>
          <a:xfrm>
            <a:off x="0" y="5207635"/>
            <a:ext cx="1710720" cy="1651000"/>
          </a:xfrm>
          <a:prstGeom prst="rect">
            <a:avLst/>
          </a:prstGeom>
        </p:spPr>
      </p:pic>
      <p:sp>
        <p:nvSpPr>
          <p:cNvPr id="3" name="日期占位符 2"/>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2026/2/15</a:t>
            </a:fld>
            <a:endParaRPr lang="zh-CN" altLang="en-US"/>
          </a:p>
        </p:txBody>
      </p:sp>
      <p:sp>
        <p:nvSpPr>
          <p:cNvPr id="4" name="页脚占位符 3"/>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7"/>
            </p:custDataLst>
          </p:nvPr>
        </p:nvSpPr>
        <p:spPr>
          <a:xfrm>
            <a:off x="669930" y="952508"/>
            <a:ext cx="10852237" cy="5388907"/>
          </a:xfrm>
        </p:spPr>
        <p:txBody>
          <a:bodyPr/>
          <a:lstStyle>
            <a:lvl1pPr>
              <a:defRPr>
                <a:solidFill>
                  <a:schemeClr val="tx1"/>
                </a:solidFill>
                <a:latin typeface="Arial" panose="020B0604020202020204" pitchFamily="34" charset="0"/>
                <a:ea typeface="汉仪文黑-55简" panose="00020600040101010101" charset="-122"/>
              </a:defRPr>
            </a:lvl1pPr>
            <a:lvl2pPr>
              <a:defRPr>
                <a:solidFill>
                  <a:schemeClr val="tx1"/>
                </a:solidFill>
                <a:latin typeface="Arial" panose="020B0604020202020204" pitchFamily="34" charset="0"/>
                <a:ea typeface="汉仪文黑-55简" panose="00020600040101010101" charset="-122"/>
              </a:defRPr>
            </a:lvl2pPr>
            <a:lvl3pPr>
              <a:defRPr>
                <a:solidFill>
                  <a:schemeClr val="tx1"/>
                </a:solidFill>
                <a:latin typeface="Arial" panose="020B0604020202020204" pitchFamily="34" charset="0"/>
                <a:ea typeface="汉仪文黑-55简" panose="00020600040101010101" charset="-122"/>
              </a:defRPr>
            </a:lvl3pPr>
            <a:lvl4pPr>
              <a:defRPr>
                <a:solidFill>
                  <a:schemeClr val="tx1"/>
                </a:solidFill>
                <a:latin typeface="Arial" panose="020B0604020202020204" pitchFamily="34" charset="0"/>
                <a:ea typeface="汉仪文黑-55简" panose="00020600040101010101" charset="-122"/>
              </a:defRPr>
            </a:lvl4pPr>
            <a:lvl5pPr>
              <a:defRPr>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pic>
        <p:nvPicPr>
          <p:cNvPr id="7" name="图片 6" descr="JY01_画板 1 副本"/>
          <p:cNvPicPr>
            <a:picLocks noChangeAspect="1"/>
          </p:cNvPicPr>
          <p:nvPr>
            <p:custDataLst>
              <p:tags r:id="rId1"/>
            </p:custDataLst>
          </p:nvPr>
        </p:nvPicPr>
        <p:blipFill>
          <a:blip r:embed="rId11"/>
          <a:stretch>
            <a:fillRect/>
          </a:stretch>
        </p:blipFill>
        <p:spPr>
          <a:xfrm>
            <a:off x="794" y="-318"/>
            <a:ext cx="12192000" cy="6858318"/>
          </a:xfrm>
          <a:prstGeom prst="rect">
            <a:avLst/>
          </a:prstGeom>
        </p:spPr>
      </p:pic>
      <p:pic>
        <p:nvPicPr>
          <p:cNvPr id="6" name="图片 5" descr="JY01_结束页装饰2"/>
          <p:cNvPicPr>
            <a:picLocks noChangeAspect="1"/>
          </p:cNvPicPr>
          <p:nvPr>
            <p:custDataLst>
              <p:tags r:id="rId2"/>
            </p:custDataLst>
          </p:nvPr>
        </p:nvPicPr>
        <p:blipFill>
          <a:blip r:embed="rId12"/>
          <a:stretch>
            <a:fillRect/>
          </a:stretch>
        </p:blipFill>
        <p:spPr>
          <a:xfrm>
            <a:off x="7479507" y="5458144"/>
            <a:ext cx="4703272" cy="1398270"/>
          </a:xfrm>
          <a:prstGeom prst="rect">
            <a:avLst/>
          </a:prstGeom>
        </p:spPr>
      </p:pic>
      <p:pic>
        <p:nvPicPr>
          <p:cNvPr id="2" name="图片 1" descr="JY01_结束页装饰1"/>
          <p:cNvPicPr>
            <a:picLocks noChangeAspect="1"/>
          </p:cNvPicPr>
          <p:nvPr>
            <p:custDataLst>
              <p:tags r:id="rId3"/>
            </p:custDataLst>
          </p:nvPr>
        </p:nvPicPr>
        <p:blipFill>
          <a:blip r:embed="rId13"/>
          <a:stretch>
            <a:fillRect/>
          </a:stretch>
        </p:blipFill>
        <p:spPr>
          <a:xfrm>
            <a:off x="635" y="0"/>
            <a:ext cx="1954530" cy="6858000"/>
          </a:xfrm>
          <a:prstGeom prst="rect">
            <a:avLst/>
          </a:prstGeom>
        </p:spPr>
      </p:pic>
      <p:sp>
        <p:nvSpPr>
          <p:cNvPr id="3" name="日期占位符 2"/>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2026/2/15</a:t>
            </a:fld>
            <a:endParaRPr lang="zh-CN" altLang="en-US"/>
          </a:p>
        </p:txBody>
      </p:sp>
      <p:sp>
        <p:nvSpPr>
          <p:cNvPr id="4" name="页脚占位符 3"/>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8" name="标题 1"/>
          <p:cNvSpPr>
            <a:spLocks noGrp="1"/>
          </p:cNvSpPr>
          <p:nvPr>
            <p:ph type="title" idx="1" hasCustomPrompt="1"/>
            <p:custDataLst>
              <p:tags r:id="rId7"/>
            </p:custDataLst>
          </p:nvPr>
        </p:nvSpPr>
        <p:spPr>
          <a:xfrm>
            <a:off x="2153288" y="2533739"/>
            <a:ext cx="7885427" cy="1353881"/>
          </a:xfrm>
          <a:noFill/>
        </p:spPr>
        <p:txBody>
          <a:bodyPr vert="horz" wrap="square" lIns="90000" tIns="46800" rIns="90000" bIns="46800" rtlCol="0" anchor="ctr" anchorCtr="0">
            <a:normAutofit/>
          </a:bodyPr>
          <a:lstStyle>
            <a:lvl1pPr marL="0" marR="0" algn="l" defTabSz="914400" rtl="0" eaLnBrk="1" fontAlgn="auto" latinLnBrk="0" hangingPunct="0">
              <a:lnSpc>
                <a:spcPct val="100000"/>
              </a:lnSpc>
              <a:spcBef>
                <a:spcPts val="0"/>
              </a:spcBef>
              <a:spcAft>
                <a:spcPts val="0"/>
              </a:spcAft>
              <a:buClrTx/>
              <a:buSzTx/>
              <a:buFontTx/>
              <a:buNone/>
              <a:defRPr kumimoji="0" lang="zh-CN" altLang="en-US" sz="7200" b="1" i="0" u="none" strike="noStrike" kern="0" cap="none" spc="300" normalizeH="0" baseline="0" noProof="1" dirty="0">
                <a:ln>
                  <a:noFill/>
                </a:ln>
                <a:solidFill>
                  <a:schemeClr val="dk1">
                    <a:lumMod val="85000"/>
                    <a:lumOff val="15000"/>
                  </a:schemeClr>
                </a:solidFill>
                <a:effectLst/>
                <a:uFillTx/>
                <a:latin typeface="Arial" panose="020B0604020202020204" pitchFamily="34" charset="0"/>
                <a:ea typeface="汉仪文黑-85简" panose="00020600040101010101" charset="-122"/>
                <a:cs typeface="+mj-cs"/>
              </a:defRPr>
            </a:lvl1pPr>
          </a:lstStyle>
          <a:p>
            <a:pPr lvl="0"/>
            <a:r>
              <a:rPr>
                <a:sym typeface="+mn-ea"/>
              </a:rPr>
              <a:t>编辑标题</a:t>
            </a:r>
          </a:p>
        </p:txBody>
      </p:sp>
      <p:sp>
        <p:nvSpPr>
          <p:cNvPr id="9" name="文本占位符 2"/>
          <p:cNvSpPr>
            <a:spLocks noGrp="1"/>
          </p:cNvSpPr>
          <p:nvPr>
            <p:ph type="body" idx="2" hasCustomPrompt="1"/>
            <p:custDataLst>
              <p:tags r:id="rId8"/>
            </p:custDataLst>
          </p:nvPr>
        </p:nvSpPr>
        <p:spPr>
          <a:xfrm flipH="1">
            <a:off x="2153285" y="3996025"/>
            <a:ext cx="7885428" cy="928995"/>
          </a:xfrm>
          <a:noFill/>
        </p:spPr>
        <p:txBody>
          <a:bodyPr vert="horz" wrap="square" lIns="0" tIns="0" rIns="0" bIns="0" rtlCol="0">
            <a:normAutofit/>
          </a:bodyPr>
          <a:lstStyle>
            <a:lvl1pPr marL="0" marR="0" indent="-228600" algn="l" defTabSz="914400" rtl="0" eaLnBrk="1" fontAlgn="auto" latinLnBrk="0" hangingPunct="0">
              <a:lnSpc>
                <a:spcPct val="125000"/>
              </a:lnSpc>
              <a:spcBef>
                <a:spcPts val="0"/>
              </a:spcBef>
              <a:spcAft>
                <a:spcPts val="0"/>
              </a:spcAft>
              <a:buClrTx/>
              <a:buSzTx/>
              <a:buFontTx/>
              <a:buNone/>
              <a:defRPr kumimoji="0" lang="zh-CN" altLang="en-US" sz="1800" b="0" i="0" u="none" strike="noStrike" kern="0" cap="none" spc="100" normalizeH="0" baseline="0" noProof="1" dirty="0">
                <a:ln>
                  <a:noFill/>
                </a:ln>
                <a:solidFill>
                  <a:schemeClr val="dk1">
                    <a:lumMod val="85000"/>
                    <a:lumOff val="15000"/>
                  </a:schemeClr>
                </a:solidFill>
                <a:effectLst/>
                <a:uFillTx/>
                <a:latin typeface="Arial" panose="020B0604020202020204" pitchFamily="34" charset="0"/>
                <a:ea typeface="汉仪文黑-55简" panose="00020600040101010101" charset="-122"/>
                <a:cs typeface="+mj-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单击此处添加文本</a:t>
            </a:r>
          </a:p>
        </p:txBody>
      </p:sp>
      <p:sp>
        <p:nvSpPr>
          <p:cNvPr id="10" name="副标题 3"/>
          <p:cNvSpPr>
            <a:spLocks noGrp="1"/>
          </p:cNvSpPr>
          <p:nvPr>
            <p:ph type="subTitle" idx="3" hasCustomPrompt="1"/>
            <p:custDataLst>
              <p:tags r:id="rId9"/>
            </p:custDataLst>
          </p:nvPr>
        </p:nvSpPr>
        <p:spPr>
          <a:xfrm>
            <a:off x="2153288" y="1932968"/>
            <a:ext cx="7885427" cy="492366"/>
          </a:xfrm>
          <a:noFill/>
        </p:spPr>
        <p:txBody>
          <a:bodyPr vert="horz" wrap="square" lIns="90000" tIns="46800" rIns="90000" bIns="46800" rtlCol="0">
            <a:normAutofit/>
          </a:bodyPr>
          <a:lstStyle>
            <a:lvl1pPr marL="0" marR="0" indent="-228600" algn="l" defTabSz="914400" rtl="0" eaLnBrk="1" fontAlgn="auto" latinLnBrk="0" hangingPunct="0">
              <a:lnSpc>
                <a:spcPct val="100000"/>
              </a:lnSpc>
              <a:spcBef>
                <a:spcPts val="0"/>
              </a:spcBef>
              <a:spcAft>
                <a:spcPts val="0"/>
              </a:spcAft>
              <a:buClrTx/>
              <a:buSzTx/>
              <a:buFontTx/>
              <a:buNone/>
              <a:defRPr kumimoji="0" lang="zh-CN" altLang="en-US" sz="2400" b="1" i="0" u="none" strike="noStrike" kern="0" cap="none" spc="600" normalizeH="0" baseline="0" noProof="1" dirty="0">
                <a:ln>
                  <a:noFill/>
                </a:ln>
                <a:solidFill>
                  <a:schemeClr val="dk1">
                    <a:lumMod val="85000"/>
                    <a:lumOff val="15000"/>
                  </a:schemeClr>
                </a:solidFill>
                <a:effectLst/>
                <a:uFillTx/>
                <a:latin typeface="Arial" panose="020B0604020202020204" pitchFamily="34" charset="0"/>
                <a:ea typeface="汉仪文黑-55简" panose="00020600040101010101" charset="-122"/>
                <a:cs typeface="+mj-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单击此处编辑副标题</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7"/>
            <a:ext cx="12193257" cy="6858635"/>
          </a:xfrm>
          <a:prstGeom prst="rect">
            <a:avLst/>
          </a:prstGeom>
        </p:spPr>
      </p:pic>
      <p:pic>
        <p:nvPicPr>
          <p:cNvPr id="7" name="图片 6" descr="JY01_正文页装饰2"/>
          <p:cNvPicPr>
            <a:picLocks noChangeAspect="1"/>
          </p:cNvPicPr>
          <p:nvPr>
            <p:custDataLst>
              <p:tags r:id="rId2"/>
            </p:custDataLst>
          </p:nvPr>
        </p:nvPicPr>
        <p:blipFill>
          <a:blip r:embed="rId10"/>
          <a:stretch>
            <a:fillRect/>
          </a:stretch>
        </p:blipFill>
        <p:spPr>
          <a:xfrm>
            <a:off x="822289" y="524194"/>
            <a:ext cx="11370346" cy="5810247"/>
          </a:xfrm>
          <a:prstGeom prst="rect">
            <a:avLst/>
          </a:prstGeom>
        </p:spPr>
      </p:pic>
      <p:pic>
        <p:nvPicPr>
          <p:cNvPr id="6" name="图片 5" descr="JY01_正文页装饰1"/>
          <p:cNvPicPr>
            <a:picLocks noChangeAspect="1"/>
          </p:cNvPicPr>
          <p:nvPr>
            <p:custDataLst>
              <p:tags r:id="rId3"/>
            </p:custDataLst>
          </p:nvPr>
        </p:nvPicPr>
        <p:blipFill>
          <a:blip r:embed="rId11"/>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p:txBody>
          <a:bodyPr/>
          <a:lstStyle>
            <a:lvl1pPr>
              <a:defRPr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2026/2/15</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8" name="矩形 7"/>
          <p:cNvSpPr/>
          <p:nvPr>
            <p:custDataLst>
              <p:tags r:id="rId2"/>
            </p:custDataLst>
          </p:nvPr>
        </p:nvSpPr>
        <p:spPr>
          <a:xfrm>
            <a:off x="293594" y="304200"/>
            <a:ext cx="11606400" cy="6249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pic>
        <p:nvPicPr>
          <p:cNvPr id="6" name="图片 5" descr="JY01_正文页装饰1"/>
          <p:cNvPicPr>
            <a:picLocks noChangeAspect="1"/>
          </p:cNvPicPr>
          <p:nvPr>
            <p:custDataLst>
              <p:tags r:id="rId3"/>
            </p:custDataLst>
          </p:nvPr>
        </p:nvPicPr>
        <p:blipFill>
          <a:blip r:embed="rId11"/>
          <a:stretch>
            <a:fillRect/>
          </a:stretch>
        </p:blipFill>
        <p:spPr>
          <a:xfrm>
            <a:off x="635" y="5589270"/>
            <a:ext cx="1314622" cy="1268730"/>
          </a:xfrm>
          <a:prstGeom prst="rect">
            <a:avLst/>
          </a:prstGeom>
        </p:spPr>
      </p:pic>
      <p:sp>
        <p:nvSpPr>
          <p:cNvPr id="2" name="标题 1"/>
          <p:cNvSpPr>
            <a:spLocks noGrp="1"/>
          </p:cNvSpPr>
          <p:nvPr>
            <p:ph type="title" hasCustomPrompt="1"/>
            <p:custDataLst>
              <p:tags r:id="rId4"/>
            </p:custDataLst>
          </p:nvPr>
        </p:nvSpPr>
        <p:spPr>
          <a:xfrm>
            <a:off x="1281600" y="1249200"/>
            <a:ext cx="9626400" cy="723600"/>
          </a:xfrm>
        </p:spPr>
        <p:txBody>
          <a:bodyPr anchor="ctr"/>
          <a:lstStyle>
            <a:lvl1pPr>
              <a:defRPr sz="3200" baseline="0">
                <a:solidFill>
                  <a:schemeClr val="tx1"/>
                </a:solidFill>
                <a:latin typeface="Arial" panose="020B0604020202020204" pitchFamily="34" charset="0"/>
                <a:ea typeface="汉仪文黑-55简" panose="00020600040101010101" charset="-122"/>
              </a:defRPr>
            </a:lvl1pPr>
          </a:lstStyle>
          <a:p>
            <a:r>
              <a:rPr lang="zh-CN" altLang="en-US" dirty="0"/>
              <a:t>单击此处编辑标题</a:t>
            </a:r>
          </a:p>
        </p:txBody>
      </p:sp>
      <p:sp>
        <p:nvSpPr>
          <p:cNvPr id="7" name="内容占位符 6"/>
          <p:cNvSpPr>
            <a:spLocks noGrp="1"/>
          </p:cNvSpPr>
          <p:nvPr>
            <p:ph sz="quarter" idx="13"/>
            <p:custDataLst>
              <p:tags r:id="rId5"/>
            </p:custDataLst>
          </p:nvPr>
        </p:nvSpPr>
        <p:spPr>
          <a:xfrm>
            <a:off x="1281113" y="2163600"/>
            <a:ext cx="9626600" cy="3445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2026/2/15</a:t>
            </a:fld>
            <a:endParaRPr lang="zh-CN" altLang="en-US"/>
          </a:p>
        </p:txBody>
      </p:sp>
      <p:sp>
        <p:nvSpPr>
          <p:cNvPr id="4" name="页脚占位符 3"/>
          <p:cNvSpPr>
            <a:spLocks noGrp="1"/>
          </p:cNvSpPr>
          <p:nvPr>
            <p:ph type="ftr" sz="quarter" idx="11"/>
            <p:custDataLst>
              <p:tags r:id="rId7"/>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10"/>
          <a:stretch>
            <a:fillRect/>
          </a:stretch>
        </p:blipFill>
        <p:spPr>
          <a:xfrm>
            <a:off x="635" y="-318"/>
            <a:ext cx="12192622" cy="6858635"/>
          </a:xfrm>
          <a:prstGeom prst="rect">
            <a:avLst/>
          </a:prstGeom>
        </p:spPr>
      </p:pic>
      <p:sp>
        <p:nvSpPr>
          <p:cNvPr id="6" name="矩形 5"/>
          <p:cNvSpPr/>
          <p:nvPr>
            <p:custDataLst>
              <p:tags r:id="rId2"/>
            </p:custDataLst>
          </p:nvPr>
        </p:nvSpPr>
        <p:spPr>
          <a:xfrm>
            <a:off x="794" y="1"/>
            <a:ext cx="4823460"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olidFill>
                <a:schemeClr val="lt1"/>
              </a:solidFill>
              <a:sym typeface="+mn-ea"/>
            </a:endParaRPr>
          </a:p>
        </p:txBody>
      </p:sp>
      <p:sp>
        <p:nvSpPr>
          <p:cNvPr id="2" name="标题 1"/>
          <p:cNvSpPr>
            <a:spLocks noGrp="1"/>
          </p:cNvSpPr>
          <p:nvPr>
            <p:ph type="title" hasCustomPrompt="1"/>
            <p:custDataLst>
              <p:tags r:id="rId3"/>
            </p:custDataLst>
          </p:nvPr>
        </p:nvSpPr>
        <p:spPr>
          <a:xfrm>
            <a:off x="583200" y="770400"/>
            <a:ext cx="3960000" cy="882000"/>
          </a:xfrm>
        </p:spPr>
        <p:txBody>
          <a:bodyPr anchor="ctr" anchorCtr="0"/>
          <a:lstStyle>
            <a:lvl1pPr>
              <a:defRPr sz="3600" baseline="0">
                <a:solidFill>
                  <a:schemeClr val="tx1"/>
                </a:solidFill>
                <a:latin typeface="Arial" panose="020B0604020202020204" pitchFamily="34" charset="0"/>
                <a:ea typeface="汉仪文黑-55简" panose="00020600040101010101" charset="-122"/>
              </a:defRPr>
            </a:lvl1pPr>
          </a:lstStyle>
          <a:p>
            <a:r>
              <a:rPr lang="zh-CN" altLang="en-US" dirty="0"/>
              <a:t>单击编辑标题</a:t>
            </a:r>
          </a:p>
        </p:txBody>
      </p:sp>
      <p:sp>
        <p:nvSpPr>
          <p:cNvPr id="3" name="日期占位符 2"/>
          <p:cNvSpPr>
            <a:spLocks noGrp="1"/>
          </p:cNvSpPr>
          <p:nvPr>
            <p:ph type="dt" sz="half" idx="10"/>
            <p:custDataLst>
              <p:tags r:id="rId4"/>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2026/2/15</a:t>
            </a:fld>
            <a:endParaRPr lang="zh-CN" altLang="en-US"/>
          </a:p>
        </p:txBody>
      </p:sp>
      <p:sp>
        <p:nvSpPr>
          <p:cNvPr id="4" name="页脚占位符 3"/>
          <p:cNvSpPr>
            <a:spLocks noGrp="1"/>
          </p:cNvSpPr>
          <p:nvPr>
            <p:ph type="ftr" sz="quarter" idx="11"/>
            <p:custDataLst>
              <p:tags r:id="rId5"/>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7"/>
            </p:custDataLst>
          </p:nvPr>
        </p:nvSpPr>
        <p:spPr>
          <a:xfrm>
            <a:off x="586800" y="1764000"/>
            <a:ext cx="3956400" cy="4093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5101200" y="769938"/>
            <a:ext cx="6480000" cy="5087937"/>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794" y="0"/>
            <a:ext cx="12192000" cy="6858318"/>
          </a:xfrm>
          <a:prstGeom prst="rect">
            <a:avLst/>
          </a:prstGeom>
        </p:spPr>
      </p:pic>
      <p:sp>
        <p:nvSpPr>
          <p:cNvPr id="8" name="矩形 7"/>
          <p:cNvSpPr/>
          <p:nvPr>
            <p:custDataLst>
              <p:tags r:id="rId2"/>
            </p:custDataLst>
          </p:nvPr>
        </p:nvSpPr>
        <p:spPr>
          <a:xfrm>
            <a:off x="159" y="0"/>
            <a:ext cx="12192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12000" y="781200"/>
            <a:ext cx="10976400" cy="626400"/>
          </a:xfrm>
        </p:spPr>
        <p:txBody>
          <a:bodyPr anchor="ctr"/>
          <a:lstStyle>
            <a:lvl1pPr algn="ctr">
              <a:defRPr sz="3600"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2026/2/15</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612000" y="1659600"/>
            <a:ext cx="10975975" cy="828000"/>
          </a:xfrm>
        </p:spPr>
        <p:txBody>
          <a:bodyPr/>
          <a:lstStyle>
            <a:lvl1pPr algn="ct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612775" y="2808000"/>
            <a:ext cx="10965600" cy="34308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6" name="矩形 5"/>
          <p:cNvSpPr/>
          <p:nvPr>
            <p:custDataLst>
              <p:tags r:id="rId2"/>
            </p:custDataLst>
          </p:nvPr>
        </p:nvSpPr>
        <p:spPr>
          <a:xfrm>
            <a:off x="159" y="5029202"/>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sp>
        <p:nvSpPr>
          <p:cNvPr id="2" name="标题 1"/>
          <p:cNvSpPr>
            <a:spLocks noGrp="1"/>
          </p:cNvSpPr>
          <p:nvPr>
            <p:ph type="title"/>
            <p:custDataLst>
              <p:tags r:id="rId3"/>
            </p:custDataLst>
          </p:nvPr>
        </p:nvSpPr>
        <p:spPr>
          <a:xfrm>
            <a:off x="604800" y="669600"/>
            <a:ext cx="10976400" cy="565200"/>
          </a:xfrm>
        </p:spPr>
        <p:txBody>
          <a:bodyPr anchor="ctr" anchorCtr="0"/>
          <a:lstStyle>
            <a:lvl1pPr algn="ctr">
              <a:defRPr sz="3200"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2026/2/15</a:t>
            </a:fld>
            <a:endParaRPr lang="zh-CN" altLang="en-US"/>
          </a:p>
        </p:txBody>
      </p:sp>
      <p:sp>
        <p:nvSpPr>
          <p:cNvPr id="4" name="页脚占位符 3"/>
          <p:cNvSpPr>
            <a:spLocks noGrp="1"/>
          </p:cNvSpPr>
          <p:nvPr>
            <p:ph type="ftr" sz="quarter" idx="11"/>
            <p:custDataLst>
              <p:tags r:id="rId5"/>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604837" y="1681200"/>
            <a:ext cx="10990800" cy="3211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594000" y="5180400"/>
            <a:ext cx="11001600" cy="10116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3"/>
          <a:stretch>
            <a:fillRect/>
          </a:stretch>
        </p:blipFill>
        <p:spPr>
          <a:xfrm>
            <a:off x="635" y="317"/>
            <a:ext cx="12192000" cy="6858635"/>
          </a:xfrm>
          <a:prstGeom prst="rect">
            <a:avLst/>
          </a:prstGeom>
        </p:spPr>
      </p:pic>
      <p:sp>
        <p:nvSpPr>
          <p:cNvPr id="8" name="矩形 7"/>
          <p:cNvSpPr/>
          <p:nvPr>
            <p:custDataLst>
              <p:tags r:id="rId2"/>
            </p:custDataLst>
          </p:nvPr>
        </p:nvSpPr>
        <p:spPr>
          <a:xfrm>
            <a:off x="159" y="3175"/>
            <a:ext cx="12192000"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4"/>
          <a:stretch>
            <a:fillRect/>
          </a:stretch>
        </p:blipFill>
        <p:spPr>
          <a:xfrm>
            <a:off x="0" y="5636260"/>
            <a:ext cx="1266591" cy="1222375"/>
          </a:xfrm>
          <a:prstGeom prst="rect">
            <a:avLst/>
          </a:prstGeom>
        </p:spPr>
      </p:pic>
      <p:sp>
        <p:nvSpPr>
          <p:cNvPr id="2" name="标题 1"/>
          <p:cNvSpPr>
            <a:spLocks noGrp="1"/>
          </p:cNvSpPr>
          <p:nvPr>
            <p:ph type="title"/>
            <p:custDataLst>
              <p:tags r:id="rId4"/>
            </p:custDataLst>
          </p:nvPr>
        </p:nvSpPr>
        <p:spPr>
          <a:xfrm>
            <a:off x="579600" y="237600"/>
            <a:ext cx="11037600" cy="441964"/>
          </a:xfrm>
        </p:spPr>
        <p:txBody>
          <a:bodyPr/>
          <a:lstStyle>
            <a:lvl1pPr>
              <a:defRPr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2026/2/15</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8"/>
            </p:custDataLst>
          </p:nvPr>
        </p:nvSpPr>
        <p:spPr>
          <a:xfrm>
            <a:off x="579600" y="1663200"/>
            <a:ext cx="5342400" cy="28944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6242400" y="1663200"/>
            <a:ext cx="5367600" cy="28944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10"/>
            </p:custDataLst>
          </p:nvPr>
        </p:nvSpPr>
        <p:spPr>
          <a:xfrm>
            <a:off x="572400" y="4816800"/>
            <a:ext cx="5342400" cy="7812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1"/>
            </p:custDataLst>
          </p:nvPr>
        </p:nvSpPr>
        <p:spPr>
          <a:xfrm>
            <a:off x="6253200" y="4813200"/>
            <a:ext cx="5367600" cy="7812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8" name="矩形 7"/>
          <p:cNvSpPr/>
          <p:nvPr>
            <p:custDataLst>
              <p:tags r:id="rId2"/>
            </p:custDataLst>
          </p:nvPr>
        </p:nvSpPr>
        <p:spPr>
          <a:xfrm>
            <a:off x="1429" y="958590"/>
            <a:ext cx="12192000" cy="4939553"/>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1"/>
          <a:stretch>
            <a:fillRect/>
          </a:stretch>
        </p:blipFill>
        <p:spPr>
          <a:xfrm>
            <a:off x="0" y="5635625"/>
            <a:ext cx="1266591" cy="1222375"/>
          </a:xfrm>
          <a:prstGeom prst="rect">
            <a:avLst/>
          </a:prstGeom>
        </p:spPr>
      </p:pic>
      <p:sp>
        <p:nvSpPr>
          <p:cNvPr id="2" name="标题 1"/>
          <p:cNvSpPr>
            <a:spLocks noGrp="1"/>
          </p:cNvSpPr>
          <p:nvPr>
            <p:ph type="title" hasCustomPrompt="1"/>
            <p:custDataLst>
              <p:tags r:id="rId4"/>
            </p:custDataLst>
          </p:nvPr>
        </p:nvSpPr>
        <p:spPr>
          <a:xfrm>
            <a:off x="1522800" y="1339200"/>
            <a:ext cx="9144000" cy="2386800"/>
          </a:xfrm>
        </p:spPr>
        <p:txBody>
          <a:bodyPr anchor="b"/>
          <a:lstStyle>
            <a:lvl1pPr algn="ctr">
              <a:defRPr sz="6000" baseline="0">
                <a:solidFill>
                  <a:schemeClr val="tx1"/>
                </a:solidFill>
                <a:latin typeface="Arial" panose="020B0604020202020204" pitchFamily="34" charset="0"/>
                <a:ea typeface="汉仪文黑-55简" panose="00020600040101010101" charset="-122"/>
              </a:defRPr>
            </a:lvl1pPr>
          </a:lstStyle>
          <a:p>
            <a:r>
              <a:rPr lang="zh-CN" altLang="en-US" dirty="0"/>
              <a:t>单击此处编辑标题</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2026/2/15</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1522413" y="3862800"/>
            <a:ext cx="9144000" cy="1656000"/>
          </a:xfrm>
        </p:spPr>
        <p:txBody>
          <a:bodyPr/>
          <a:lstStyle>
            <a:lvl1pPr algn="ct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ags" Target="../tags/tag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6.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669882" y="443230"/>
            <a:ext cx="10852237" cy="441964"/>
          </a:xfrm>
          <a:prstGeom prst="rect">
            <a:avLst/>
          </a:prstGeom>
        </p:spPr>
        <p:txBody>
          <a:bodyPr vert="horz" wrap="square"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21"/>
            </p:custDataLst>
          </p:nvPr>
        </p:nvSpPr>
        <p:spPr>
          <a:xfrm>
            <a:off x="669882" y="961398"/>
            <a:ext cx="10852237" cy="5388907"/>
          </a:xfrm>
          <a:prstGeom prst="rect">
            <a:avLst/>
          </a:prstGeom>
        </p:spPr>
        <p:txBody>
          <a:bodyPr vert="horz" wrap="square" lIns="90170" tIns="46990" rIns="90170" bIns="4699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2"/>
            </p:custDataLst>
          </p:nvPr>
        </p:nvSpPr>
        <p:spPr>
          <a:xfrm>
            <a:off x="879742" y="6349833"/>
            <a:ext cx="2700000" cy="316800"/>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2026/2/15</a:t>
            </a:fld>
            <a:endParaRPr lang="zh-CN" altLang="en-US"/>
          </a:p>
        </p:txBody>
      </p:sp>
      <p:sp>
        <p:nvSpPr>
          <p:cNvPr id="5" name="页脚占位符 4"/>
          <p:cNvSpPr>
            <a:spLocks noGrp="1"/>
          </p:cNvSpPr>
          <p:nvPr>
            <p:ph type="ftr" sz="quarter" idx="3"/>
            <p:custDataLst>
              <p:tags r:id="rId23"/>
            </p:custDataLst>
          </p:nvPr>
        </p:nvSpPr>
        <p:spPr>
          <a:xfrm>
            <a:off x="4116000" y="6349833"/>
            <a:ext cx="3960000" cy="316800"/>
          </a:xfrm>
          <a:prstGeom prst="rect">
            <a:avLst/>
          </a:prstGeom>
        </p:spPr>
        <p:txBody>
          <a:bodyPr vert="horz" wrap="square" lIns="91440" tIns="45720" rIns="91440" bIns="45720" rtlCol="0" anchor="ctr">
            <a:normAutofit/>
          </a:bodyPr>
          <a:lstStyle>
            <a:lvl1pPr algn="ctr">
              <a:defRPr sz="1200">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8610600" y="6349833"/>
            <a:ext cx="2700000" cy="316800"/>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8" name="KSO_TEMPLATE" hidden="1"/>
          <p:cNvSpPr/>
          <p:nvPr userDrawn="1">
            <p:custDataLst>
              <p:tags r:id="rId2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Lst>
  <p:txStyles>
    <p:titleStyle>
      <a:lvl1pPr algn="l" defTabSz="914400" rtl="0" eaLnBrk="1" fontAlgn="auto" latinLnBrk="0" hangingPunct="1">
        <a:lnSpc>
          <a:spcPct val="100000"/>
        </a:lnSpc>
        <a:spcBef>
          <a:spcPct val="0"/>
        </a:spcBef>
        <a:buNone/>
        <a:defRPr sz="2400" b="1" u="none" strike="noStrike" kern="1200" cap="none" spc="200" normalizeH="0">
          <a:solidFill>
            <a:schemeClr val="tx1"/>
          </a:solidFill>
          <a:uFillTx/>
          <a:latin typeface="Arial" panose="020B0604020202020204" pitchFamily="34" charset="0"/>
          <a:ea typeface="汉仪文黑-55简" panose="00020600040101010101"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58.xml"/><Relationship Id="rId2" Type="http://schemas.openxmlformats.org/officeDocument/2006/relationships/tags" Target="../tags/tag157.xml"/><Relationship Id="rId1" Type="http://schemas.openxmlformats.org/officeDocument/2006/relationships/tags" Target="../tags/tag156.xml"/><Relationship Id="rId5" Type="http://schemas.openxmlformats.org/officeDocument/2006/relationships/image" Target="../media/image14.png"/><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tags" Target="../tags/tag161.xml"/><Relationship Id="rId2" Type="http://schemas.openxmlformats.org/officeDocument/2006/relationships/tags" Target="../tags/tag160.xml"/><Relationship Id="rId1" Type="http://schemas.openxmlformats.org/officeDocument/2006/relationships/tags" Target="../tags/tag159.xml"/><Relationship Id="rId5" Type="http://schemas.openxmlformats.org/officeDocument/2006/relationships/image" Target="../media/image15.png"/><Relationship Id="rId4"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63.xml"/><Relationship Id="rId1" Type="http://schemas.openxmlformats.org/officeDocument/2006/relationships/tags" Target="../tags/tag162.xml"/></Relationships>
</file>

<file path=ppt/slides/_rels/slide4.xml.rels><?xml version="1.0" encoding="UTF-8" standalone="yes"?>
<Relationships xmlns="http://schemas.openxmlformats.org/package/2006/relationships"><Relationship Id="rId3" Type="http://schemas.openxmlformats.org/officeDocument/2006/relationships/tags" Target="../tags/tag166.xml"/><Relationship Id="rId2" Type="http://schemas.openxmlformats.org/officeDocument/2006/relationships/tags" Target="../tags/tag165.xml"/><Relationship Id="rId1" Type="http://schemas.openxmlformats.org/officeDocument/2006/relationships/tags" Target="../tags/tag164.xml"/><Relationship Id="rId4"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68.xml"/><Relationship Id="rId1" Type="http://schemas.openxmlformats.org/officeDocument/2006/relationships/tags" Target="../tags/tag167.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70.xml"/><Relationship Id="rId1" Type="http://schemas.openxmlformats.org/officeDocument/2006/relationships/tags" Target="../tags/tag169.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72.xml"/><Relationship Id="rId1" Type="http://schemas.openxmlformats.org/officeDocument/2006/relationships/tags" Target="../tags/tag171.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74.xml"/><Relationship Id="rId1" Type="http://schemas.openxmlformats.org/officeDocument/2006/relationships/tags" Target="../tags/tag173.xml"/><Relationship Id="rId5" Type="http://schemas.openxmlformats.org/officeDocument/2006/relationships/image" Target="../media/image18.jpeg"/><Relationship Id="rId4" Type="http://schemas.openxmlformats.org/officeDocument/2006/relationships/image" Target="../media/image17.jpe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76.xml"/><Relationship Id="rId1" Type="http://schemas.openxmlformats.org/officeDocument/2006/relationships/tags" Target="../tags/tag175.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78.xml"/><Relationship Id="rId1" Type="http://schemas.openxmlformats.org/officeDocument/2006/relationships/tags" Target="../tags/tag177.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1.xml"/><Relationship Id="rId1" Type="http://schemas.openxmlformats.org/officeDocument/2006/relationships/tags" Target="../tags/tag179.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24.png"/><Relationship Id="rId2" Type="http://schemas.openxmlformats.org/officeDocument/2006/relationships/tags" Target="../tags/tag181.xml"/><Relationship Id="rId1" Type="http://schemas.openxmlformats.org/officeDocument/2006/relationships/tags" Target="../tags/tag180.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28.png"/><Relationship Id="rId2" Type="http://schemas.openxmlformats.org/officeDocument/2006/relationships/tags" Target="../tags/tag183.xml"/><Relationship Id="rId1" Type="http://schemas.openxmlformats.org/officeDocument/2006/relationships/tags" Target="../tags/tag18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32.png"/><Relationship Id="rId2" Type="http://schemas.openxmlformats.org/officeDocument/2006/relationships/tags" Target="../tags/tag185.xml"/><Relationship Id="rId1" Type="http://schemas.openxmlformats.org/officeDocument/2006/relationships/tags" Target="../tags/tag184.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slideLayout" Target="../slideLayouts/slideLayout1.xml"/><Relationship Id="rId7" Type="http://schemas.openxmlformats.org/officeDocument/2006/relationships/image" Target="../media/image36.png"/><Relationship Id="rId2" Type="http://schemas.openxmlformats.org/officeDocument/2006/relationships/tags" Target="../tags/tag187.xml"/><Relationship Id="rId1" Type="http://schemas.openxmlformats.org/officeDocument/2006/relationships/tags" Target="../tags/tag186.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41.png"/><Relationship Id="rId2" Type="http://schemas.openxmlformats.org/officeDocument/2006/relationships/tags" Target="../tags/tag189.xml"/><Relationship Id="rId1" Type="http://schemas.openxmlformats.org/officeDocument/2006/relationships/tags" Target="../tags/tag188.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91.xml"/><Relationship Id="rId1" Type="http://schemas.openxmlformats.org/officeDocument/2006/relationships/tags" Target="../tags/tag190.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48.png"/><Relationship Id="rId2" Type="http://schemas.openxmlformats.org/officeDocument/2006/relationships/tags" Target="../tags/tag193.xml"/><Relationship Id="rId1" Type="http://schemas.openxmlformats.org/officeDocument/2006/relationships/tags" Target="../tags/tag19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52.png"/><Relationship Id="rId2" Type="http://schemas.openxmlformats.org/officeDocument/2006/relationships/tags" Target="../tags/tag195.xml"/><Relationship Id="rId1" Type="http://schemas.openxmlformats.org/officeDocument/2006/relationships/tags" Target="../tags/tag194.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2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slideLayout" Target="../slideLayouts/slideLayout1.xml"/><Relationship Id="rId1" Type="http://schemas.openxmlformats.org/officeDocument/2006/relationships/tags" Target="../tags/tag196.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98.xml"/><Relationship Id="rId1" Type="http://schemas.openxmlformats.org/officeDocument/2006/relationships/tags" Target="../tags/tag197.xml"/><Relationship Id="rId4" Type="http://schemas.openxmlformats.org/officeDocument/2006/relationships/image" Target="../media/image54.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00.xml"/><Relationship Id="rId1" Type="http://schemas.openxmlformats.org/officeDocument/2006/relationships/tags" Target="../tags/tag199.xml"/><Relationship Id="rId4" Type="http://schemas.openxmlformats.org/officeDocument/2006/relationships/image" Target="../media/image55.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02.xml"/><Relationship Id="rId1" Type="http://schemas.openxmlformats.org/officeDocument/2006/relationships/tags" Target="../tags/tag201.xml"/><Relationship Id="rId5" Type="http://schemas.openxmlformats.org/officeDocument/2006/relationships/image" Target="../media/image57.png"/><Relationship Id="rId4" Type="http://schemas.openxmlformats.org/officeDocument/2006/relationships/image" Target="../media/image56.jpe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04.xml"/><Relationship Id="rId1" Type="http://schemas.openxmlformats.org/officeDocument/2006/relationships/tags" Target="../tags/tag203.xml"/><Relationship Id="rId6" Type="http://schemas.openxmlformats.org/officeDocument/2006/relationships/image" Target="../media/image60.jpeg"/><Relationship Id="rId5" Type="http://schemas.openxmlformats.org/officeDocument/2006/relationships/image" Target="../media/image59.jpeg"/><Relationship Id="rId4" Type="http://schemas.openxmlformats.org/officeDocument/2006/relationships/image" Target="../media/image58.jpe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06.xml"/><Relationship Id="rId1" Type="http://schemas.openxmlformats.org/officeDocument/2006/relationships/tags" Target="../tags/tag205.xml"/><Relationship Id="rId4" Type="http://schemas.openxmlformats.org/officeDocument/2006/relationships/image" Target="../media/image61.jpe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08.xml"/><Relationship Id="rId1" Type="http://schemas.openxmlformats.org/officeDocument/2006/relationships/tags" Target="../tags/tag207.xml"/><Relationship Id="rId5" Type="http://schemas.openxmlformats.org/officeDocument/2006/relationships/image" Target="../media/image63.png"/><Relationship Id="rId4" Type="http://schemas.openxmlformats.org/officeDocument/2006/relationships/image" Target="../media/image62.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10.xml"/><Relationship Id="rId1" Type="http://schemas.openxmlformats.org/officeDocument/2006/relationships/tags" Target="../tags/tag209.xml"/><Relationship Id="rId6" Type="http://schemas.openxmlformats.org/officeDocument/2006/relationships/image" Target="../media/image66.jpeg"/><Relationship Id="rId5" Type="http://schemas.openxmlformats.org/officeDocument/2006/relationships/image" Target="../media/image65.jpeg"/><Relationship Id="rId4" Type="http://schemas.openxmlformats.org/officeDocument/2006/relationships/image" Target="../media/image64.jpe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12.xml"/><Relationship Id="rId1" Type="http://schemas.openxmlformats.org/officeDocument/2006/relationships/tags" Target="../tags/tag211.xml"/><Relationship Id="rId5" Type="http://schemas.openxmlformats.org/officeDocument/2006/relationships/image" Target="../media/image68.jpeg"/><Relationship Id="rId4" Type="http://schemas.openxmlformats.org/officeDocument/2006/relationships/image" Target="../media/image67.jpe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14.xml"/><Relationship Id="rId1" Type="http://schemas.openxmlformats.org/officeDocument/2006/relationships/tags" Target="../tags/tag213.xml"/><Relationship Id="rId4" Type="http://schemas.openxmlformats.org/officeDocument/2006/relationships/image" Target="../media/image69.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16.xml"/><Relationship Id="rId1" Type="http://schemas.openxmlformats.org/officeDocument/2006/relationships/tags" Target="../tags/tag215.xml"/><Relationship Id="rId4" Type="http://schemas.openxmlformats.org/officeDocument/2006/relationships/image" Target="../media/image70.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18.xml"/><Relationship Id="rId1" Type="http://schemas.openxmlformats.org/officeDocument/2006/relationships/tags" Target="../tags/tag217.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20.xml"/><Relationship Id="rId1" Type="http://schemas.openxmlformats.org/officeDocument/2006/relationships/tags" Target="../tags/tag219.xml"/><Relationship Id="rId4" Type="http://schemas.openxmlformats.org/officeDocument/2006/relationships/image" Target="../media/image71.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22.xml"/><Relationship Id="rId1" Type="http://schemas.openxmlformats.org/officeDocument/2006/relationships/tags" Target="../tags/tag221.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24.xml"/><Relationship Id="rId1" Type="http://schemas.openxmlformats.org/officeDocument/2006/relationships/tags" Target="../tags/tag2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84128" y="5658615"/>
            <a:ext cx="7629063" cy="1183999"/>
          </a:xfrm>
          <a:prstGeom prst="rect">
            <a:avLst/>
          </a:prstGeom>
          <a:noFill/>
        </p:spPr>
        <p:txBody>
          <a:bodyPr wrap="square" rtlCol="0">
            <a:norm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pic>
        <p:nvPicPr>
          <p:cNvPr id="4" name="Picture 3">
            <a:extLst>
              <a:ext uri="{FF2B5EF4-FFF2-40B4-BE49-F238E27FC236}">
                <a16:creationId xmlns:a16="http://schemas.microsoft.com/office/drawing/2014/main" id="{55D17C5F-D582-80A6-4DE3-CCB3F46FECDE}"/>
              </a:ext>
            </a:extLst>
          </p:cNvPr>
          <p:cNvPicPr>
            <a:picLocks noChangeAspect="1"/>
          </p:cNvPicPr>
          <p:nvPr/>
        </p:nvPicPr>
        <p:blipFill>
          <a:blip r:embed="rId5"/>
          <a:stretch>
            <a:fillRect/>
          </a:stretch>
        </p:blipFill>
        <p:spPr>
          <a:xfrm>
            <a:off x="5191125" y="466312"/>
            <a:ext cx="904875" cy="1428750"/>
          </a:xfrm>
          <a:prstGeom prst="rect">
            <a:avLst/>
          </a:prstGeom>
        </p:spPr>
      </p:pic>
      <p:sp>
        <p:nvSpPr>
          <p:cNvPr id="5" name="文本框 21">
            <a:extLst>
              <a:ext uri="{FF2B5EF4-FFF2-40B4-BE49-F238E27FC236}">
                <a16:creationId xmlns:a16="http://schemas.microsoft.com/office/drawing/2014/main" id="{8291BEAF-DC80-7114-D7E5-4D33D4D73EFF}"/>
              </a:ext>
            </a:extLst>
          </p:cNvPr>
          <p:cNvSpPr txBox="1"/>
          <p:nvPr>
            <p:custDataLst>
              <p:tags r:id="rId3"/>
            </p:custDataLst>
          </p:nvPr>
        </p:nvSpPr>
        <p:spPr>
          <a:xfrm>
            <a:off x="1517374" y="2036310"/>
            <a:ext cx="8719930" cy="1740528"/>
          </a:xfrm>
          <a:prstGeom prst="rect">
            <a:avLst/>
          </a:prstGeom>
          <a:noFill/>
        </p:spPr>
        <p:txBody>
          <a:bodyPr wrap="square" rtlCol="0" anchor="ctr" anchorCtr="0">
            <a:normAutofit/>
          </a:bodyPr>
          <a:lstStyle/>
          <a:p>
            <a:pPr algn="ctr">
              <a:lnSpc>
                <a:spcPct val="107000"/>
              </a:lnSpc>
              <a:spcAft>
                <a:spcPts val="800"/>
              </a:spcAft>
            </a:pPr>
            <a:r>
              <a:rPr lang="en-US" sz="2800" b="1" kern="100" dirty="0">
                <a:solidFill>
                  <a:schemeClr val="accent3">
                    <a:lumMod val="50000"/>
                  </a:schemeClr>
                </a:solidFill>
                <a:effectLst/>
                <a:latin typeface="Times New Roman" panose="02020603050405020304" pitchFamily="18" charset="0"/>
                <a:ea typeface="Calibri" panose="020F0502020204030204" pitchFamily="34" charset="0"/>
                <a:cs typeface="Arial" panose="020B0604020202020204" pitchFamily="34" charset="0"/>
              </a:rPr>
              <a:t>CERTIFICATE III IN AUTOMOTIVE REPAIR &amp; MAINTE</a:t>
            </a: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NANCE</a:t>
            </a: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5B8B25F2-350A-E959-A436-C1320A9A1827}"/>
              </a:ext>
            </a:extLst>
          </p:cNvPr>
          <p:cNvSpPr txBox="1"/>
          <p:nvPr/>
        </p:nvSpPr>
        <p:spPr>
          <a:xfrm>
            <a:off x="821635" y="4015155"/>
            <a:ext cx="9415669" cy="530594"/>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2800" b="1" i="0" u="none" strike="noStrike" kern="100" cap="none" spc="0" normalizeH="0" baseline="0" noProof="0" dirty="0">
                <a:ln>
                  <a:noFill/>
                </a:ln>
                <a:solidFill>
                  <a:srgbClr val="FFAD63">
                    <a:lumMod val="50000"/>
                  </a:srgbClr>
                </a:solidFill>
                <a:effectLst/>
                <a:uLnTx/>
                <a:uFillTx/>
                <a:latin typeface="Times New Roman" panose="02020603050405020304" pitchFamily="18" charset="0"/>
                <a:ea typeface="Calibri" panose="020F0502020204030204" pitchFamily="34" charset="0"/>
                <a:cs typeface="Arial" panose="020B0604020202020204" pitchFamily="34" charset="0"/>
              </a:rPr>
              <a:t>SUBJECT:  </a:t>
            </a:r>
            <a:r>
              <a:rPr kumimoji="0" lang="en-US" sz="2800" b="1" i="0" u="none" strike="noStrike" kern="100" cap="none" spc="0" normalizeH="0" baseline="0" noProof="0" dirty="0">
                <a:ln>
                  <a:noFill/>
                </a:ln>
                <a:solidFill>
                  <a:schemeClr val="tx1">
                    <a:lumMod val="75000"/>
                    <a:lumOff val="25000"/>
                  </a:schemeClr>
                </a:solidFill>
                <a:effectLst/>
                <a:uLnTx/>
                <a:uFillTx/>
                <a:latin typeface="Times New Roman" panose="02020603050405020304" pitchFamily="18" charset="0"/>
                <a:ea typeface="Calibri" panose="020F0502020204030204" pitchFamily="34" charset="0"/>
                <a:cs typeface="Arial" panose="020B0604020202020204" pitchFamily="34" charset="0"/>
              </a:rPr>
              <a:t>BASIC WORKSHOP PRACTICE</a:t>
            </a:r>
            <a:endParaRPr kumimoji="0" lang="en-US" sz="2800" b="1" i="0" u="none" strike="noStrike" kern="100" cap="none" spc="0" normalizeH="0" baseline="0" noProof="0" dirty="0">
              <a:ln>
                <a:noFill/>
              </a:ln>
              <a:solidFill>
                <a:schemeClr val="tx1">
                  <a:lumMod val="75000"/>
                  <a:lumOff val="25000"/>
                </a:schemeClr>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997889" y="1195669"/>
            <a:ext cx="10018643" cy="3468735"/>
          </a:xfrm>
          <a:prstGeom prst="rect">
            <a:avLst/>
          </a:prstGeom>
          <a:noFill/>
        </p:spPr>
        <p:txBody>
          <a:bodyPr wrap="square" rtlCol="0">
            <a:noAutofit/>
          </a:bodyPr>
          <a:lstStyle/>
          <a:p>
            <a:pPr marL="457200" indent="-457200" algn="l">
              <a:lnSpc>
                <a:spcPct val="100000"/>
              </a:lnSpc>
              <a:spcBef>
                <a:spcPts val="0"/>
              </a:spcBef>
              <a:spcAft>
                <a:spcPts val="0"/>
              </a:spcAft>
              <a:buSzPct val="100000"/>
              <a:buFont typeface="+mj-lt"/>
              <a:buAutoNum type="arabicPeriod"/>
            </a:pPr>
            <a:r>
              <a:rPr lang="en-US" sz="2000" b="1" dirty="0">
                <a:latin typeface="Times New Roman" panose="02020603050405020304" pitchFamily="18" charset="0"/>
                <a:ea typeface="Calibri" panose="020F0502020204030204" pitchFamily="34" charset="0"/>
              </a:rPr>
              <a:t>Module outlines / Unit name</a:t>
            </a:r>
          </a:p>
          <a:p>
            <a:pPr marL="342900" indent="-342900" algn="l">
              <a:lnSpc>
                <a:spcPct val="100000"/>
              </a:lnSpc>
              <a:spcBef>
                <a:spcPts val="0"/>
              </a:spcBef>
              <a:spcAft>
                <a:spcPts val="0"/>
              </a:spcAft>
              <a:buSzPct val="100000"/>
              <a:buFont typeface="Wingdings" panose="05000000000000000000" pitchFamily="2" charset="2"/>
              <a:buChar char="§"/>
            </a:pPr>
            <a:r>
              <a:rPr lang="en-US" sz="2000" b="1" dirty="0">
                <a:effectLst/>
                <a:latin typeface="Times New Roman" panose="02020603050405020304" pitchFamily="18" charset="0"/>
                <a:ea typeface="Calibri" panose="020F0502020204030204" pitchFamily="34" charset="0"/>
              </a:rPr>
              <a:t>Basic Workshop Practice</a:t>
            </a:r>
          </a:p>
          <a:p>
            <a:pPr marL="342900" indent="-342900" algn="l">
              <a:lnSpc>
                <a:spcPct val="100000"/>
              </a:lnSpc>
              <a:spcBef>
                <a:spcPts val="0"/>
              </a:spcBef>
              <a:spcAft>
                <a:spcPts val="0"/>
              </a:spcAft>
              <a:buSzPct val="100000"/>
              <a:buFont typeface="Wingdings" panose="05000000000000000000" pitchFamily="2" charset="2"/>
              <a:buChar char="§"/>
            </a:pPr>
            <a:r>
              <a:rPr lang="en-US" sz="2000" b="1" dirty="0">
                <a:latin typeface="Times New Roman" panose="02020603050405020304" pitchFamily="18" charset="0"/>
                <a:ea typeface="Calibri" panose="020F0502020204030204" pitchFamily="34" charset="0"/>
              </a:rPr>
              <a:t>Module Code Number: BWP01</a:t>
            </a:r>
          </a:p>
          <a:p>
            <a:pPr marL="342900" indent="-342900" algn="l">
              <a:lnSpc>
                <a:spcPct val="100000"/>
              </a:lnSpc>
              <a:spcBef>
                <a:spcPts val="0"/>
              </a:spcBef>
              <a:spcAft>
                <a:spcPts val="0"/>
              </a:spcAft>
              <a:buSzPct val="100000"/>
              <a:buFont typeface="Wingdings" panose="05000000000000000000" pitchFamily="2" charset="2"/>
              <a:buChar char="§"/>
            </a:pPr>
            <a:r>
              <a:rPr lang="en-US" sz="2000" b="1" dirty="0">
                <a:effectLst/>
                <a:latin typeface="Times New Roman" panose="02020603050405020304" pitchFamily="18" charset="0"/>
                <a:ea typeface="Calibri" panose="020F0502020204030204" pitchFamily="34" charset="0"/>
              </a:rPr>
              <a:t>Credit, Learning Hours and contact hours</a:t>
            </a:r>
          </a:p>
          <a:p>
            <a:pPr algn="l">
              <a:lnSpc>
                <a:spcPct val="100000"/>
              </a:lnSpc>
              <a:spcBef>
                <a:spcPts val="0"/>
              </a:spcBef>
              <a:spcAft>
                <a:spcPts val="0"/>
              </a:spcAft>
              <a:buSzPct val="100000"/>
            </a:pPr>
            <a:r>
              <a:rPr lang="en-US" sz="2000" b="1" dirty="0">
                <a:latin typeface="Times New Roman" panose="02020603050405020304" pitchFamily="18" charset="0"/>
                <a:ea typeface="Calibri" panose="020F0502020204030204" pitchFamily="34" charset="0"/>
              </a:rPr>
              <a:t>      Credit: 8</a:t>
            </a:r>
          </a:p>
          <a:p>
            <a:pPr algn="l">
              <a:lnSpc>
                <a:spcPct val="100000"/>
              </a:lnSpc>
              <a:spcBef>
                <a:spcPts val="0"/>
              </a:spcBef>
              <a:spcAft>
                <a:spcPts val="0"/>
              </a:spcAft>
              <a:buSzPct val="100000"/>
            </a:pPr>
            <a:r>
              <a:rPr lang="en-US" sz="2000" b="1" dirty="0">
                <a:effectLst/>
                <a:latin typeface="Times New Roman" panose="02020603050405020304" pitchFamily="18" charset="0"/>
                <a:ea typeface="Calibri" panose="020F0502020204030204" pitchFamily="34" charset="0"/>
              </a:rPr>
              <a:t>      Learning </a:t>
            </a:r>
            <a:r>
              <a:rPr lang="en-US" sz="2000" b="1" dirty="0" err="1">
                <a:effectLst/>
                <a:latin typeface="Times New Roman" panose="02020603050405020304" pitchFamily="18" charset="0"/>
                <a:ea typeface="Calibri" panose="020F0502020204030204" pitchFamily="34" charset="0"/>
              </a:rPr>
              <a:t>Hrs</a:t>
            </a:r>
            <a:r>
              <a:rPr lang="en-US" sz="2000" b="1" dirty="0">
                <a:effectLst/>
                <a:latin typeface="Times New Roman" panose="02020603050405020304" pitchFamily="18" charset="0"/>
                <a:ea typeface="Calibri" panose="020F0502020204030204" pitchFamily="34" charset="0"/>
              </a:rPr>
              <a:t> 80</a:t>
            </a:r>
          </a:p>
          <a:p>
            <a:pPr algn="l">
              <a:lnSpc>
                <a:spcPct val="100000"/>
              </a:lnSpc>
              <a:spcBef>
                <a:spcPts val="0"/>
              </a:spcBef>
              <a:spcAft>
                <a:spcPts val="0"/>
              </a:spcAft>
              <a:buSzPct val="100000"/>
            </a:pPr>
            <a:r>
              <a:rPr lang="en-US" sz="2000" b="1" dirty="0">
                <a:latin typeface="Times New Roman" panose="02020603050405020304" pitchFamily="18" charset="0"/>
                <a:ea typeface="Calibri" panose="020F0502020204030204" pitchFamily="34" charset="0"/>
              </a:rPr>
              <a:t>      Contact </a:t>
            </a:r>
            <a:r>
              <a:rPr lang="en-US" sz="2000" b="1" dirty="0" err="1">
                <a:latin typeface="Times New Roman" panose="02020603050405020304" pitchFamily="18" charset="0"/>
                <a:ea typeface="Calibri" panose="020F0502020204030204" pitchFamily="34" charset="0"/>
              </a:rPr>
              <a:t>Hrs</a:t>
            </a:r>
            <a:r>
              <a:rPr lang="en-US" sz="2000" b="1" dirty="0">
                <a:latin typeface="Times New Roman" panose="02020603050405020304" pitchFamily="18" charset="0"/>
                <a:ea typeface="Calibri" panose="020F0502020204030204" pitchFamily="34" charset="0"/>
              </a:rPr>
              <a:t> 40</a:t>
            </a:r>
          </a:p>
          <a:p>
            <a:pPr marL="342900" indent="-342900" algn="l">
              <a:lnSpc>
                <a:spcPct val="100000"/>
              </a:lnSpc>
              <a:spcBef>
                <a:spcPts val="0"/>
              </a:spcBef>
              <a:spcAft>
                <a:spcPts val="0"/>
              </a:spcAft>
              <a:buSzPct val="100000"/>
              <a:buFont typeface="Wingdings" panose="05000000000000000000" pitchFamily="2" charset="2"/>
              <a:buChar char="Ø"/>
            </a:pPr>
            <a:r>
              <a:rPr lang="en-US" sz="2000" b="1" dirty="0">
                <a:latin typeface="Times New Roman" panose="02020603050405020304" pitchFamily="18" charset="0"/>
                <a:ea typeface="Calibri" panose="020F0502020204030204" pitchFamily="34" charset="0"/>
              </a:rPr>
              <a:t>Theory 40 Marks</a:t>
            </a:r>
          </a:p>
          <a:p>
            <a:pPr marL="342900" indent="-342900" algn="l">
              <a:lnSpc>
                <a:spcPct val="100000"/>
              </a:lnSpc>
              <a:spcBef>
                <a:spcPts val="0"/>
              </a:spcBef>
              <a:spcAft>
                <a:spcPts val="0"/>
              </a:spcAft>
              <a:buSzPct val="100000"/>
              <a:buFont typeface="Wingdings" panose="05000000000000000000" pitchFamily="2" charset="2"/>
              <a:buChar char="Ø"/>
            </a:pPr>
            <a:r>
              <a:rPr lang="en-US" sz="2000" b="1" dirty="0">
                <a:latin typeface="Times New Roman" panose="02020603050405020304" pitchFamily="18" charset="0"/>
                <a:ea typeface="Calibri" panose="020F0502020204030204" pitchFamily="34" charset="0"/>
              </a:rPr>
              <a:t>Practical 60 Marks</a:t>
            </a:r>
          </a:p>
          <a:p>
            <a:pPr marL="342900" indent="-342900" algn="l">
              <a:lnSpc>
                <a:spcPct val="100000"/>
              </a:lnSpc>
              <a:spcBef>
                <a:spcPts val="0"/>
              </a:spcBef>
              <a:spcAft>
                <a:spcPts val="0"/>
              </a:spcAft>
              <a:buSzPct val="100000"/>
              <a:buFont typeface="Wingdings" panose="05000000000000000000" pitchFamily="2" charset="2"/>
              <a:buChar char="Ø"/>
            </a:pPr>
            <a:endParaRPr lang="en-US" sz="2000" b="1" dirty="0">
              <a:effectLst/>
              <a:latin typeface="Times New Roman" panose="02020603050405020304" pitchFamily="18" charset="0"/>
              <a:ea typeface="Calibri" panose="020F0502020204030204" pitchFamily="34" charset="0"/>
            </a:endParaRPr>
          </a:p>
          <a:p>
            <a:pPr marL="342900" indent="-342900" algn="l">
              <a:lnSpc>
                <a:spcPct val="100000"/>
              </a:lnSpc>
              <a:spcBef>
                <a:spcPts val="0"/>
              </a:spcBef>
              <a:spcAft>
                <a:spcPts val="0"/>
              </a:spcAft>
              <a:buSzPct val="100000"/>
              <a:buFont typeface="Wingdings" panose="05000000000000000000" pitchFamily="2" charset="2"/>
              <a:buChar char="Ø"/>
            </a:pPr>
            <a:endParaRPr lang="en-US" sz="2000" b="1" dirty="0">
              <a:effectLst/>
              <a:latin typeface="Times New Roman" panose="02020603050405020304" pitchFamily="18" charset="0"/>
              <a:ea typeface="Calibri" panose="020F0502020204030204" pitchFamily="34" charset="0"/>
            </a:endParaRPr>
          </a:p>
          <a:p>
            <a:pPr algn="l">
              <a:lnSpc>
                <a:spcPct val="100000"/>
              </a:lnSpc>
              <a:spcBef>
                <a:spcPts val="0"/>
              </a:spcBef>
              <a:spcAft>
                <a:spcPts val="0"/>
              </a:spcAft>
              <a:buSzPct val="100000"/>
            </a:pPr>
            <a:endParaRPr lang="en-US" altLang="zh-CN" sz="2400" b="1" cap="all" spc="100" dirty="0">
              <a:latin typeface="Times New Roman" panose="02020603050405020304" pitchFamily="18" charset="0"/>
              <a:ea typeface="微软雅黑" panose="020B0503020204020204" charset="-122"/>
            </a:endParaRPr>
          </a:p>
        </p:txBody>
      </p:sp>
      <p:sp>
        <p:nvSpPr>
          <p:cNvPr id="22" name="文本框 21"/>
          <p:cNvSpPr txBox="1"/>
          <p:nvPr>
            <p:custDataLst>
              <p:tags r:id="rId3"/>
            </p:custDataLst>
          </p:nvPr>
        </p:nvSpPr>
        <p:spPr>
          <a:xfrm>
            <a:off x="1524001" y="148312"/>
            <a:ext cx="8719930" cy="899092"/>
          </a:xfrm>
          <a:prstGeom prst="rect">
            <a:avLst/>
          </a:prstGeom>
          <a:noFill/>
        </p:spPr>
        <p:txBody>
          <a:bodyPr wrap="square" rtlCol="0" anchor="ctr" anchorCtr="0">
            <a:normAutofit/>
          </a:bodyPr>
          <a:lstStyle/>
          <a:p>
            <a:pPr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BASIC WORKSHOP PRACTICE</a:t>
            </a: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842357" y="6044745"/>
            <a:ext cx="6096000" cy="461665"/>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By Ibrahim </a:t>
            </a:r>
            <a:r>
              <a:rPr lang="en-US" altLang="zh-CN" sz="1200" cap="all" spc="100" dirty="0" err="1">
                <a:solidFill>
                  <a:srgbClr val="00B050"/>
                </a:solidFill>
                <a:latin typeface="微软雅黑" panose="020B0503020204020204" charset="-122"/>
                <a:ea typeface="微软雅黑" panose="020B0503020204020204" charset="-122"/>
              </a:rPr>
              <a:t>siraj</a:t>
            </a:r>
            <a:endParaRPr lang="en-US" altLang="zh-CN" sz="12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Maldives polytechnic</a:t>
            </a:r>
          </a:p>
        </p:txBody>
      </p:sp>
      <p:pic>
        <p:nvPicPr>
          <p:cNvPr id="2" name="Picture 1"/>
          <p:cNvPicPr>
            <a:picLocks noChangeAspect="1"/>
          </p:cNvPicPr>
          <p:nvPr/>
        </p:nvPicPr>
        <p:blipFill>
          <a:blip r:embed="rId5"/>
          <a:stretch>
            <a:fillRect/>
          </a:stretch>
        </p:blipFill>
        <p:spPr>
          <a:xfrm>
            <a:off x="7750319" y="4039552"/>
            <a:ext cx="2676525" cy="1704975"/>
          </a:xfrm>
          <a:prstGeom prst="rect">
            <a:avLst/>
          </a:prstGeom>
        </p:spPr>
      </p:pic>
    </p:spTree>
    <p:custDataLst>
      <p:tags r:id="rId1"/>
    </p:custDataLst>
    <p:extLst>
      <p:ext uri="{BB962C8B-B14F-4D97-AF65-F5344CB8AC3E}">
        <p14:creationId xmlns:p14="http://schemas.microsoft.com/office/powerpoint/2010/main" val="36990830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框 21"/>
          <p:cNvSpPr txBox="1"/>
          <p:nvPr>
            <p:custDataLst>
              <p:tags r:id="rId2"/>
            </p:custDataLst>
          </p:nvPr>
        </p:nvSpPr>
        <p:spPr>
          <a:xfrm>
            <a:off x="1524001" y="148312"/>
            <a:ext cx="8719930" cy="1740528"/>
          </a:xfrm>
          <a:prstGeom prst="rect">
            <a:avLst/>
          </a:prstGeom>
          <a:noFill/>
        </p:spPr>
        <p:txBody>
          <a:bodyPr wrap="square" rtlCol="0" anchor="ctr" anchorCtr="0">
            <a:normAutofit/>
          </a:bodyPr>
          <a:lstStyle/>
          <a:p>
            <a:pPr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BASIC WORKSHOP PRACTICE</a:t>
            </a: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335578" y="1460329"/>
            <a:ext cx="8448502" cy="3139321"/>
          </a:xfrm>
          <a:prstGeom prst="rect">
            <a:avLst/>
          </a:prstGeom>
        </p:spPr>
        <p:txBody>
          <a:bodyPr wrap="square">
            <a:spAutoFit/>
          </a:bodyPr>
          <a:lstStyle/>
          <a:p>
            <a:r>
              <a:rPr lang="en-US" dirty="0"/>
              <a:t>On completion of this module the student will be able to:</a:t>
            </a:r>
          </a:p>
          <a:p>
            <a:endParaRPr lang="en-US" dirty="0"/>
          </a:p>
          <a:p>
            <a:r>
              <a:rPr lang="en-US" dirty="0"/>
              <a:t>• Understand workshop safety, manual lifting methods</a:t>
            </a:r>
          </a:p>
          <a:p>
            <a:r>
              <a:rPr lang="en-US" dirty="0"/>
              <a:t>• Know and understand hand tools</a:t>
            </a:r>
          </a:p>
          <a:p>
            <a:r>
              <a:rPr lang="en-US" dirty="0"/>
              <a:t>• Know and understand and use gauges, marking and measuring tools</a:t>
            </a:r>
          </a:p>
          <a:p>
            <a:r>
              <a:rPr lang="en-US" dirty="0"/>
              <a:t>• Know bench vices, files and hacksaws</a:t>
            </a:r>
          </a:p>
          <a:p>
            <a:r>
              <a:rPr lang="en-US" dirty="0"/>
              <a:t>• Know chisels and hammers</a:t>
            </a:r>
          </a:p>
          <a:p>
            <a:r>
              <a:rPr lang="en-US" dirty="0"/>
              <a:t>• Know drills, taps, countersinking and dies</a:t>
            </a:r>
          </a:p>
          <a:p>
            <a:r>
              <a:rPr lang="en-US" dirty="0"/>
              <a:t>• Perform filing, Hacksawing and hammering operations</a:t>
            </a:r>
          </a:p>
          <a:p>
            <a:r>
              <a:rPr lang="en-US" dirty="0"/>
              <a:t>• Perform Chiseling, drilling, taping, countersinking and inside threading operations</a:t>
            </a:r>
          </a:p>
        </p:txBody>
      </p:sp>
    </p:spTree>
    <p:custDataLst>
      <p:tags r:id="rId1"/>
    </p:custDataLst>
    <p:extLst>
      <p:ext uri="{BB962C8B-B14F-4D97-AF65-F5344CB8AC3E}">
        <p14:creationId xmlns:p14="http://schemas.microsoft.com/office/powerpoint/2010/main" val="36883253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272209" y="1752622"/>
            <a:ext cx="10018643" cy="3468735"/>
          </a:xfrm>
          <a:prstGeom prst="rect">
            <a:avLst/>
          </a:prstGeom>
          <a:noFill/>
        </p:spPr>
        <p:txBody>
          <a:bodyPr wrap="square" rtlCol="0">
            <a:noAutofit/>
          </a:bodyPr>
          <a:lstStyle/>
          <a:p>
            <a:pPr marL="457200" indent="-457200" algn="l">
              <a:lnSpc>
                <a:spcPct val="100000"/>
              </a:lnSpc>
              <a:spcBef>
                <a:spcPts val="0"/>
              </a:spcBef>
              <a:spcAft>
                <a:spcPts val="0"/>
              </a:spcAft>
              <a:buSzPct val="100000"/>
              <a:buFont typeface="+mj-lt"/>
              <a:buAutoNum type="arabicPeriod"/>
            </a:pPr>
            <a:r>
              <a:rPr lang="en-US" sz="2400" b="1" dirty="0">
                <a:effectLst/>
                <a:latin typeface="Times New Roman" panose="02020603050405020304" pitchFamily="18" charset="0"/>
                <a:ea typeface="Calibri" panose="020F0502020204030204" pitchFamily="34" charset="0"/>
              </a:rPr>
              <a:t>Understand workshop safety and manual lifting</a:t>
            </a:r>
          </a:p>
          <a:p>
            <a:pPr algn="l">
              <a:lnSpc>
                <a:spcPct val="100000"/>
              </a:lnSpc>
              <a:spcBef>
                <a:spcPts val="0"/>
              </a:spcBef>
              <a:spcAft>
                <a:spcPts val="0"/>
              </a:spcAft>
              <a:buSzPct val="100000"/>
            </a:pPr>
            <a:endParaRPr lang="en-US" sz="2400" b="1" dirty="0">
              <a:effectLst/>
              <a:latin typeface="Times New Roman" panose="02020603050405020304" pitchFamily="18" charset="0"/>
              <a:ea typeface="Calibri" panose="020F0502020204030204" pitchFamily="34" charset="0"/>
            </a:endParaRPr>
          </a:p>
          <a:p>
            <a:pPr marL="342900" indent="-342900" algn="l">
              <a:lnSpc>
                <a:spcPct val="100000"/>
              </a:lnSpc>
              <a:spcBef>
                <a:spcPts val="0"/>
              </a:spcBef>
              <a:spcAft>
                <a:spcPts val="0"/>
              </a:spcAft>
              <a:buSzPct val="100000"/>
              <a:buFont typeface="Wingdings" panose="05000000000000000000" pitchFamily="2" charset="2"/>
              <a:buChar char="Ø"/>
            </a:pPr>
            <a:r>
              <a:rPr lang="en-US" sz="2400" b="1" dirty="0">
                <a:effectLst/>
                <a:latin typeface="Times New Roman" panose="02020603050405020304" pitchFamily="18" charset="0"/>
                <a:ea typeface="Calibri" panose="020F0502020204030204" pitchFamily="34" charset="0"/>
              </a:rPr>
              <a:t>What is workshop safety</a:t>
            </a:r>
          </a:p>
          <a:p>
            <a:pPr algn="l">
              <a:lnSpc>
                <a:spcPct val="100000"/>
              </a:lnSpc>
              <a:spcBef>
                <a:spcPts val="0"/>
              </a:spcBef>
              <a:spcAft>
                <a:spcPts val="0"/>
              </a:spcAft>
              <a:buSzPct val="100000"/>
            </a:pPr>
            <a:r>
              <a:rPr lang="en-US" sz="2400" dirty="0"/>
              <a:t>Workshop safety refers to the practices, procedures, and rules designed to protect workers and prevent injuries in a workshop environment</a:t>
            </a:r>
          </a:p>
          <a:p>
            <a:pPr algn="l">
              <a:lnSpc>
                <a:spcPct val="100000"/>
              </a:lnSpc>
              <a:spcBef>
                <a:spcPts val="0"/>
              </a:spcBef>
              <a:spcAft>
                <a:spcPts val="0"/>
              </a:spcAft>
              <a:buSzPct val="100000"/>
            </a:pPr>
            <a:endParaRPr lang="en-US" sz="2400" dirty="0"/>
          </a:p>
          <a:p>
            <a:pPr algn="l">
              <a:lnSpc>
                <a:spcPct val="100000"/>
              </a:lnSpc>
              <a:spcBef>
                <a:spcPts val="0"/>
              </a:spcBef>
              <a:spcAft>
                <a:spcPts val="0"/>
              </a:spcAft>
              <a:buSzPct val="100000"/>
            </a:pPr>
            <a:r>
              <a:rPr lang="en-US" sz="2400" dirty="0"/>
              <a:t>A </a:t>
            </a:r>
            <a:r>
              <a:rPr lang="en-US" sz="2400" b="1" dirty="0"/>
              <a:t>workshop</a:t>
            </a:r>
            <a:r>
              <a:rPr lang="en-US" sz="2400" dirty="0"/>
              <a:t> can include places like mechanical shops, woodshops, metal shops, or labs.</a:t>
            </a:r>
            <a:endParaRPr lang="en-US" altLang="zh-CN" sz="2400" b="1" cap="all" spc="100" dirty="0">
              <a:latin typeface="Times New Roman" panose="02020603050405020304" pitchFamily="18" charset="0"/>
              <a:ea typeface="微软雅黑" panose="020B0503020204020204" charset="-122"/>
            </a:endParaRPr>
          </a:p>
          <a:p>
            <a:pPr algn="l">
              <a:lnSpc>
                <a:spcPct val="100000"/>
              </a:lnSpc>
              <a:spcBef>
                <a:spcPts val="0"/>
              </a:spcBef>
              <a:spcAft>
                <a:spcPts val="0"/>
              </a:spcAft>
              <a:buSzPct val="100000"/>
            </a:pPr>
            <a:endParaRPr lang="en-US" altLang="zh-CN" sz="2400" b="1" cap="all" spc="100" dirty="0">
              <a:latin typeface="Times New Roman" panose="02020603050405020304" pitchFamily="18" charset="0"/>
              <a:ea typeface="微软雅黑" panose="020B0503020204020204" charset="-122"/>
            </a:endParaRPr>
          </a:p>
        </p:txBody>
      </p:sp>
      <p:sp>
        <p:nvSpPr>
          <p:cNvPr id="22" name="文本框 21"/>
          <p:cNvSpPr txBox="1"/>
          <p:nvPr>
            <p:custDataLst>
              <p:tags r:id="rId3"/>
            </p:custDataLst>
          </p:nvPr>
        </p:nvSpPr>
        <p:spPr>
          <a:xfrm>
            <a:off x="1524001" y="148312"/>
            <a:ext cx="8719930" cy="1740528"/>
          </a:xfrm>
          <a:prstGeom prst="rect">
            <a:avLst/>
          </a:prstGeom>
          <a:noFill/>
        </p:spPr>
        <p:txBody>
          <a:bodyPr wrap="square" rtlCol="0" anchor="ctr" anchorCtr="0">
            <a:normAutofit/>
          </a:bodyPr>
          <a:lstStyle/>
          <a:p>
            <a:pPr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BASIC WORKSHOP PRACTICE</a:t>
            </a: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Tree>
    <p:custDataLst>
      <p:tags r:id="rId1"/>
    </p:custDataLst>
    <p:extLst>
      <p:ext uri="{BB962C8B-B14F-4D97-AF65-F5344CB8AC3E}">
        <p14:creationId xmlns:p14="http://schemas.microsoft.com/office/powerpoint/2010/main" val="7490174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232451" y="1911648"/>
            <a:ext cx="10018643" cy="3004909"/>
          </a:xfrm>
          <a:prstGeom prst="rect">
            <a:avLst/>
          </a:prstGeom>
          <a:noFill/>
        </p:spPr>
        <p:txBody>
          <a:bodyPr wrap="square" rtlCol="0">
            <a:noAutofit/>
          </a:bodyPr>
          <a:lstStyle/>
          <a:p>
            <a:pPr marL="342900" marR="0" lvl="0" indent="-342900" algn="l" defTabSz="914400" rtl="0" eaLnBrk="1" fontAlgn="auto" latinLnBrk="0" hangingPunct="1">
              <a:lnSpc>
                <a:spcPct val="100000"/>
              </a:lnSpc>
              <a:spcBef>
                <a:spcPts val="0"/>
              </a:spcBef>
              <a:spcAft>
                <a:spcPts val="0"/>
              </a:spcAft>
              <a:buClrTx/>
              <a:buSzPct val="100000"/>
              <a:buFont typeface="Wingdings" panose="05000000000000000000" pitchFamily="2" charset="2"/>
              <a:buChar char="Ø"/>
              <a:tabLst/>
              <a:defRPr/>
            </a:pPr>
            <a:r>
              <a:rPr kumimoji="0" lang="en-US" altLang="zh-CN" sz="2400" b="1" i="0" u="none" strike="noStrike" kern="1200" spc="100" normalizeH="0" baseline="0" noProof="0" dirty="0">
                <a:ln>
                  <a:noFill/>
                </a:ln>
                <a:solidFill>
                  <a:srgbClr val="000000"/>
                </a:solidFill>
                <a:effectLst/>
                <a:uLnTx/>
                <a:uFillTx/>
                <a:latin typeface="微软雅黑" panose="020B0503020204020204" charset="-122"/>
                <a:ea typeface="微软雅黑" panose="020B0503020204020204" charset="-122"/>
                <a:cs typeface="+mn-cs"/>
              </a:rPr>
              <a:t>Workshop safety</a:t>
            </a:r>
          </a:p>
          <a:p>
            <a:pPr marR="0" lvl="0" algn="l" defTabSz="914400" rtl="0" eaLnBrk="1" fontAlgn="auto" latinLnBrk="0" hangingPunct="1">
              <a:lnSpc>
                <a:spcPct val="100000"/>
              </a:lnSpc>
              <a:spcBef>
                <a:spcPts val="0"/>
              </a:spcBef>
              <a:spcAft>
                <a:spcPts val="0"/>
              </a:spcAft>
              <a:buClrTx/>
              <a:buSzPct val="100000"/>
              <a:tabLst/>
              <a:defRPr/>
            </a:pPr>
            <a:endParaRPr kumimoji="0" lang="en-US" altLang="zh-CN" sz="2400" b="1" i="0" u="none" strike="noStrike" kern="1200" spc="10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a:p>
            <a:pPr marR="0" lvl="0" algn="l" defTabSz="914400" rtl="0" eaLnBrk="1" fontAlgn="auto" latinLnBrk="0" hangingPunct="1">
              <a:lnSpc>
                <a:spcPct val="100000"/>
              </a:lnSpc>
              <a:spcBef>
                <a:spcPts val="0"/>
              </a:spcBef>
              <a:spcAft>
                <a:spcPts val="0"/>
              </a:spcAft>
              <a:buClrTx/>
              <a:buSzPct val="100000"/>
              <a:tabLst/>
              <a:defRPr/>
            </a:pPr>
            <a:r>
              <a:rPr kumimoji="0" lang="en-US" altLang="zh-CN" sz="2400" b="1" i="0" u="none" strike="noStrike" kern="1200" spc="100" normalizeH="0" baseline="0" noProof="0" dirty="0">
                <a:ln>
                  <a:noFill/>
                </a:ln>
                <a:solidFill>
                  <a:srgbClr val="000000"/>
                </a:solidFill>
                <a:effectLst/>
                <a:uLnTx/>
                <a:uFillTx/>
                <a:latin typeface="微软雅黑" panose="020B0503020204020204" charset="-122"/>
                <a:ea typeface="微软雅黑" panose="020B0503020204020204" charset="-122"/>
                <a:cs typeface="+mn-cs"/>
              </a:rPr>
              <a:t> </a:t>
            </a:r>
            <a:r>
              <a:rPr lang="en-US" sz="2400" dirty="0"/>
              <a:t>Personal Protective Equipment (PPE): Wearing gear like gloves, safety    glasses, helmets, and steel-toe boots</a:t>
            </a:r>
          </a:p>
          <a:p>
            <a:pPr marR="0" lvl="0" algn="l" defTabSz="914400" rtl="0" eaLnBrk="1" fontAlgn="auto" latinLnBrk="0" hangingPunct="1">
              <a:lnSpc>
                <a:spcPct val="100000"/>
              </a:lnSpc>
              <a:spcBef>
                <a:spcPts val="0"/>
              </a:spcBef>
              <a:spcAft>
                <a:spcPts val="0"/>
              </a:spcAft>
              <a:buClrTx/>
              <a:buSzPct val="100000"/>
              <a:tabLst/>
              <a:defRPr/>
            </a:pPr>
            <a:endParaRPr kumimoji="0" lang="en-US" altLang="zh-CN" sz="2400" i="0" u="none" strike="noStrike" kern="1200" spc="10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
        <p:nvSpPr>
          <p:cNvPr id="4" name="TextBox 3">
            <a:extLst>
              <a:ext uri="{FF2B5EF4-FFF2-40B4-BE49-F238E27FC236}">
                <a16:creationId xmlns:a16="http://schemas.microsoft.com/office/drawing/2014/main" id="{3CB18384-A138-74B7-DF16-BB03399C9D56}"/>
              </a:ext>
            </a:extLst>
          </p:cNvPr>
          <p:cNvSpPr txBox="1"/>
          <p:nvPr/>
        </p:nvSpPr>
        <p:spPr>
          <a:xfrm>
            <a:off x="2961860" y="258456"/>
            <a:ext cx="6559826" cy="831125"/>
          </a:xfrm>
          <a:prstGeom prst="rect">
            <a:avLst/>
          </a:prstGeom>
          <a:noFill/>
        </p:spPr>
        <p:txBody>
          <a:bodyPr wrap="square" rtlCol="0">
            <a:spAutoFit/>
          </a:bodyPr>
          <a:lstStyle/>
          <a:p>
            <a:pPr algn="ctr">
              <a:lnSpc>
                <a:spcPct val="200000"/>
              </a:lnSpc>
              <a:spcAft>
                <a:spcPts val="800"/>
              </a:spcAft>
              <a:defRPr/>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BASIC WORKSHOP PRACTICE</a:t>
            </a: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6" name="TextBox 5">
            <a:extLst>
              <a:ext uri="{FF2B5EF4-FFF2-40B4-BE49-F238E27FC236}">
                <a16:creationId xmlns:a16="http://schemas.microsoft.com/office/drawing/2014/main" id="{D9769EAF-2A2E-E7B9-70FB-97F07A033829}"/>
              </a:ext>
            </a:extLst>
          </p:cNvPr>
          <p:cNvSpPr txBox="1"/>
          <p:nvPr/>
        </p:nvSpPr>
        <p:spPr>
          <a:xfrm>
            <a:off x="1404730" y="5738624"/>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Tree>
    <p:custDataLst>
      <p:tags r:id="rId1"/>
    </p:custDataLst>
    <p:extLst>
      <p:ext uri="{BB962C8B-B14F-4D97-AF65-F5344CB8AC3E}">
        <p14:creationId xmlns:p14="http://schemas.microsoft.com/office/powerpoint/2010/main" val="37908292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5285063" y="3971277"/>
            <a:ext cx="10018643" cy="4086802"/>
          </a:xfrm>
          <a:prstGeom prst="rect">
            <a:avLst/>
          </a:prstGeom>
          <a:noFill/>
        </p:spPr>
        <p:txBody>
          <a:bodyPr wrap="square" rtlCol="0">
            <a:noAutofit/>
          </a:bodyPr>
          <a:lstStyle/>
          <a:p>
            <a:pPr marR="0" lvl="0" algn="l" defTabSz="914400" rtl="0" eaLnBrk="1" fontAlgn="auto" latinLnBrk="0" hangingPunct="1">
              <a:lnSpc>
                <a:spcPct val="100000"/>
              </a:lnSpc>
              <a:spcBef>
                <a:spcPts val="0"/>
              </a:spcBef>
              <a:spcAft>
                <a:spcPts val="0"/>
              </a:spcAft>
              <a:buClrTx/>
              <a:buSzPct val="100000"/>
              <a:tabLst/>
              <a:defRPr/>
            </a:pPr>
            <a:endParaRPr lang="en-US" sz="2400" dirty="0">
              <a:latin typeface="Times New Roman" panose="02020603050405020304" pitchFamily="18" charset="0"/>
              <a:ea typeface="Calibri" panose="020F0502020204030204" pitchFamily="34" charset="0"/>
            </a:endParaRPr>
          </a:p>
          <a:p>
            <a:pPr marL="342900" marR="0" lvl="0" indent="-342900" algn="l" defTabSz="914400" rtl="0" eaLnBrk="1" fontAlgn="auto" latinLnBrk="0" hangingPunct="1">
              <a:lnSpc>
                <a:spcPct val="100000"/>
              </a:lnSpc>
              <a:spcBef>
                <a:spcPts val="0"/>
              </a:spcBef>
              <a:spcAft>
                <a:spcPts val="0"/>
              </a:spcAft>
              <a:buClrTx/>
              <a:buSzPct val="100000"/>
              <a:buFont typeface="Courier New" panose="02070309020205020404" pitchFamily="49" charset="0"/>
              <a:buChar char="o"/>
              <a:tabLst/>
              <a:defRPr/>
            </a:pPr>
            <a:endParaRPr kumimoji="0" lang="en-US" altLang="zh-CN" sz="24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
        <p:nvSpPr>
          <p:cNvPr id="2" name="TextBox 1">
            <a:extLst>
              <a:ext uri="{FF2B5EF4-FFF2-40B4-BE49-F238E27FC236}">
                <a16:creationId xmlns:a16="http://schemas.microsoft.com/office/drawing/2014/main" id="{736D334A-8353-F612-C4E0-A0790F8E500E}"/>
              </a:ext>
            </a:extLst>
          </p:cNvPr>
          <p:cNvSpPr txBox="1"/>
          <p:nvPr/>
        </p:nvSpPr>
        <p:spPr>
          <a:xfrm>
            <a:off x="3124199" y="766809"/>
            <a:ext cx="6155635" cy="954107"/>
          </a:xfrm>
          <a:prstGeom prst="rect">
            <a:avLst/>
          </a:prstGeom>
          <a:noFill/>
        </p:spPr>
        <p:txBody>
          <a:bodyPr wrap="square" rtlCol="0">
            <a:spAutoFit/>
          </a:bodyPr>
          <a:lstStyle/>
          <a:p>
            <a:pPr algn="ct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BASIC WORKSHOP PRACTICE</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endParaRPr lang="en-US" sz="2800" b="1" dirty="0"/>
          </a:p>
        </p:txBody>
      </p:sp>
      <p:sp>
        <p:nvSpPr>
          <p:cNvPr id="5" name="TextBox 4">
            <a:extLst>
              <a:ext uri="{FF2B5EF4-FFF2-40B4-BE49-F238E27FC236}">
                <a16:creationId xmlns:a16="http://schemas.microsoft.com/office/drawing/2014/main" id="{1E96B884-0570-876E-11A1-026E9DFAA4B4}"/>
              </a:ext>
            </a:extLst>
          </p:cNvPr>
          <p:cNvSpPr txBox="1"/>
          <p:nvPr/>
        </p:nvSpPr>
        <p:spPr>
          <a:xfrm>
            <a:off x="1404730" y="5738624"/>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pic>
        <p:nvPicPr>
          <p:cNvPr id="1026" name="Picture 2" descr="Importance of Personal Protective Equipment (PPE) Toolbox Talk (TB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534251" y="1397770"/>
            <a:ext cx="2760133" cy="4138179"/>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1917581" y="1536250"/>
            <a:ext cx="2999539" cy="2585323"/>
          </a:xfrm>
          <a:prstGeom prst="rect">
            <a:avLst/>
          </a:prstGeom>
        </p:spPr>
        <p:txBody>
          <a:bodyPr wrap="none">
            <a:spAutoFit/>
          </a:bodyPr>
          <a:lstStyle/>
          <a:p>
            <a:pPr marL="285750" indent="-285750">
              <a:buFont typeface="Wingdings" panose="05000000000000000000" pitchFamily="2" charset="2"/>
              <a:buChar char="Ø"/>
            </a:pPr>
            <a:r>
              <a:rPr lang="en-US" dirty="0"/>
              <a:t>Head Protection</a:t>
            </a:r>
          </a:p>
          <a:p>
            <a:pPr marL="285750" indent="-285750">
              <a:buFont typeface="Wingdings" panose="05000000000000000000" pitchFamily="2" charset="2"/>
              <a:buChar char="Ø"/>
            </a:pPr>
            <a:r>
              <a:rPr lang="en-US" dirty="0"/>
              <a:t>Eye and Face Protection</a:t>
            </a:r>
          </a:p>
          <a:p>
            <a:pPr marL="285750" indent="-285750">
              <a:buFont typeface="Wingdings" panose="05000000000000000000" pitchFamily="2" charset="2"/>
              <a:buChar char="Ø"/>
            </a:pPr>
            <a:r>
              <a:rPr lang="en-US" dirty="0"/>
              <a:t>Hearing Protection</a:t>
            </a:r>
          </a:p>
          <a:p>
            <a:pPr marL="285750" indent="-285750">
              <a:buFont typeface="Wingdings" panose="05000000000000000000" pitchFamily="2" charset="2"/>
              <a:buChar char="Ø"/>
            </a:pPr>
            <a:r>
              <a:rPr lang="en-US" dirty="0"/>
              <a:t>Hand Protection</a:t>
            </a:r>
          </a:p>
          <a:p>
            <a:pPr marL="285750" indent="-285750">
              <a:buFont typeface="Wingdings" panose="05000000000000000000" pitchFamily="2" charset="2"/>
              <a:buChar char="Ø"/>
            </a:pPr>
            <a:r>
              <a:rPr lang="en-US" dirty="0"/>
              <a:t>Respiratory Protection</a:t>
            </a:r>
          </a:p>
          <a:p>
            <a:pPr marL="285750" indent="-285750">
              <a:buFont typeface="Wingdings" panose="05000000000000000000" pitchFamily="2" charset="2"/>
              <a:buChar char="Ø"/>
            </a:pPr>
            <a:r>
              <a:rPr lang="en-US" dirty="0"/>
              <a:t>Foot Protection</a:t>
            </a:r>
          </a:p>
          <a:p>
            <a:pPr marL="285750" indent="-285750">
              <a:buFont typeface="Wingdings" panose="05000000000000000000" pitchFamily="2" charset="2"/>
              <a:buChar char="Ø"/>
            </a:pPr>
            <a:r>
              <a:rPr lang="en-US" dirty="0"/>
              <a:t>Fall Protection</a:t>
            </a:r>
          </a:p>
          <a:p>
            <a:endParaRPr lang="en-US" dirty="0"/>
          </a:p>
          <a:p>
            <a:endParaRPr lang="en-US" dirty="0"/>
          </a:p>
        </p:txBody>
      </p:sp>
    </p:spTree>
    <p:custDataLst>
      <p:tags r:id="rId1"/>
    </p:custDataLst>
    <p:extLst>
      <p:ext uri="{BB962C8B-B14F-4D97-AF65-F5344CB8AC3E}">
        <p14:creationId xmlns:p14="http://schemas.microsoft.com/office/powerpoint/2010/main" val="30137118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C9015-1A9D-7E05-1DA4-D71FDA9C8AE2}"/>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DE62EAC1-1D9D-0C58-1AA9-3D3DEFC62CA9}"/>
              </a:ext>
            </a:extLst>
          </p:cNvPr>
          <p:cNvSpPr txBox="1"/>
          <p:nvPr>
            <p:custDataLst>
              <p:tags r:id="rId2"/>
            </p:custDataLst>
          </p:nvPr>
        </p:nvSpPr>
        <p:spPr>
          <a:xfrm>
            <a:off x="1192696" y="1527335"/>
            <a:ext cx="10018643" cy="4086802"/>
          </a:xfrm>
          <a:prstGeom prst="rect">
            <a:avLst/>
          </a:prstGeom>
          <a:noFill/>
        </p:spPr>
        <p:txBody>
          <a:bodyPr wrap="square" rtlCol="0">
            <a:noAutofit/>
          </a:bodyPr>
          <a:lstStyle/>
          <a:p>
            <a:pPr marL="342900" marR="0" lvl="0" indent="-342900" algn="l" defTabSz="914400" rtl="0" eaLnBrk="1" fontAlgn="auto" latinLnBrk="0" hangingPunct="1">
              <a:lnSpc>
                <a:spcPct val="100000"/>
              </a:lnSpc>
              <a:spcBef>
                <a:spcPts val="0"/>
              </a:spcBef>
              <a:spcAft>
                <a:spcPts val="0"/>
              </a:spcAft>
              <a:buClrTx/>
              <a:buSzPct val="100000"/>
              <a:buFont typeface="Wingdings" panose="05000000000000000000" pitchFamily="2" charset="2"/>
              <a:buChar char="Ø"/>
              <a:tabLst/>
              <a:defRPr/>
            </a:pPr>
            <a:r>
              <a:rPr lang="en-US" sz="2400" b="1" dirty="0"/>
              <a:t>Tool Safety:</a:t>
            </a:r>
            <a:r>
              <a:rPr lang="en-US" sz="2400" dirty="0"/>
              <a:t> Ensuring tools and machines are properly maintained and used as intended.</a:t>
            </a:r>
          </a:p>
          <a:p>
            <a:pPr marL="342900" marR="0" lvl="0" indent="-342900" algn="l" defTabSz="914400" rtl="0" eaLnBrk="1" fontAlgn="auto" latinLnBrk="0" hangingPunct="1">
              <a:lnSpc>
                <a:spcPct val="100000"/>
              </a:lnSpc>
              <a:spcBef>
                <a:spcPts val="0"/>
              </a:spcBef>
              <a:spcAft>
                <a:spcPts val="0"/>
              </a:spcAft>
              <a:buClrTx/>
              <a:buSzPct val="100000"/>
              <a:buFont typeface="Wingdings" panose="05000000000000000000" pitchFamily="2" charset="2"/>
              <a:buChar char="Ø"/>
              <a:tabLst/>
              <a:defRPr/>
            </a:pPr>
            <a:r>
              <a:rPr lang="en-US" sz="2400" b="1" dirty="0"/>
              <a:t>Clean Environment:</a:t>
            </a:r>
            <a:r>
              <a:rPr lang="en-US" sz="2400" dirty="0"/>
              <a:t> Keeping the workspace clean and free of hazards (like oil spills or scattered tools)</a:t>
            </a:r>
          </a:p>
          <a:p>
            <a:pPr marL="342900" marR="0" lvl="0" indent="-342900" algn="l" defTabSz="914400" rtl="0" eaLnBrk="1" fontAlgn="auto" latinLnBrk="0" hangingPunct="1">
              <a:lnSpc>
                <a:spcPct val="100000"/>
              </a:lnSpc>
              <a:spcBef>
                <a:spcPts val="0"/>
              </a:spcBef>
              <a:spcAft>
                <a:spcPts val="0"/>
              </a:spcAft>
              <a:buClrTx/>
              <a:buSzPct val="100000"/>
              <a:buFont typeface="Wingdings" panose="05000000000000000000" pitchFamily="2" charset="2"/>
              <a:buChar char="Ø"/>
              <a:tabLst/>
              <a:defRPr/>
            </a:pPr>
            <a:r>
              <a:rPr lang="en-US" sz="2400" b="1" dirty="0"/>
              <a:t>Proper Ventilation:</a:t>
            </a:r>
            <a:r>
              <a:rPr lang="en-US" sz="2400" dirty="0"/>
              <a:t> Especially important in environments with dust, fumes, or chemicals</a:t>
            </a:r>
          </a:p>
          <a:p>
            <a:pPr marL="342900" marR="0" lvl="0" indent="-342900" algn="l" defTabSz="914400" rtl="0" eaLnBrk="1" fontAlgn="auto" latinLnBrk="0" hangingPunct="1">
              <a:lnSpc>
                <a:spcPct val="100000"/>
              </a:lnSpc>
              <a:spcBef>
                <a:spcPts val="0"/>
              </a:spcBef>
              <a:spcAft>
                <a:spcPts val="0"/>
              </a:spcAft>
              <a:buClrTx/>
              <a:buSzPct val="100000"/>
              <a:buFont typeface="Wingdings" panose="05000000000000000000" pitchFamily="2" charset="2"/>
              <a:buChar char="Ø"/>
              <a:tabLst/>
              <a:defRPr/>
            </a:pPr>
            <a:r>
              <a:rPr lang="en-US" sz="2400" b="1" dirty="0"/>
              <a:t>Fire Safety:</a:t>
            </a:r>
            <a:r>
              <a:rPr lang="en-US" sz="2400" dirty="0"/>
              <a:t> Having extinguishers, knowing evacuation routes, and avoiding flammable materials near heat sources</a:t>
            </a:r>
          </a:p>
          <a:p>
            <a:pPr marL="342900" marR="0" lvl="0" indent="-342900" algn="l" defTabSz="914400" rtl="0" eaLnBrk="1" fontAlgn="auto" latinLnBrk="0" hangingPunct="1">
              <a:lnSpc>
                <a:spcPct val="100000"/>
              </a:lnSpc>
              <a:spcBef>
                <a:spcPts val="0"/>
              </a:spcBef>
              <a:spcAft>
                <a:spcPts val="0"/>
              </a:spcAft>
              <a:buClrTx/>
              <a:buSzPct val="100000"/>
              <a:buFont typeface="Wingdings" panose="05000000000000000000" pitchFamily="2" charset="2"/>
              <a:buChar char="Ø"/>
              <a:tabLst/>
              <a:defRPr/>
            </a:pPr>
            <a:r>
              <a:rPr lang="en-US" sz="2400" b="1" dirty="0"/>
              <a:t>Training:</a:t>
            </a:r>
            <a:r>
              <a:rPr lang="en-US" sz="2400" dirty="0"/>
              <a:t> Workers must be trained to understand risks and use equipment safely</a:t>
            </a:r>
            <a:endParaRPr kumimoji="0" lang="en-US" altLang="zh-CN" sz="24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
        <p:nvSpPr>
          <p:cNvPr id="2" name="TextBox 1">
            <a:extLst>
              <a:ext uri="{FF2B5EF4-FFF2-40B4-BE49-F238E27FC236}">
                <a16:creationId xmlns:a16="http://schemas.microsoft.com/office/drawing/2014/main" id="{B2BE7659-AEEB-47C6-C58C-EA0A5551E26A}"/>
              </a:ext>
            </a:extLst>
          </p:cNvPr>
          <p:cNvSpPr txBox="1"/>
          <p:nvPr/>
        </p:nvSpPr>
        <p:spPr>
          <a:xfrm>
            <a:off x="3124199" y="766809"/>
            <a:ext cx="6155635" cy="954107"/>
          </a:xfrm>
          <a:prstGeom prst="rect">
            <a:avLst/>
          </a:prstGeom>
          <a:noFill/>
        </p:spPr>
        <p:txBody>
          <a:bodyPr wrap="square" rtlCol="0">
            <a:spAutoFit/>
          </a:bodyPr>
          <a:lstStyle/>
          <a:p>
            <a:pPr algn="ct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BASIC WORKSHOP PRACTICE</a:t>
            </a: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a:p>
            <a:pPr algn="ctr"/>
            <a:endParaRPr lang="en-US" sz="2800" b="1" dirty="0"/>
          </a:p>
        </p:txBody>
      </p:sp>
      <p:sp>
        <p:nvSpPr>
          <p:cNvPr id="5" name="TextBox 4">
            <a:extLst>
              <a:ext uri="{FF2B5EF4-FFF2-40B4-BE49-F238E27FC236}">
                <a16:creationId xmlns:a16="http://schemas.microsoft.com/office/drawing/2014/main" id="{F52D8DAB-0045-1E1C-C013-00068C8B21F4}"/>
              </a:ext>
            </a:extLst>
          </p:cNvPr>
          <p:cNvSpPr txBox="1"/>
          <p:nvPr/>
        </p:nvSpPr>
        <p:spPr>
          <a:xfrm>
            <a:off x="1404730" y="5738624"/>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Tree>
    <p:custDataLst>
      <p:tags r:id="rId1"/>
    </p:custDataLst>
    <p:extLst>
      <p:ext uri="{BB962C8B-B14F-4D97-AF65-F5344CB8AC3E}">
        <p14:creationId xmlns:p14="http://schemas.microsoft.com/office/powerpoint/2010/main" val="23291233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C9015-1A9D-7E05-1DA4-D71FDA9C8AE2}"/>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DE62EAC1-1D9D-0C58-1AA9-3D3DEFC62CA9}"/>
              </a:ext>
            </a:extLst>
          </p:cNvPr>
          <p:cNvSpPr txBox="1"/>
          <p:nvPr>
            <p:custDataLst>
              <p:tags r:id="rId2"/>
            </p:custDataLst>
          </p:nvPr>
        </p:nvSpPr>
        <p:spPr>
          <a:xfrm>
            <a:off x="2540296" y="6828080"/>
            <a:ext cx="5296568" cy="867130"/>
          </a:xfrm>
          <a:prstGeom prst="rect">
            <a:avLst/>
          </a:prstGeom>
          <a:noFill/>
        </p:spPr>
        <p:txBody>
          <a:bodyPr wrap="square" rtlCol="0">
            <a:noAutofit/>
          </a:bodyPr>
          <a:lstStyle/>
          <a:p>
            <a:pPr marL="342900" marR="0" lvl="0" indent="-342900" algn="l" defTabSz="914400" rtl="0" eaLnBrk="1" fontAlgn="auto" latinLnBrk="0" hangingPunct="1">
              <a:lnSpc>
                <a:spcPct val="100000"/>
              </a:lnSpc>
              <a:spcBef>
                <a:spcPts val="0"/>
              </a:spcBef>
              <a:spcAft>
                <a:spcPts val="0"/>
              </a:spcAft>
              <a:buClrTx/>
              <a:buSzPct val="100000"/>
              <a:buFont typeface="Wingdings" panose="05000000000000000000" pitchFamily="2" charset="2"/>
              <a:buChar char="Ø"/>
              <a:tabLst/>
              <a:defRPr/>
            </a:pPr>
            <a:endParaRPr kumimoji="0" lang="en-US" altLang="zh-CN" sz="24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
        <p:nvSpPr>
          <p:cNvPr id="2" name="TextBox 1">
            <a:extLst>
              <a:ext uri="{FF2B5EF4-FFF2-40B4-BE49-F238E27FC236}">
                <a16:creationId xmlns:a16="http://schemas.microsoft.com/office/drawing/2014/main" id="{B2BE7659-AEEB-47C6-C58C-EA0A5551E26A}"/>
              </a:ext>
            </a:extLst>
          </p:cNvPr>
          <p:cNvSpPr txBox="1"/>
          <p:nvPr/>
        </p:nvSpPr>
        <p:spPr>
          <a:xfrm>
            <a:off x="3124199" y="766809"/>
            <a:ext cx="6155635" cy="954107"/>
          </a:xfrm>
          <a:prstGeom prst="rect">
            <a:avLst/>
          </a:prstGeom>
          <a:noFill/>
        </p:spPr>
        <p:txBody>
          <a:bodyPr wrap="square" rtlCol="0">
            <a:spAutoFit/>
          </a:bodyPr>
          <a:lstStyle/>
          <a:p>
            <a:pPr algn="ct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BASIC WORKSHOP PRACTICE</a:t>
            </a: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a:p>
            <a:pPr algn="ctr"/>
            <a:endParaRPr lang="en-US" sz="2800" b="1" dirty="0"/>
          </a:p>
        </p:txBody>
      </p:sp>
      <p:sp>
        <p:nvSpPr>
          <p:cNvPr id="5" name="TextBox 4">
            <a:extLst>
              <a:ext uri="{FF2B5EF4-FFF2-40B4-BE49-F238E27FC236}">
                <a16:creationId xmlns:a16="http://schemas.microsoft.com/office/drawing/2014/main" id="{F52D8DAB-0045-1E1C-C013-00068C8B21F4}"/>
              </a:ext>
            </a:extLst>
          </p:cNvPr>
          <p:cNvSpPr txBox="1"/>
          <p:nvPr/>
        </p:nvSpPr>
        <p:spPr>
          <a:xfrm>
            <a:off x="1404730" y="5738624"/>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pic>
        <p:nvPicPr>
          <p:cNvPr id="2050" name="Picture 2" descr="Five insights on metal fabrication hand tool basic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12753" y="1485175"/>
            <a:ext cx="4399984" cy="401027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metal worker workshop Stock Photo - Alamy"/>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82693" y="1485175"/>
            <a:ext cx="4121392" cy="4010278"/>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4307127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272209" y="1593597"/>
            <a:ext cx="10018643" cy="3349464"/>
          </a:xfrm>
          <a:prstGeom prst="rect">
            <a:avLst/>
          </a:prstGeom>
          <a:noFill/>
        </p:spPr>
        <p:txBody>
          <a:bodyPr wrap="square" rtlCol="0">
            <a:noAutofit/>
          </a:bodyPr>
          <a:lstStyle/>
          <a:p>
            <a:pPr marL="342900" lvl="0" indent="-342900" algn="just" rtl="0">
              <a:buFont typeface="Wingdings" panose="05000000000000000000" pitchFamily="2" charset="2"/>
              <a:buChar char="Ø"/>
            </a:pPr>
            <a:r>
              <a:rPr lang="en-US" sz="2800" b="1" kern="100" dirty="0">
                <a:effectLst/>
                <a:latin typeface="Calibri" panose="020F0502020204030204" pitchFamily="34" charset="0"/>
                <a:ea typeface="Calibri" panose="020F0502020204030204" pitchFamily="34" charset="0"/>
                <a:cs typeface="Arial" panose="020B0604020202020204" pitchFamily="34" charset="0"/>
              </a:rPr>
              <a:t>Manual Lifting Methods </a:t>
            </a:r>
          </a:p>
          <a:p>
            <a:pPr lvl="0" algn="just" rtl="0"/>
            <a:endParaRPr lang="en-US" sz="2800" b="1" kern="100" dirty="0">
              <a:effectLst/>
              <a:latin typeface="Calibri" panose="020F0502020204030204" pitchFamily="34" charset="0"/>
              <a:ea typeface="Calibri" panose="020F0502020204030204" pitchFamily="34" charset="0"/>
              <a:cs typeface="Arial" panose="020B0604020202020204" pitchFamily="34" charset="0"/>
            </a:endParaRPr>
          </a:p>
          <a:p>
            <a:pPr lvl="0" algn="just" rtl="0"/>
            <a:r>
              <a:rPr lang="en-US" sz="2400" b="1" dirty="0"/>
              <a:t>Manual lifting</a:t>
            </a:r>
            <a:r>
              <a:rPr lang="en-US" sz="2400" dirty="0"/>
              <a:t> is when a person lifts, carries, pushes, or pulls an object without using machinery (like a forklift or crane). It's one of the most common causes of workplace injuries, especially back injuries</a:t>
            </a:r>
            <a:endParaRPr lang="en-US" sz="2400" kern="100" dirty="0">
              <a:effectLst/>
              <a:latin typeface="Calibri" panose="020F0502020204030204" pitchFamily="34" charset="0"/>
              <a:ea typeface="Calibri" panose="020F0502020204030204" pitchFamily="34" charset="0"/>
              <a:cs typeface="Arial" panose="020B0604020202020204" pitchFamily="34" charset="0"/>
            </a:endParaRPr>
          </a:p>
          <a:p>
            <a:pPr marL="342900" indent="-342900" algn="just">
              <a:buFont typeface="Courier New" panose="02070309020205020404" pitchFamily="49" charset="0"/>
              <a:buChar char="o"/>
            </a:pPr>
            <a:endParaRPr lang="en-US" sz="20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TextBox 3">
            <a:extLst>
              <a:ext uri="{FF2B5EF4-FFF2-40B4-BE49-F238E27FC236}">
                <a16:creationId xmlns:a16="http://schemas.microsoft.com/office/drawing/2014/main" id="{3CB18384-A138-74B7-DF16-BB03399C9D56}"/>
              </a:ext>
            </a:extLst>
          </p:cNvPr>
          <p:cNvSpPr txBox="1"/>
          <p:nvPr/>
        </p:nvSpPr>
        <p:spPr>
          <a:xfrm>
            <a:off x="2729948" y="603013"/>
            <a:ext cx="5751443" cy="523220"/>
          </a:xfrm>
          <a:prstGeom prst="rect">
            <a:avLst/>
          </a:prstGeom>
          <a:noFill/>
        </p:spPr>
        <p:txBody>
          <a:bodyPr wrap="square" rtlCol="0">
            <a:spAutoFit/>
          </a:bodyPr>
          <a:lstStyle/>
          <a:p>
            <a:pPr algn="ct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BASIC WORKSHOP PRACTICE</a:t>
            </a: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2" name="TextBox 1">
            <a:extLst>
              <a:ext uri="{FF2B5EF4-FFF2-40B4-BE49-F238E27FC236}">
                <a16:creationId xmlns:a16="http://schemas.microsoft.com/office/drawing/2014/main" id="{33AF40A9-310E-F56E-DB0C-322552868223}"/>
              </a:ext>
            </a:extLst>
          </p:cNvPr>
          <p:cNvSpPr txBox="1"/>
          <p:nvPr/>
        </p:nvSpPr>
        <p:spPr>
          <a:xfrm>
            <a:off x="1404730" y="5738624"/>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pic>
        <p:nvPicPr>
          <p:cNvPr id="3" name="Picture 2">
            <a:extLst>
              <a:ext uri="{FF2B5EF4-FFF2-40B4-BE49-F238E27FC236}">
                <a16:creationId xmlns:a16="http://schemas.microsoft.com/office/drawing/2014/main" id="{C4BDA8E9-FB0D-ED23-EC87-01E0455FA795}"/>
              </a:ext>
            </a:extLst>
          </p:cNvPr>
          <p:cNvPicPr>
            <a:picLocks noChangeAspect="1"/>
          </p:cNvPicPr>
          <p:nvPr/>
        </p:nvPicPr>
        <p:blipFill>
          <a:blip r:embed="rId4"/>
          <a:stretch>
            <a:fillRect/>
          </a:stretch>
        </p:blipFill>
        <p:spPr>
          <a:xfrm>
            <a:off x="3445565" y="3712067"/>
            <a:ext cx="4452731" cy="1933359"/>
          </a:xfrm>
          <a:prstGeom prst="rect">
            <a:avLst/>
          </a:prstGeom>
        </p:spPr>
      </p:pic>
    </p:spTree>
    <p:custDataLst>
      <p:tags r:id="rId1"/>
    </p:custDataLst>
    <p:extLst>
      <p:ext uri="{BB962C8B-B14F-4D97-AF65-F5344CB8AC3E}">
        <p14:creationId xmlns:p14="http://schemas.microsoft.com/office/powerpoint/2010/main" val="26011540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192696" y="1139687"/>
            <a:ext cx="10018643" cy="4332714"/>
          </a:xfrm>
          <a:prstGeom prst="rect">
            <a:avLst/>
          </a:prstGeom>
          <a:noFill/>
        </p:spPr>
        <p:txBody>
          <a:bodyPr wrap="square" rtlCol="0">
            <a:noAutofit/>
          </a:bodyPr>
          <a:lstStyle/>
          <a:p>
            <a:r>
              <a:rPr lang="en-US" sz="2400" b="1" dirty="0"/>
              <a:t>Use Proper Lifting Technique</a:t>
            </a:r>
          </a:p>
          <a:p>
            <a:endParaRPr lang="en-US" sz="2400" dirty="0"/>
          </a:p>
          <a:p>
            <a:pPr>
              <a:buFont typeface="Arial" panose="020B0604020202020204" pitchFamily="34" charset="0"/>
              <a:buChar char="•"/>
            </a:pPr>
            <a:r>
              <a:rPr lang="en-US" sz="2400" dirty="0"/>
              <a:t>Stand close to the object.</a:t>
            </a:r>
          </a:p>
          <a:p>
            <a:endParaRPr lang="en-US" sz="2400" dirty="0"/>
          </a:p>
          <a:p>
            <a:pPr>
              <a:buFont typeface="Arial" panose="020B0604020202020204" pitchFamily="34" charset="0"/>
              <a:buChar char="•"/>
            </a:pPr>
            <a:r>
              <a:rPr lang="en-US" sz="2400" dirty="0"/>
              <a:t>Bend your knees, not your back.</a:t>
            </a:r>
          </a:p>
          <a:p>
            <a:endParaRPr lang="en-US" sz="2400" dirty="0"/>
          </a:p>
          <a:p>
            <a:pPr>
              <a:buFont typeface="Arial" panose="020B0604020202020204" pitchFamily="34" charset="0"/>
              <a:buChar char="•"/>
            </a:pPr>
            <a:r>
              <a:rPr lang="en-US" sz="2400" dirty="0"/>
              <a:t>Keep your back straight.</a:t>
            </a:r>
          </a:p>
          <a:p>
            <a:endParaRPr lang="en-US" sz="2400" dirty="0"/>
          </a:p>
          <a:p>
            <a:pPr>
              <a:buFont typeface="Arial" panose="020B0604020202020204" pitchFamily="34" charset="0"/>
              <a:buChar char="•"/>
            </a:pPr>
            <a:r>
              <a:rPr lang="en-US" sz="2400" dirty="0"/>
              <a:t>Grip firmly with both hands.</a:t>
            </a:r>
          </a:p>
          <a:p>
            <a:endParaRPr lang="en-US" sz="2400" dirty="0"/>
          </a:p>
          <a:p>
            <a:pPr>
              <a:buFont typeface="Arial" panose="020B0604020202020204" pitchFamily="34" charset="0"/>
              <a:buChar char="•"/>
            </a:pPr>
            <a:r>
              <a:rPr lang="en-US" sz="2400" dirty="0"/>
              <a:t>Lift smoothly using your leg muscles.</a:t>
            </a:r>
          </a:p>
        </p:txBody>
      </p:sp>
      <p:sp>
        <p:nvSpPr>
          <p:cNvPr id="4" name="TextBox 3">
            <a:extLst>
              <a:ext uri="{FF2B5EF4-FFF2-40B4-BE49-F238E27FC236}">
                <a16:creationId xmlns:a16="http://schemas.microsoft.com/office/drawing/2014/main" id="{8E2C3B4A-5B3E-58EE-5A07-D68F2101C6A9}"/>
              </a:ext>
            </a:extLst>
          </p:cNvPr>
          <p:cNvSpPr txBox="1"/>
          <p:nvPr/>
        </p:nvSpPr>
        <p:spPr>
          <a:xfrm>
            <a:off x="2557670" y="676725"/>
            <a:ext cx="6586330" cy="369332"/>
          </a:xfrm>
          <a:prstGeom prst="rect">
            <a:avLst/>
          </a:prstGeom>
          <a:noFill/>
        </p:spPr>
        <p:txBody>
          <a:bodyPr wrap="square">
            <a:spAutoFit/>
          </a:bodyPr>
          <a:lstStyle/>
          <a:p>
            <a:pPr algn="ctr"/>
            <a:r>
              <a:rPr lang="en-US" sz="1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BASIC WORKSHOP PRACTICE</a:t>
            </a:r>
            <a:endParaRPr lang="en-US" sz="1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6" name="TextBox 5">
            <a:extLst>
              <a:ext uri="{FF2B5EF4-FFF2-40B4-BE49-F238E27FC236}">
                <a16:creationId xmlns:a16="http://schemas.microsoft.com/office/drawing/2014/main" id="{2DF15F55-1C0D-305D-D25B-BFC993D81C1E}"/>
              </a:ext>
            </a:extLst>
          </p:cNvPr>
          <p:cNvSpPr txBox="1"/>
          <p:nvPr/>
        </p:nvSpPr>
        <p:spPr>
          <a:xfrm>
            <a:off x="1192696" y="5534944"/>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Tree>
    <p:custDataLst>
      <p:tags r:id="rId1"/>
    </p:custDataLst>
    <p:extLst>
      <p:ext uri="{BB962C8B-B14F-4D97-AF65-F5344CB8AC3E}">
        <p14:creationId xmlns:p14="http://schemas.microsoft.com/office/powerpoint/2010/main" val="1553680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E2C3B4A-5B3E-58EE-5A07-D68F2101C6A9}"/>
              </a:ext>
            </a:extLst>
          </p:cNvPr>
          <p:cNvSpPr txBox="1"/>
          <p:nvPr/>
        </p:nvSpPr>
        <p:spPr>
          <a:xfrm>
            <a:off x="2557670" y="676725"/>
            <a:ext cx="6586330" cy="369332"/>
          </a:xfrm>
          <a:prstGeom prst="rect">
            <a:avLst/>
          </a:prstGeom>
          <a:noFill/>
        </p:spPr>
        <p:txBody>
          <a:bodyPr wrap="square">
            <a:spAutoFit/>
          </a:bodyPr>
          <a:lstStyle/>
          <a:p>
            <a:pPr algn="ctr"/>
            <a:r>
              <a:rPr lang="en-US" sz="1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BASIC WORKSHOP PRACTICE</a:t>
            </a:r>
            <a:endParaRPr lang="en-US" sz="1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6" name="TextBox 5">
            <a:extLst>
              <a:ext uri="{FF2B5EF4-FFF2-40B4-BE49-F238E27FC236}">
                <a16:creationId xmlns:a16="http://schemas.microsoft.com/office/drawing/2014/main" id="{2DF15F55-1C0D-305D-D25B-BFC993D81C1E}"/>
              </a:ext>
            </a:extLst>
          </p:cNvPr>
          <p:cNvSpPr txBox="1"/>
          <p:nvPr/>
        </p:nvSpPr>
        <p:spPr>
          <a:xfrm>
            <a:off x="1192696" y="5534944"/>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pic>
        <p:nvPicPr>
          <p:cNvPr id="7" name="Picture 6"/>
          <p:cNvPicPr>
            <a:picLocks noChangeAspect="1"/>
          </p:cNvPicPr>
          <p:nvPr/>
        </p:nvPicPr>
        <p:blipFill>
          <a:blip r:embed="rId3"/>
          <a:stretch>
            <a:fillRect/>
          </a:stretch>
        </p:blipFill>
        <p:spPr>
          <a:xfrm>
            <a:off x="1186866" y="1726805"/>
            <a:ext cx="2741608" cy="2971218"/>
          </a:xfrm>
          <a:prstGeom prst="rect">
            <a:avLst/>
          </a:prstGeom>
        </p:spPr>
      </p:pic>
      <p:sp>
        <p:nvSpPr>
          <p:cNvPr id="8" name="Rectangle 7"/>
          <p:cNvSpPr/>
          <p:nvPr/>
        </p:nvSpPr>
        <p:spPr>
          <a:xfrm>
            <a:off x="4969098" y="1726805"/>
            <a:ext cx="2892267" cy="1477328"/>
          </a:xfrm>
          <a:prstGeom prst="rect">
            <a:avLst/>
          </a:prstGeom>
        </p:spPr>
        <p:txBody>
          <a:bodyPr wrap="none">
            <a:spAutoFit/>
          </a:bodyPr>
          <a:lstStyle/>
          <a:p>
            <a:pPr marL="285750" indent="-285750">
              <a:buFont typeface="Wingdings" panose="05000000000000000000" pitchFamily="2" charset="2"/>
              <a:buChar char="Ø"/>
            </a:pPr>
            <a:r>
              <a:rPr lang="en-US"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rPr>
              <a:t>Muscle strains and sprain</a:t>
            </a:r>
          </a:p>
          <a:p>
            <a:pPr marL="285750" indent="-285750">
              <a:buFont typeface="Wingdings" panose="05000000000000000000" pitchFamily="2" charset="2"/>
              <a:buChar char="Ø"/>
            </a:pPr>
            <a:r>
              <a:rPr lang="en-US"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rPr>
              <a:t>Herniated disc</a:t>
            </a:r>
          </a:p>
          <a:p>
            <a:pPr marL="285750" indent="-285750">
              <a:buFont typeface="Wingdings" panose="05000000000000000000" pitchFamily="2" charset="2"/>
              <a:buChar char="Ø"/>
            </a:pPr>
            <a:r>
              <a:rPr lang="en-US"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rPr>
              <a:t>Hernias</a:t>
            </a:r>
          </a:p>
          <a:p>
            <a:pPr marL="285750" indent="-285750">
              <a:buFont typeface="Wingdings" panose="05000000000000000000" pitchFamily="2" charset="2"/>
              <a:buChar char="Ø"/>
            </a:pPr>
            <a:r>
              <a:rPr lang="en-US"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rPr>
              <a:t>Tendinitis and bursitis</a:t>
            </a:r>
          </a:p>
          <a:p>
            <a:pPr marL="285750" indent="-285750">
              <a:buFont typeface="Wingdings" panose="05000000000000000000" pitchFamily="2" charset="2"/>
              <a:buChar char="Ø"/>
            </a:pPr>
            <a:r>
              <a:rPr lang="en-US"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rPr>
              <a:t>Stress injuries</a:t>
            </a:r>
          </a:p>
        </p:txBody>
      </p:sp>
    </p:spTree>
    <p:custDataLst>
      <p:tags r:id="rId1"/>
    </p:custDataLst>
    <p:extLst>
      <p:ext uri="{BB962C8B-B14F-4D97-AF65-F5344CB8AC3E}">
        <p14:creationId xmlns:p14="http://schemas.microsoft.com/office/powerpoint/2010/main" val="16545634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431235" y="1845388"/>
            <a:ext cx="10018643" cy="3442229"/>
          </a:xfrm>
          <a:prstGeom prst="rect">
            <a:avLst/>
          </a:prstGeom>
          <a:noFill/>
        </p:spPr>
        <p:txBody>
          <a:bodyPr wrap="square" rtlCol="0">
            <a:noAutofit/>
          </a:bodyPr>
          <a:lstStyle/>
          <a:p>
            <a:pPr marR="0" lvl="0" algn="l" defTabSz="914400" rtl="0" eaLnBrk="1" fontAlgn="auto" latinLnBrk="0" hangingPunct="1">
              <a:lnSpc>
                <a:spcPct val="100000"/>
              </a:lnSpc>
              <a:spcBef>
                <a:spcPts val="0"/>
              </a:spcBef>
              <a:spcAft>
                <a:spcPts val="0"/>
              </a:spcAft>
              <a:buClrTx/>
              <a:buSzPct val="100000"/>
              <a:tabLst/>
              <a:defRPr/>
            </a:pPr>
            <a:r>
              <a:rPr lang="en-US" altLang="zh-CN" sz="2400" spc="100" dirty="0">
                <a:solidFill>
                  <a:srgbClr val="FFC000"/>
                </a:solidFill>
                <a:latin typeface="Times New Roman" panose="02020603050405020304" pitchFamily="18" charset="0"/>
                <a:ea typeface="微软雅黑" panose="020B0503020204020204" charset="-122"/>
                <a:cs typeface="Times New Roman" panose="02020603050405020304" pitchFamily="18" charset="0"/>
              </a:rPr>
              <a:t>2</a:t>
            </a:r>
            <a:r>
              <a:rPr lang="en-US" altLang="zh-CN" sz="2400" spc="100" dirty="0">
                <a:solidFill>
                  <a:srgbClr val="000000"/>
                </a:solidFill>
                <a:latin typeface="Times New Roman" panose="02020603050405020304" pitchFamily="18" charset="0"/>
                <a:ea typeface="微软雅黑" panose="020B0503020204020204" charset="-122"/>
                <a:cs typeface="Times New Roman" panose="02020603050405020304" pitchFamily="18" charset="0"/>
              </a:rPr>
              <a:t> </a:t>
            </a:r>
            <a:r>
              <a:rPr lang="en-US" altLang="zh-CN" sz="2400" b="1" spc="100" dirty="0">
                <a:solidFill>
                  <a:srgbClr val="FFC000"/>
                </a:solidFill>
                <a:latin typeface="Times New Roman" panose="02020603050405020304" pitchFamily="18" charset="0"/>
                <a:ea typeface="微软雅黑" panose="020B0503020204020204" charset="-122"/>
                <a:cs typeface="Times New Roman" panose="02020603050405020304" pitchFamily="18" charset="0"/>
              </a:rPr>
              <a:t>Know and Understand Hand Tools</a:t>
            </a:r>
          </a:p>
          <a:p>
            <a:r>
              <a:rPr lang="en-US" altLang="zh-CN" sz="2400" b="1" spc="100" dirty="0">
                <a:solidFill>
                  <a:srgbClr val="000000"/>
                </a:solidFill>
                <a:latin typeface="Times New Roman" panose="02020603050405020304" pitchFamily="18" charset="0"/>
                <a:ea typeface="微软雅黑" panose="020B0503020204020204" charset="-122"/>
                <a:cs typeface="Times New Roman" panose="02020603050405020304" pitchFamily="18" charset="0"/>
              </a:rPr>
              <a:t> </a:t>
            </a:r>
            <a:r>
              <a:rPr lang="en-US" sz="1600" b="1" dirty="0"/>
              <a:t>1. Cutting Tools</a:t>
            </a:r>
          </a:p>
          <a:p>
            <a:pPr marL="742950" lvl="1" indent="-285750">
              <a:buFont typeface="Wingdings" panose="05000000000000000000" pitchFamily="2" charset="2"/>
              <a:buChar char="Ø"/>
            </a:pPr>
            <a:r>
              <a:rPr lang="en-US" sz="1600" dirty="0"/>
              <a:t>Used to cut or shape materials like metal, wood, or plastic.</a:t>
            </a:r>
          </a:p>
          <a:p>
            <a:r>
              <a:rPr lang="en-US" sz="1600" b="1" dirty="0"/>
              <a:t>             Hacksaw</a:t>
            </a:r>
            <a:r>
              <a:rPr lang="en-US" sz="1600" dirty="0"/>
              <a:t> – For cutting metal or plastic pipes and rods.</a:t>
            </a:r>
          </a:p>
          <a:p>
            <a:r>
              <a:rPr lang="en-US" sz="1600" b="1" dirty="0"/>
              <a:t>            </a:t>
            </a:r>
          </a:p>
          <a:p>
            <a:endParaRPr lang="en-US" sz="1600" b="1" dirty="0"/>
          </a:p>
          <a:p>
            <a:r>
              <a:rPr lang="en-US" sz="1600" b="1" dirty="0"/>
              <a:t>             Handsaw</a:t>
            </a:r>
            <a:r>
              <a:rPr lang="en-US" sz="1600" dirty="0"/>
              <a:t> – For cutting wood.</a:t>
            </a:r>
          </a:p>
          <a:p>
            <a:endParaRPr lang="en-US" sz="1600" dirty="0"/>
          </a:p>
          <a:p>
            <a:endParaRPr lang="en-US" sz="1600" dirty="0"/>
          </a:p>
          <a:p>
            <a:r>
              <a:rPr lang="en-US" sz="1600" b="1" dirty="0"/>
              <a:t>             Utility Knife (Box Cutter)</a:t>
            </a:r>
            <a:r>
              <a:rPr lang="en-US" sz="1600" dirty="0"/>
              <a:t> – For trimming, slicing, or scoring materials.</a:t>
            </a:r>
          </a:p>
          <a:p>
            <a:endParaRPr lang="en-US" sz="1600" dirty="0"/>
          </a:p>
          <a:p>
            <a:endParaRPr lang="en-US" sz="1600" dirty="0"/>
          </a:p>
          <a:p>
            <a:endParaRPr lang="en-US" sz="1600" dirty="0"/>
          </a:p>
          <a:p>
            <a:r>
              <a:rPr lang="en-US" sz="1600" b="1" dirty="0"/>
              <a:t>             Chisels</a:t>
            </a:r>
            <a:r>
              <a:rPr lang="en-US" sz="1600" dirty="0"/>
              <a:t> – For carving or cutting hard materials like wood or metal.</a:t>
            </a:r>
          </a:p>
          <a:p>
            <a:pPr marR="0" lvl="0" algn="l" defTabSz="914400" rtl="0" eaLnBrk="1" fontAlgn="auto" latinLnBrk="0" hangingPunct="1">
              <a:lnSpc>
                <a:spcPct val="100000"/>
              </a:lnSpc>
              <a:spcBef>
                <a:spcPts val="0"/>
              </a:spcBef>
              <a:spcAft>
                <a:spcPts val="0"/>
              </a:spcAft>
              <a:buClrTx/>
              <a:buSzPct val="100000"/>
              <a:tabLst/>
              <a:defRPr/>
            </a:pPr>
            <a:endParaRPr kumimoji="0" lang="en-US" altLang="zh-CN" sz="2400" b="1" i="0" u="none" strike="noStrike" kern="1200" spc="100" normalizeH="0" baseline="0" noProof="0" dirty="0">
              <a:ln>
                <a:noFill/>
              </a:ln>
              <a:solidFill>
                <a:srgbClr val="000000"/>
              </a:solidFill>
              <a:effectLst/>
              <a:uLnTx/>
              <a:uFillTx/>
              <a:latin typeface="Times New Roman" panose="02020603050405020304" pitchFamily="18" charset="0"/>
              <a:ea typeface="微软雅黑" panose="020B0503020204020204" charset="-122"/>
              <a:cs typeface="Times New Roman" panose="02020603050405020304" pitchFamily="18" charset="0"/>
            </a:endParaRPr>
          </a:p>
        </p:txBody>
      </p:sp>
      <p:sp>
        <p:nvSpPr>
          <p:cNvPr id="4" name="TextBox 3">
            <a:extLst>
              <a:ext uri="{FF2B5EF4-FFF2-40B4-BE49-F238E27FC236}">
                <a16:creationId xmlns:a16="http://schemas.microsoft.com/office/drawing/2014/main" id="{25501895-7CF2-BFC3-2653-DA4F9AC150CE}"/>
              </a:ext>
            </a:extLst>
          </p:cNvPr>
          <p:cNvSpPr txBox="1"/>
          <p:nvPr/>
        </p:nvSpPr>
        <p:spPr>
          <a:xfrm>
            <a:off x="2822713" y="741144"/>
            <a:ext cx="6096000" cy="461665"/>
          </a:xfrm>
          <a:prstGeom prst="rect">
            <a:avLst/>
          </a:prstGeom>
          <a:noFill/>
        </p:spPr>
        <p:txBody>
          <a:bodyPr wrap="square">
            <a:spAutoFit/>
          </a:bodyPr>
          <a:lstStyle/>
          <a:p>
            <a:pPr algn="ctr"/>
            <a:r>
              <a:rPr lang="en-US" sz="24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BASIC WORKSHOP PRACTICE</a:t>
            </a:r>
            <a:endParaRPr lang="en-US" sz="24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6" name="TextBox 5">
            <a:extLst>
              <a:ext uri="{FF2B5EF4-FFF2-40B4-BE49-F238E27FC236}">
                <a16:creationId xmlns:a16="http://schemas.microsoft.com/office/drawing/2014/main" id="{5232D140-9704-AE44-2633-F2EF09682EF7}"/>
              </a:ext>
            </a:extLst>
          </p:cNvPr>
          <p:cNvSpPr txBox="1"/>
          <p:nvPr/>
        </p:nvSpPr>
        <p:spPr>
          <a:xfrm>
            <a:off x="1099930" y="5793690"/>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pic>
        <p:nvPicPr>
          <p:cNvPr id="2" name="Picture 1"/>
          <p:cNvPicPr>
            <a:picLocks noChangeAspect="1"/>
          </p:cNvPicPr>
          <p:nvPr/>
        </p:nvPicPr>
        <p:blipFill>
          <a:blip r:embed="rId4"/>
          <a:stretch>
            <a:fillRect/>
          </a:stretch>
        </p:blipFill>
        <p:spPr>
          <a:xfrm>
            <a:off x="8725573" y="2593076"/>
            <a:ext cx="1079331" cy="973426"/>
          </a:xfrm>
          <a:prstGeom prst="rect">
            <a:avLst/>
          </a:prstGeom>
        </p:spPr>
      </p:pic>
      <p:pic>
        <p:nvPicPr>
          <p:cNvPr id="3" name="Picture 2"/>
          <p:cNvPicPr>
            <a:picLocks noChangeAspect="1"/>
          </p:cNvPicPr>
          <p:nvPr/>
        </p:nvPicPr>
        <p:blipFill>
          <a:blip r:embed="rId5"/>
          <a:stretch>
            <a:fillRect/>
          </a:stretch>
        </p:blipFill>
        <p:spPr>
          <a:xfrm>
            <a:off x="7420304" y="3529686"/>
            <a:ext cx="1844934" cy="579705"/>
          </a:xfrm>
          <a:prstGeom prst="rect">
            <a:avLst/>
          </a:prstGeom>
        </p:spPr>
      </p:pic>
      <p:pic>
        <p:nvPicPr>
          <p:cNvPr id="5" name="Picture 4"/>
          <p:cNvPicPr>
            <a:picLocks noChangeAspect="1"/>
          </p:cNvPicPr>
          <p:nvPr/>
        </p:nvPicPr>
        <p:blipFill>
          <a:blip r:embed="rId6"/>
          <a:stretch>
            <a:fillRect/>
          </a:stretch>
        </p:blipFill>
        <p:spPr>
          <a:xfrm>
            <a:off x="8918713" y="4447966"/>
            <a:ext cx="1092687" cy="1092687"/>
          </a:xfrm>
          <a:prstGeom prst="rect">
            <a:avLst/>
          </a:prstGeom>
        </p:spPr>
      </p:pic>
      <p:pic>
        <p:nvPicPr>
          <p:cNvPr id="7" name="Picture 6"/>
          <p:cNvPicPr>
            <a:picLocks noChangeAspect="1"/>
          </p:cNvPicPr>
          <p:nvPr/>
        </p:nvPicPr>
        <p:blipFill>
          <a:blip r:embed="rId7"/>
          <a:stretch>
            <a:fillRect/>
          </a:stretch>
        </p:blipFill>
        <p:spPr>
          <a:xfrm>
            <a:off x="8131335" y="5540653"/>
            <a:ext cx="787378" cy="783879"/>
          </a:xfrm>
          <a:prstGeom prst="rect">
            <a:avLst/>
          </a:prstGeom>
        </p:spPr>
      </p:pic>
    </p:spTree>
    <p:custDataLst>
      <p:tags r:id="rId1"/>
    </p:custDataLst>
    <p:extLst>
      <p:ext uri="{BB962C8B-B14F-4D97-AF65-F5344CB8AC3E}">
        <p14:creationId xmlns:p14="http://schemas.microsoft.com/office/powerpoint/2010/main" val="40744661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157676" y="1111184"/>
            <a:ext cx="10018643" cy="4040546"/>
          </a:xfrm>
          <a:prstGeom prst="rect">
            <a:avLst/>
          </a:prstGeom>
          <a:noFill/>
        </p:spPr>
        <p:txBody>
          <a:bodyPr wrap="square" rtlCol="0">
            <a:noAutofit/>
          </a:bodyPr>
          <a:lstStyle/>
          <a:p>
            <a:r>
              <a:rPr lang="en-US" b="1" dirty="0"/>
              <a:t>2</a:t>
            </a:r>
            <a:r>
              <a:rPr lang="en-US" sz="2400" b="1" dirty="0"/>
              <a:t>. </a:t>
            </a:r>
            <a:r>
              <a:rPr lang="en-US" sz="2000" b="1" dirty="0"/>
              <a:t>Fastening and Loosening Tools</a:t>
            </a:r>
            <a:endParaRPr lang="en-US" sz="2400" b="1" dirty="0"/>
          </a:p>
          <a:p>
            <a:pPr marL="342900" indent="-342900">
              <a:buFont typeface="Wingdings" panose="05000000000000000000" pitchFamily="2" charset="2"/>
              <a:buChar char="Ø"/>
            </a:pPr>
            <a:r>
              <a:rPr lang="en-US" sz="2000" dirty="0"/>
              <a:t>Used to drive in or remove screws, nuts, and bolts.</a:t>
            </a:r>
          </a:p>
          <a:p>
            <a:r>
              <a:rPr lang="en-US" sz="2000" b="1" dirty="0"/>
              <a:t>     Screwdrivers</a:t>
            </a:r>
            <a:r>
              <a:rPr lang="en-US" sz="2000" dirty="0"/>
              <a:t> – Flathead, Phillips, </a:t>
            </a:r>
            <a:r>
              <a:rPr lang="en-US" sz="2000" dirty="0" err="1"/>
              <a:t>Torx</a:t>
            </a:r>
            <a:r>
              <a:rPr lang="en-US" sz="2000" dirty="0"/>
              <a:t>, etc., used for driving screws</a:t>
            </a:r>
          </a:p>
          <a:p>
            <a:endParaRPr lang="en-US" sz="2000" dirty="0"/>
          </a:p>
          <a:p>
            <a:r>
              <a:rPr lang="en-US" sz="2000" b="1" dirty="0"/>
              <a:t>     Wrenches (Spanners)</a:t>
            </a:r>
            <a:r>
              <a:rPr lang="en-US" sz="2000" dirty="0"/>
              <a:t> – Used for gripping and turning nuts and bolts.</a:t>
            </a:r>
          </a:p>
          <a:p>
            <a:pPr lvl="1"/>
            <a:r>
              <a:rPr lang="en-US" sz="2000" dirty="0"/>
              <a:t>Types: Adjustable wrench, Combination wrench, Socket wrench</a:t>
            </a:r>
          </a:p>
          <a:p>
            <a:pPr lvl="1"/>
            <a:endParaRPr lang="en-US" sz="2000" dirty="0"/>
          </a:p>
          <a:p>
            <a:pPr lvl="1"/>
            <a:endParaRPr lang="en-US" sz="2000" dirty="0"/>
          </a:p>
          <a:p>
            <a:pPr lvl="1"/>
            <a:endParaRPr lang="en-US" sz="2000" dirty="0"/>
          </a:p>
          <a:p>
            <a:pPr lvl="1"/>
            <a:endParaRPr lang="en-US" sz="2000" dirty="0"/>
          </a:p>
          <a:p>
            <a:pPr lvl="1"/>
            <a:r>
              <a:rPr lang="en-US" sz="2000" dirty="0"/>
              <a:t>           </a:t>
            </a:r>
          </a:p>
          <a:p>
            <a:pPr lvl="1"/>
            <a:endParaRPr lang="en-US" sz="2000" dirty="0"/>
          </a:p>
          <a:p>
            <a:pPr lvl="1"/>
            <a:r>
              <a:rPr lang="en-US" sz="2000" dirty="0"/>
              <a:t>           </a:t>
            </a:r>
          </a:p>
          <a:p>
            <a:endParaRPr lang="en-US" sz="1600" dirty="0"/>
          </a:p>
        </p:txBody>
      </p:sp>
      <p:sp>
        <p:nvSpPr>
          <p:cNvPr id="6" name="TextBox 5">
            <a:extLst>
              <a:ext uri="{FF2B5EF4-FFF2-40B4-BE49-F238E27FC236}">
                <a16:creationId xmlns:a16="http://schemas.microsoft.com/office/drawing/2014/main" id="{594CC2A4-D6BA-99EC-373D-6A7A8BA3240A}"/>
              </a:ext>
            </a:extLst>
          </p:cNvPr>
          <p:cNvSpPr txBox="1"/>
          <p:nvPr/>
        </p:nvSpPr>
        <p:spPr>
          <a:xfrm>
            <a:off x="2710070" y="451438"/>
            <a:ext cx="6096000" cy="461665"/>
          </a:xfrm>
          <a:prstGeom prst="rect">
            <a:avLst/>
          </a:prstGeom>
          <a:noFill/>
        </p:spPr>
        <p:txBody>
          <a:bodyPr wrap="square">
            <a:spAutoFit/>
          </a:bodyPr>
          <a:lstStyle/>
          <a:p>
            <a:pPr algn="ctr"/>
            <a:r>
              <a:rPr lang="en-US" sz="24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BASIC WORKSHOP PRACTICE</a:t>
            </a:r>
            <a:endParaRPr lang="en-US" sz="24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9" name="TextBox 8">
            <a:extLst>
              <a:ext uri="{FF2B5EF4-FFF2-40B4-BE49-F238E27FC236}">
                <a16:creationId xmlns:a16="http://schemas.microsoft.com/office/drawing/2014/main" id="{C84D9B3A-3D41-BD3A-8320-4B3732FD7398}"/>
              </a:ext>
            </a:extLst>
          </p:cNvPr>
          <p:cNvSpPr txBox="1"/>
          <p:nvPr/>
        </p:nvSpPr>
        <p:spPr>
          <a:xfrm>
            <a:off x="808383" y="5760231"/>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pic>
        <p:nvPicPr>
          <p:cNvPr id="2" name="Picture 1"/>
          <p:cNvPicPr>
            <a:picLocks noChangeAspect="1"/>
          </p:cNvPicPr>
          <p:nvPr/>
        </p:nvPicPr>
        <p:blipFill>
          <a:blip r:embed="rId4"/>
          <a:stretch>
            <a:fillRect/>
          </a:stretch>
        </p:blipFill>
        <p:spPr>
          <a:xfrm>
            <a:off x="9493313" y="1348967"/>
            <a:ext cx="1449544" cy="1449544"/>
          </a:xfrm>
          <a:prstGeom prst="rect">
            <a:avLst/>
          </a:prstGeom>
        </p:spPr>
      </p:pic>
      <p:pic>
        <p:nvPicPr>
          <p:cNvPr id="3" name="Picture 2"/>
          <p:cNvPicPr>
            <a:picLocks noChangeAspect="1"/>
          </p:cNvPicPr>
          <p:nvPr/>
        </p:nvPicPr>
        <p:blipFill>
          <a:blip r:embed="rId5"/>
          <a:stretch>
            <a:fillRect/>
          </a:stretch>
        </p:blipFill>
        <p:spPr>
          <a:xfrm>
            <a:off x="2257426" y="3486624"/>
            <a:ext cx="2115334" cy="1456567"/>
          </a:xfrm>
          <a:prstGeom prst="rect">
            <a:avLst/>
          </a:prstGeom>
        </p:spPr>
      </p:pic>
      <p:pic>
        <p:nvPicPr>
          <p:cNvPr id="5" name="Picture 4"/>
          <p:cNvPicPr>
            <a:picLocks noChangeAspect="1"/>
          </p:cNvPicPr>
          <p:nvPr/>
        </p:nvPicPr>
        <p:blipFill>
          <a:blip r:embed="rId6"/>
          <a:stretch>
            <a:fillRect/>
          </a:stretch>
        </p:blipFill>
        <p:spPr>
          <a:xfrm>
            <a:off x="7907080" y="3486624"/>
            <a:ext cx="1586233" cy="1356980"/>
          </a:xfrm>
          <a:prstGeom prst="rect">
            <a:avLst/>
          </a:prstGeom>
        </p:spPr>
      </p:pic>
      <p:pic>
        <p:nvPicPr>
          <p:cNvPr id="8" name="Picture 7"/>
          <p:cNvPicPr>
            <a:picLocks noChangeAspect="1"/>
          </p:cNvPicPr>
          <p:nvPr/>
        </p:nvPicPr>
        <p:blipFill>
          <a:blip r:embed="rId7"/>
          <a:stretch>
            <a:fillRect/>
          </a:stretch>
        </p:blipFill>
        <p:spPr>
          <a:xfrm>
            <a:off x="4761258" y="3143344"/>
            <a:ext cx="2143125" cy="2143125"/>
          </a:xfrm>
          <a:prstGeom prst="rect">
            <a:avLst/>
          </a:prstGeom>
        </p:spPr>
      </p:pic>
    </p:spTree>
    <p:custDataLst>
      <p:tags r:id="rId1"/>
    </p:custDataLst>
    <p:extLst>
      <p:ext uri="{BB962C8B-B14F-4D97-AF65-F5344CB8AC3E}">
        <p14:creationId xmlns:p14="http://schemas.microsoft.com/office/powerpoint/2010/main" val="29217663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120268" y="1454907"/>
            <a:ext cx="10018643" cy="4022440"/>
          </a:xfrm>
          <a:prstGeom prst="rect">
            <a:avLst/>
          </a:prstGeom>
          <a:noFill/>
        </p:spPr>
        <p:txBody>
          <a:bodyPr wrap="square" rtlCol="0">
            <a:noAutofit/>
          </a:bodyPr>
          <a:lstStyle/>
          <a:p>
            <a:r>
              <a:rPr lang="en-US" b="1" dirty="0"/>
              <a:t>2</a:t>
            </a:r>
            <a:r>
              <a:rPr lang="en-US" sz="2400" b="1" dirty="0"/>
              <a:t>. </a:t>
            </a:r>
            <a:r>
              <a:rPr lang="en-US" sz="2000" b="1" dirty="0"/>
              <a:t>Fastening and Loosening Tools</a:t>
            </a:r>
            <a:endParaRPr lang="en-US" sz="2400" b="1" dirty="0"/>
          </a:p>
          <a:p>
            <a:r>
              <a:rPr lang="en-US" sz="2000" b="1" dirty="0"/>
              <a:t>     Pliers</a:t>
            </a:r>
            <a:r>
              <a:rPr lang="en-US" sz="2000" dirty="0"/>
              <a:t> – For gripping, twisting, and cutting wires or small components.</a:t>
            </a:r>
          </a:p>
          <a:p>
            <a:pPr lvl="1"/>
            <a:r>
              <a:rPr lang="en-US" sz="2000" dirty="0"/>
              <a:t>            Types: Needle-nose pliers, combination pliers, locking pliers.</a:t>
            </a:r>
          </a:p>
          <a:p>
            <a:pPr lvl="1"/>
            <a:endParaRPr lang="en-US" sz="2000" dirty="0"/>
          </a:p>
          <a:p>
            <a:pPr lvl="1"/>
            <a:endParaRPr lang="en-US" sz="2000" dirty="0"/>
          </a:p>
          <a:p>
            <a:pPr lvl="1"/>
            <a:endParaRPr lang="en-US" sz="2000" dirty="0"/>
          </a:p>
          <a:p>
            <a:pPr lvl="1"/>
            <a:endParaRPr lang="en-US" sz="2000" dirty="0"/>
          </a:p>
          <a:p>
            <a:pPr>
              <a:buFont typeface="Arial" panose="020B0604020202020204" pitchFamily="34" charset="0"/>
              <a:buChar char="•"/>
            </a:pPr>
            <a:r>
              <a:rPr lang="en-US" sz="2000" b="1" dirty="0"/>
              <a:t>Allen (Hex) Keys</a:t>
            </a:r>
            <a:r>
              <a:rPr lang="en-US" sz="2000" dirty="0"/>
              <a:t> – For hexagonal socket screws</a:t>
            </a:r>
            <a:r>
              <a:rPr lang="en-US" sz="1600" dirty="0"/>
              <a:t>.</a:t>
            </a:r>
          </a:p>
          <a:p>
            <a:pPr>
              <a:buFont typeface="Arial" panose="020B0604020202020204" pitchFamily="34" charset="0"/>
              <a:buChar char="•"/>
            </a:pPr>
            <a:endParaRPr lang="en-US" sz="1600" dirty="0"/>
          </a:p>
          <a:p>
            <a:pPr>
              <a:buFont typeface="Arial" panose="020B0604020202020204" pitchFamily="34" charset="0"/>
              <a:buChar char="•"/>
            </a:pPr>
            <a:endParaRPr lang="en-US" sz="1600" dirty="0"/>
          </a:p>
        </p:txBody>
      </p:sp>
      <p:sp>
        <p:nvSpPr>
          <p:cNvPr id="6" name="TextBox 5">
            <a:extLst>
              <a:ext uri="{FF2B5EF4-FFF2-40B4-BE49-F238E27FC236}">
                <a16:creationId xmlns:a16="http://schemas.microsoft.com/office/drawing/2014/main" id="{594CC2A4-D6BA-99EC-373D-6A7A8BA3240A}"/>
              </a:ext>
            </a:extLst>
          </p:cNvPr>
          <p:cNvSpPr txBox="1"/>
          <p:nvPr/>
        </p:nvSpPr>
        <p:spPr>
          <a:xfrm>
            <a:off x="2710070" y="451438"/>
            <a:ext cx="6096000" cy="461665"/>
          </a:xfrm>
          <a:prstGeom prst="rect">
            <a:avLst/>
          </a:prstGeom>
          <a:noFill/>
        </p:spPr>
        <p:txBody>
          <a:bodyPr wrap="square">
            <a:spAutoFit/>
          </a:bodyPr>
          <a:lstStyle/>
          <a:p>
            <a:pPr algn="ctr"/>
            <a:r>
              <a:rPr lang="en-US" sz="24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BASIC WORKSHOP PRACTICE</a:t>
            </a:r>
            <a:endParaRPr lang="en-US" sz="24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9" name="TextBox 8">
            <a:extLst>
              <a:ext uri="{FF2B5EF4-FFF2-40B4-BE49-F238E27FC236}">
                <a16:creationId xmlns:a16="http://schemas.microsoft.com/office/drawing/2014/main" id="{C84D9B3A-3D41-BD3A-8320-4B3732FD7398}"/>
              </a:ext>
            </a:extLst>
          </p:cNvPr>
          <p:cNvSpPr txBox="1"/>
          <p:nvPr/>
        </p:nvSpPr>
        <p:spPr>
          <a:xfrm>
            <a:off x="808383" y="5760231"/>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pic>
        <p:nvPicPr>
          <p:cNvPr id="7" name="Picture 6"/>
          <p:cNvPicPr>
            <a:picLocks noChangeAspect="1"/>
          </p:cNvPicPr>
          <p:nvPr/>
        </p:nvPicPr>
        <p:blipFill>
          <a:blip r:embed="rId4"/>
          <a:stretch>
            <a:fillRect/>
          </a:stretch>
        </p:blipFill>
        <p:spPr>
          <a:xfrm>
            <a:off x="2286001" y="2441693"/>
            <a:ext cx="1476469" cy="1285592"/>
          </a:xfrm>
          <a:prstGeom prst="rect">
            <a:avLst/>
          </a:prstGeom>
        </p:spPr>
      </p:pic>
      <p:pic>
        <p:nvPicPr>
          <p:cNvPr id="8" name="Picture 7"/>
          <p:cNvPicPr>
            <a:picLocks noChangeAspect="1"/>
          </p:cNvPicPr>
          <p:nvPr/>
        </p:nvPicPr>
        <p:blipFill>
          <a:blip r:embed="rId5"/>
          <a:stretch>
            <a:fillRect/>
          </a:stretch>
        </p:blipFill>
        <p:spPr>
          <a:xfrm>
            <a:off x="5286563" y="2525917"/>
            <a:ext cx="1340573" cy="1117144"/>
          </a:xfrm>
          <a:prstGeom prst="rect">
            <a:avLst/>
          </a:prstGeom>
        </p:spPr>
      </p:pic>
      <p:pic>
        <p:nvPicPr>
          <p:cNvPr id="10" name="Picture 9"/>
          <p:cNvPicPr>
            <a:picLocks noChangeAspect="1"/>
          </p:cNvPicPr>
          <p:nvPr/>
        </p:nvPicPr>
        <p:blipFill>
          <a:blip r:embed="rId6"/>
          <a:stretch>
            <a:fillRect/>
          </a:stretch>
        </p:blipFill>
        <p:spPr>
          <a:xfrm>
            <a:off x="7486980" y="2525918"/>
            <a:ext cx="2390351" cy="1421394"/>
          </a:xfrm>
          <a:prstGeom prst="rect">
            <a:avLst/>
          </a:prstGeom>
        </p:spPr>
      </p:pic>
      <p:pic>
        <p:nvPicPr>
          <p:cNvPr id="11" name="Picture 10"/>
          <p:cNvPicPr>
            <a:picLocks noChangeAspect="1"/>
          </p:cNvPicPr>
          <p:nvPr/>
        </p:nvPicPr>
        <p:blipFill>
          <a:blip r:embed="rId7"/>
          <a:stretch>
            <a:fillRect/>
          </a:stretch>
        </p:blipFill>
        <p:spPr>
          <a:xfrm>
            <a:off x="3698529" y="4018589"/>
            <a:ext cx="2857500" cy="1600200"/>
          </a:xfrm>
          <a:prstGeom prst="rect">
            <a:avLst/>
          </a:prstGeom>
        </p:spPr>
      </p:pic>
    </p:spTree>
    <p:custDataLst>
      <p:tags r:id="rId1"/>
    </p:custDataLst>
    <p:extLst>
      <p:ext uri="{BB962C8B-B14F-4D97-AF65-F5344CB8AC3E}">
        <p14:creationId xmlns:p14="http://schemas.microsoft.com/office/powerpoint/2010/main" val="3326391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205948" y="1419052"/>
            <a:ext cx="10018643" cy="4086802"/>
          </a:xfrm>
          <a:prstGeom prst="rect">
            <a:avLst/>
          </a:prstGeom>
          <a:noFill/>
        </p:spPr>
        <p:txBody>
          <a:bodyPr wrap="square" rtlCol="0">
            <a:noAutofit/>
          </a:bodyPr>
          <a:lstStyle/>
          <a:p>
            <a:r>
              <a:rPr lang="en-US" sz="2000" b="1" dirty="0"/>
              <a:t>3. Striking Tools</a:t>
            </a:r>
            <a:r>
              <a:rPr lang="en-US" sz="2000" dirty="0"/>
              <a:t>    Used to apply force</a:t>
            </a:r>
          </a:p>
          <a:p>
            <a:r>
              <a:rPr lang="en-US" sz="2000" b="1" dirty="0"/>
              <a:t>     Hammer</a:t>
            </a:r>
            <a:r>
              <a:rPr lang="en-US" sz="2000" dirty="0"/>
              <a:t> – For driving nails or breaking objects etc.</a:t>
            </a:r>
          </a:p>
          <a:p>
            <a:pPr marL="0" lvl="1"/>
            <a:r>
              <a:rPr lang="en-US" sz="2000" dirty="0"/>
              <a:t>                       Types: Claw hammer, ball-peen hammer, sledgehammer.</a:t>
            </a:r>
          </a:p>
          <a:p>
            <a:endParaRPr lang="en-US" sz="2000" dirty="0"/>
          </a:p>
          <a:p>
            <a:endParaRPr lang="en-US" sz="2000" dirty="0"/>
          </a:p>
          <a:p>
            <a:endParaRPr lang="en-US" sz="2000" dirty="0"/>
          </a:p>
          <a:p>
            <a:endParaRPr lang="en-US" sz="2000" dirty="0"/>
          </a:p>
          <a:p>
            <a:endParaRPr lang="en-US" sz="2000" dirty="0"/>
          </a:p>
          <a:p>
            <a:endParaRPr lang="en-US" sz="2000" b="1" dirty="0"/>
          </a:p>
          <a:p>
            <a:r>
              <a:rPr lang="en-US" sz="2000" b="1" dirty="0"/>
              <a:t>    Mallet</a:t>
            </a:r>
            <a:r>
              <a:rPr lang="en-US" sz="2000" dirty="0"/>
              <a:t> – A softer hammer used for delicate tasks or materials (e.g., woodworking).</a:t>
            </a:r>
          </a:p>
          <a:p>
            <a:pPr marL="342900" marR="0" lvl="0" indent="-342900" algn="l" defTabSz="914400" rtl="0" eaLnBrk="1" fontAlgn="auto" latinLnBrk="0" hangingPunct="1">
              <a:lnSpc>
                <a:spcPct val="100000"/>
              </a:lnSpc>
              <a:spcBef>
                <a:spcPts val="0"/>
              </a:spcBef>
              <a:spcAft>
                <a:spcPts val="0"/>
              </a:spcAft>
              <a:buClrTx/>
              <a:buSzPct val="100000"/>
              <a:buFont typeface="Courier New" panose="02070309020205020404" pitchFamily="49" charset="0"/>
              <a:buChar char="o"/>
              <a:tabLst/>
              <a:defRPr/>
            </a:pPr>
            <a:endParaRPr lang="en-US" sz="2000" dirty="0">
              <a:effectLst/>
              <a:latin typeface="Times New Roman" panose="02020603050405020304" pitchFamily="18" charset="0"/>
              <a:ea typeface="Calibri" panose="020F0502020204030204" pitchFamily="34" charset="0"/>
            </a:endParaRPr>
          </a:p>
          <a:p>
            <a:pPr marR="0" lvl="0" algn="l" defTabSz="914400" rtl="0" eaLnBrk="1" fontAlgn="auto" latinLnBrk="0" hangingPunct="1">
              <a:lnSpc>
                <a:spcPct val="100000"/>
              </a:lnSpc>
              <a:spcBef>
                <a:spcPts val="0"/>
              </a:spcBef>
              <a:spcAft>
                <a:spcPts val="0"/>
              </a:spcAft>
              <a:buClrTx/>
              <a:buSzPct val="100000"/>
              <a:tabLst/>
              <a:defRPr/>
            </a:pPr>
            <a:endParaRPr kumimoji="0" lang="en-US" altLang="zh-CN" sz="24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
        <p:nvSpPr>
          <p:cNvPr id="4" name="TextBox 3">
            <a:extLst>
              <a:ext uri="{FF2B5EF4-FFF2-40B4-BE49-F238E27FC236}">
                <a16:creationId xmlns:a16="http://schemas.microsoft.com/office/drawing/2014/main" id="{ACB9CDBA-5B89-6AFE-3E0D-B969AFD48633}"/>
              </a:ext>
            </a:extLst>
          </p:cNvPr>
          <p:cNvSpPr txBox="1"/>
          <p:nvPr/>
        </p:nvSpPr>
        <p:spPr>
          <a:xfrm>
            <a:off x="1205948" y="5830288"/>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6" name="TextBox 5">
            <a:extLst>
              <a:ext uri="{FF2B5EF4-FFF2-40B4-BE49-F238E27FC236}">
                <a16:creationId xmlns:a16="http://schemas.microsoft.com/office/drawing/2014/main" id="{531650A3-BC15-8A88-718D-63F5F74DA941}"/>
              </a:ext>
            </a:extLst>
          </p:cNvPr>
          <p:cNvSpPr txBox="1"/>
          <p:nvPr/>
        </p:nvSpPr>
        <p:spPr>
          <a:xfrm>
            <a:off x="2491408" y="780902"/>
            <a:ext cx="6096000" cy="400110"/>
          </a:xfrm>
          <a:prstGeom prst="rect">
            <a:avLst/>
          </a:prstGeom>
          <a:noFill/>
        </p:spPr>
        <p:txBody>
          <a:bodyPr wrap="square">
            <a:spAutoFit/>
          </a:bodyPr>
          <a:lstStyle/>
          <a:p>
            <a:pPr algn="ctr"/>
            <a:r>
              <a:rPr lang="en-US" sz="20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BASIC WORKSHOP PRACTICE</a:t>
            </a:r>
            <a:endParaRPr lang="en-US" sz="20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2" name="AutoShape 2" descr="Stalwart 16 oz Claw Hammer - Basic Hand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2"/>
          <p:cNvPicPr>
            <a:picLocks noChangeAspect="1"/>
          </p:cNvPicPr>
          <p:nvPr/>
        </p:nvPicPr>
        <p:blipFill>
          <a:blip r:embed="rId4"/>
          <a:stretch>
            <a:fillRect/>
          </a:stretch>
        </p:blipFill>
        <p:spPr>
          <a:xfrm>
            <a:off x="4443750" y="2573634"/>
            <a:ext cx="1319141" cy="1267297"/>
          </a:xfrm>
          <a:prstGeom prst="rect">
            <a:avLst/>
          </a:prstGeom>
        </p:spPr>
      </p:pic>
      <p:pic>
        <p:nvPicPr>
          <p:cNvPr id="5" name="Picture 4"/>
          <p:cNvPicPr>
            <a:picLocks noChangeAspect="1"/>
          </p:cNvPicPr>
          <p:nvPr/>
        </p:nvPicPr>
        <p:blipFill>
          <a:blip r:embed="rId5"/>
          <a:stretch>
            <a:fillRect/>
          </a:stretch>
        </p:blipFill>
        <p:spPr>
          <a:xfrm>
            <a:off x="7883926" y="2475720"/>
            <a:ext cx="2608579" cy="1514475"/>
          </a:xfrm>
          <a:prstGeom prst="rect">
            <a:avLst/>
          </a:prstGeom>
        </p:spPr>
      </p:pic>
      <p:pic>
        <p:nvPicPr>
          <p:cNvPr id="7" name="Picture 6"/>
          <p:cNvPicPr>
            <a:picLocks noChangeAspect="1"/>
          </p:cNvPicPr>
          <p:nvPr/>
        </p:nvPicPr>
        <p:blipFill>
          <a:blip r:embed="rId6"/>
          <a:stretch>
            <a:fillRect/>
          </a:stretch>
        </p:blipFill>
        <p:spPr>
          <a:xfrm>
            <a:off x="5901153" y="2475720"/>
            <a:ext cx="1706250" cy="1463126"/>
          </a:xfrm>
          <a:prstGeom prst="rect">
            <a:avLst/>
          </a:prstGeom>
        </p:spPr>
      </p:pic>
      <p:pic>
        <p:nvPicPr>
          <p:cNvPr id="8" name="Picture 7"/>
          <p:cNvPicPr>
            <a:picLocks noChangeAspect="1"/>
          </p:cNvPicPr>
          <p:nvPr/>
        </p:nvPicPr>
        <p:blipFill>
          <a:blip r:embed="rId7"/>
          <a:stretch>
            <a:fillRect/>
          </a:stretch>
        </p:blipFill>
        <p:spPr>
          <a:xfrm>
            <a:off x="4443750" y="4526365"/>
            <a:ext cx="2143125" cy="1639045"/>
          </a:xfrm>
          <a:prstGeom prst="rect">
            <a:avLst/>
          </a:prstGeom>
        </p:spPr>
      </p:pic>
      <p:pic>
        <p:nvPicPr>
          <p:cNvPr id="9" name="Picture 8"/>
          <p:cNvPicPr>
            <a:picLocks noChangeAspect="1"/>
          </p:cNvPicPr>
          <p:nvPr/>
        </p:nvPicPr>
        <p:blipFill>
          <a:blip r:embed="rId8"/>
          <a:stretch>
            <a:fillRect/>
          </a:stretch>
        </p:blipFill>
        <p:spPr>
          <a:xfrm>
            <a:off x="6920203" y="4565210"/>
            <a:ext cx="2857500" cy="1600200"/>
          </a:xfrm>
          <a:prstGeom prst="rect">
            <a:avLst/>
          </a:prstGeom>
        </p:spPr>
      </p:pic>
    </p:spTree>
    <p:custDataLst>
      <p:tags r:id="rId1"/>
    </p:custDataLst>
    <p:extLst>
      <p:ext uri="{BB962C8B-B14F-4D97-AF65-F5344CB8AC3E}">
        <p14:creationId xmlns:p14="http://schemas.microsoft.com/office/powerpoint/2010/main" val="20549172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628443" y="1206220"/>
            <a:ext cx="10018643" cy="4624067"/>
          </a:xfrm>
          <a:prstGeom prst="rect">
            <a:avLst/>
          </a:prstGeom>
          <a:noFill/>
        </p:spPr>
        <p:txBody>
          <a:bodyPr wrap="square" rtlCol="0">
            <a:noAutofit/>
          </a:bodyPr>
          <a:lstStyle/>
          <a:p>
            <a:r>
              <a:rPr lang="en-US" sz="2000" b="1" dirty="0"/>
              <a:t>4. Measuring and Marking Tools</a:t>
            </a:r>
          </a:p>
          <a:p>
            <a:pPr marL="342900" indent="-342900">
              <a:buFont typeface="Wingdings" panose="05000000000000000000" pitchFamily="2" charset="2"/>
              <a:buChar char="Ø"/>
            </a:pPr>
            <a:r>
              <a:rPr lang="en-US" sz="2000" dirty="0"/>
              <a:t> For accurate measurement and layout work.</a:t>
            </a:r>
          </a:p>
          <a:p>
            <a:r>
              <a:rPr lang="en-US" sz="2000" b="1" dirty="0"/>
              <a:t>     Tape Measure</a:t>
            </a:r>
            <a:r>
              <a:rPr lang="en-US" sz="2000" dirty="0"/>
              <a:t> – For measuring length or distance.</a:t>
            </a:r>
          </a:p>
          <a:p>
            <a:r>
              <a:rPr lang="en-US" sz="2000" b="1" dirty="0"/>
              <a:t>     Ruler or Steel Rule</a:t>
            </a:r>
            <a:r>
              <a:rPr lang="en-US" sz="2000" dirty="0"/>
              <a:t> – For precise straight-line measurements</a:t>
            </a:r>
          </a:p>
          <a:p>
            <a:endParaRPr lang="en-US" sz="2000" dirty="0"/>
          </a:p>
          <a:p>
            <a:endParaRPr lang="en-US" sz="2000" dirty="0"/>
          </a:p>
          <a:p>
            <a:r>
              <a:rPr lang="en-US" sz="2000" b="1" dirty="0"/>
              <a:t>    Square (Try Square, Combination Square)</a:t>
            </a:r>
            <a:r>
              <a:rPr lang="en-US" sz="2000" dirty="0"/>
              <a:t> – For checking right angles</a:t>
            </a:r>
          </a:p>
          <a:p>
            <a:endParaRPr lang="en-US" sz="2000" dirty="0"/>
          </a:p>
          <a:p>
            <a:endParaRPr lang="en-US" sz="2000" dirty="0"/>
          </a:p>
          <a:p>
            <a:pPr>
              <a:buFont typeface="Arial" panose="020B0604020202020204" pitchFamily="34" charset="0"/>
              <a:buChar char="•"/>
            </a:pPr>
            <a:endParaRPr lang="en-US" sz="2000" dirty="0"/>
          </a:p>
          <a:p>
            <a:pPr>
              <a:buFont typeface="Arial" panose="020B0604020202020204" pitchFamily="34" charset="0"/>
              <a:buChar char="•"/>
            </a:pPr>
            <a:endParaRPr lang="en-US" sz="2000" dirty="0"/>
          </a:p>
          <a:p>
            <a:endParaRPr lang="en-US" sz="2000" dirty="0"/>
          </a:p>
          <a:p>
            <a:pPr>
              <a:buFont typeface="Arial" panose="020B0604020202020204" pitchFamily="34" charset="0"/>
              <a:buChar char="•"/>
            </a:pPr>
            <a:r>
              <a:rPr lang="en-US" sz="2000" b="1" dirty="0"/>
              <a:t>Marking Gauge / Scriber / Pencil</a:t>
            </a:r>
            <a:r>
              <a:rPr lang="en-US" sz="2000" dirty="0"/>
              <a:t> – For marking cut lines or drill points.</a:t>
            </a:r>
          </a:p>
          <a:p>
            <a:pPr marR="0" lvl="0" algn="l" defTabSz="914400" rtl="0" eaLnBrk="1" fontAlgn="auto" latinLnBrk="0" hangingPunct="1">
              <a:lnSpc>
                <a:spcPct val="100000"/>
              </a:lnSpc>
              <a:spcBef>
                <a:spcPts val="0"/>
              </a:spcBef>
              <a:spcAft>
                <a:spcPts val="0"/>
              </a:spcAft>
              <a:buClrTx/>
              <a:buSzPct val="100000"/>
              <a:tabLst/>
              <a:defRPr/>
            </a:pPr>
            <a:endParaRPr kumimoji="0" lang="en-US" altLang="zh-CN" sz="24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
        <p:nvSpPr>
          <p:cNvPr id="4" name="TextBox 3">
            <a:extLst>
              <a:ext uri="{FF2B5EF4-FFF2-40B4-BE49-F238E27FC236}">
                <a16:creationId xmlns:a16="http://schemas.microsoft.com/office/drawing/2014/main" id="{ACB9CDBA-5B89-6AFE-3E0D-B969AFD48633}"/>
              </a:ext>
            </a:extLst>
          </p:cNvPr>
          <p:cNvSpPr txBox="1"/>
          <p:nvPr/>
        </p:nvSpPr>
        <p:spPr>
          <a:xfrm>
            <a:off x="1205948" y="5830288"/>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6" name="TextBox 5">
            <a:extLst>
              <a:ext uri="{FF2B5EF4-FFF2-40B4-BE49-F238E27FC236}">
                <a16:creationId xmlns:a16="http://schemas.microsoft.com/office/drawing/2014/main" id="{531650A3-BC15-8A88-718D-63F5F74DA941}"/>
              </a:ext>
            </a:extLst>
          </p:cNvPr>
          <p:cNvSpPr txBox="1"/>
          <p:nvPr/>
        </p:nvSpPr>
        <p:spPr>
          <a:xfrm>
            <a:off x="2491408" y="780902"/>
            <a:ext cx="6096000" cy="400110"/>
          </a:xfrm>
          <a:prstGeom prst="rect">
            <a:avLst/>
          </a:prstGeom>
          <a:noFill/>
        </p:spPr>
        <p:txBody>
          <a:bodyPr wrap="square">
            <a:spAutoFit/>
          </a:bodyPr>
          <a:lstStyle/>
          <a:p>
            <a:pPr algn="ctr"/>
            <a:r>
              <a:rPr lang="en-US" sz="20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BASIC WORKSHOP PRACTICE</a:t>
            </a:r>
            <a:endParaRPr lang="en-US" sz="20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pic>
        <p:nvPicPr>
          <p:cNvPr id="2" name="Picture 1"/>
          <p:cNvPicPr>
            <a:picLocks noChangeAspect="1"/>
          </p:cNvPicPr>
          <p:nvPr/>
        </p:nvPicPr>
        <p:blipFill>
          <a:blip r:embed="rId4"/>
          <a:stretch>
            <a:fillRect/>
          </a:stretch>
        </p:blipFill>
        <p:spPr>
          <a:xfrm>
            <a:off x="9081466" y="980957"/>
            <a:ext cx="2143125" cy="2143125"/>
          </a:xfrm>
          <a:prstGeom prst="rect">
            <a:avLst/>
          </a:prstGeom>
        </p:spPr>
      </p:pic>
      <p:pic>
        <p:nvPicPr>
          <p:cNvPr id="5" name="Picture 4"/>
          <p:cNvPicPr>
            <a:picLocks noChangeAspect="1"/>
          </p:cNvPicPr>
          <p:nvPr/>
        </p:nvPicPr>
        <p:blipFill>
          <a:blip r:embed="rId5"/>
          <a:stretch>
            <a:fillRect/>
          </a:stretch>
        </p:blipFill>
        <p:spPr>
          <a:xfrm>
            <a:off x="9575524" y="2550490"/>
            <a:ext cx="2143125" cy="1398265"/>
          </a:xfrm>
          <a:prstGeom prst="rect">
            <a:avLst/>
          </a:prstGeom>
        </p:spPr>
      </p:pic>
      <p:pic>
        <p:nvPicPr>
          <p:cNvPr id="7" name="Picture 6"/>
          <p:cNvPicPr>
            <a:picLocks noChangeAspect="1"/>
          </p:cNvPicPr>
          <p:nvPr/>
        </p:nvPicPr>
        <p:blipFill>
          <a:blip r:embed="rId6"/>
          <a:stretch>
            <a:fillRect/>
          </a:stretch>
        </p:blipFill>
        <p:spPr>
          <a:xfrm>
            <a:off x="1205948" y="3518253"/>
            <a:ext cx="2515026" cy="1126175"/>
          </a:xfrm>
          <a:prstGeom prst="rect">
            <a:avLst/>
          </a:prstGeom>
        </p:spPr>
      </p:pic>
      <p:pic>
        <p:nvPicPr>
          <p:cNvPr id="8" name="Picture 7"/>
          <p:cNvPicPr>
            <a:picLocks noChangeAspect="1"/>
          </p:cNvPicPr>
          <p:nvPr/>
        </p:nvPicPr>
        <p:blipFill>
          <a:blip r:embed="rId7"/>
          <a:stretch>
            <a:fillRect/>
          </a:stretch>
        </p:blipFill>
        <p:spPr>
          <a:xfrm>
            <a:off x="4945502" y="3430692"/>
            <a:ext cx="2771775" cy="1213736"/>
          </a:xfrm>
          <a:prstGeom prst="rect">
            <a:avLst/>
          </a:prstGeom>
        </p:spPr>
      </p:pic>
    </p:spTree>
    <p:custDataLst>
      <p:tags r:id="rId1"/>
    </p:custDataLst>
    <p:extLst>
      <p:ext uri="{BB962C8B-B14F-4D97-AF65-F5344CB8AC3E}">
        <p14:creationId xmlns:p14="http://schemas.microsoft.com/office/powerpoint/2010/main" val="31765159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628443" y="1206220"/>
            <a:ext cx="10018643" cy="4624067"/>
          </a:xfrm>
          <a:prstGeom prst="rect">
            <a:avLst/>
          </a:prstGeom>
          <a:noFill/>
        </p:spPr>
        <p:txBody>
          <a:bodyPr wrap="square" rtlCol="0">
            <a:noAutofit/>
          </a:bodyPr>
          <a:lstStyle/>
          <a:p>
            <a:r>
              <a:rPr lang="en-US" sz="2000" b="1" dirty="0"/>
              <a:t>4. Measuring and Marking Tools</a:t>
            </a:r>
          </a:p>
          <a:p>
            <a:r>
              <a:rPr lang="en-US" sz="2000" b="1" dirty="0"/>
              <a:t>    Marking Gauge / Scriber / Pencil</a:t>
            </a:r>
            <a:r>
              <a:rPr lang="en-US" sz="2000" dirty="0"/>
              <a:t> – For marking cut lines or drill points.</a:t>
            </a:r>
          </a:p>
          <a:p>
            <a:pPr marR="0" lvl="0" algn="l" defTabSz="914400" rtl="0" eaLnBrk="1" fontAlgn="auto" latinLnBrk="0" hangingPunct="1">
              <a:lnSpc>
                <a:spcPct val="100000"/>
              </a:lnSpc>
              <a:spcBef>
                <a:spcPts val="0"/>
              </a:spcBef>
              <a:spcAft>
                <a:spcPts val="0"/>
              </a:spcAft>
              <a:buClrTx/>
              <a:buSzPct val="100000"/>
              <a:tabLst/>
              <a:defRPr/>
            </a:pPr>
            <a:endParaRPr kumimoji="0" lang="en-US" altLang="zh-CN" sz="24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
        <p:nvSpPr>
          <p:cNvPr id="4" name="TextBox 3">
            <a:extLst>
              <a:ext uri="{FF2B5EF4-FFF2-40B4-BE49-F238E27FC236}">
                <a16:creationId xmlns:a16="http://schemas.microsoft.com/office/drawing/2014/main" id="{ACB9CDBA-5B89-6AFE-3E0D-B969AFD48633}"/>
              </a:ext>
            </a:extLst>
          </p:cNvPr>
          <p:cNvSpPr txBox="1"/>
          <p:nvPr/>
        </p:nvSpPr>
        <p:spPr>
          <a:xfrm>
            <a:off x="1205948" y="5830288"/>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6" name="TextBox 5">
            <a:extLst>
              <a:ext uri="{FF2B5EF4-FFF2-40B4-BE49-F238E27FC236}">
                <a16:creationId xmlns:a16="http://schemas.microsoft.com/office/drawing/2014/main" id="{531650A3-BC15-8A88-718D-63F5F74DA941}"/>
              </a:ext>
            </a:extLst>
          </p:cNvPr>
          <p:cNvSpPr txBox="1"/>
          <p:nvPr/>
        </p:nvSpPr>
        <p:spPr>
          <a:xfrm>
            <a:off x="2491408" y="780902"/>
            <a:ext cx="6096000" cy="400110"/>
          </a:xfrm>
          <a:prstGeom prst="rect">
            <a:avLst/>
          </a:prstGeom>
          <a:noFill/>
        </p:spPr>
        <p:txBody>
          <a:bodyPr wrap="square">
            <a:spAutoFit/>
          </a:bodyPr>
          <a:lstStyle/>
          <a:p>
            <a:pPr algn="ctr"/>
            <a:r>
              <a:rPr lang="en-US" sz="20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BASIC WORKSHOP PRACTICE</a:t>
            </a:r>
            <a:endParaRPr lang="en-US" sz="20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pic>
        <p:nvPicPr>
          <p:cNvPr id="3" name="Picture 2"/>
          <p:cNvPicPr>
            <a:picLocks noChangeAspect="1"/>
          </p:cNvPicPr>
          <p:nvPr/>
        </p:nvPicPr>
        <p:blipFill>
          <a:blip r:embed="rId4"/>
          <a:stretch>
            <a:fillRect/>
          </a:stretch>
        </p:blipFill>
        <p:spPr>
          <a:xfrm>
            <a:off x="917087" y="2163920"/>
            <a:ext cx="2390775" cy="1914525"/>
          </a:xfrm>
          <a:prstGeom prst="rect">
            <a:avLst/>
          </a:prstGeom>
        </p:spPr>
      </p:pic>
      <p:pic>
        <p:nvPicPr>
          <p:cNvPr id="9" name="Picture 8"/>
          <p:cNvPicPr>
            <a:picLocks noChangeAspect="1"/>
          </p:cNvPicPr>
          <p:nvPr/>
        </p:nvPicPr>
        <p:blipFill>
          <a:blip r:embed="rId5"/>
          <a:stretch>
            <a:fillRect/>
          </a:stretch>
        </p:blipFill>
        <p:spPr>
          <a:xfrm>
            <a:off x="3990927" y="2163920"/>
            <a:ext cx="2200275" cy="2076450"/>
          </a:xfrm>
          <a:prstGeom prst="rect">
            <a:avLst/>
          </a:prstGeom>
        </p:spPr>
      </p:pic>
      <p:pic>
        <p:nvPicPr>
          <p:cNvPr id="10" name="Picture 9"/>
          <p:cNvPicPr>
            <a:picLocks noChangeAspect="1"/>
          </p:cNvPicPr>
          <p:nvPr/>
        </p:nvPicPr>
        <p:blipFill>
          <a:blip r:embed="rId6"/>
          <a:stretch>
            <a:fillRect/>
          </a:stretch>
        </p:blipFill>
        <p:spPr>
          <a:xfrm>
            <a:off x="7301948" y="2097245"/>
            <a:ext cx="2143125" cy="2143125"/>
          </a:xfrm>
          <a:prstGeom prst="rect">
            <a:avLst/>
          </a:prstGeom>
        </p:spPr>
      </p:pic>
    </p:spTree>
    <p:custDataLst>
      <p:tags r:id="rId1"/>
    </p:custDataLst>
    <p:extLst>
      <p:ext uri="{BB962C8B-B14F-4D97-AF65-F5344CB8AC3E}">
        <p14:creationId xmlns:p14="http://schemas.microsoft.com/office/powerpoint/2010/main" val="2964516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179444" y="1072373"/>
            <a:ext cx="10018643" cy="4086802"/>
          </a:xfrm>
          <a:prstGeom prst="rect">
            <a:avLst/>
          </a:prstGeom>
          <a:noFill/>
        </p:spPr>
        <p:txBody>
          <a:bodyPr wrap="square" rtlCol="0">
            <a:noAutofit/>
          </a:bodyPr>
          <a:lstStyle/>
          <a:p>
            <a:r>
              <a:rPr lang="en-US" b="1" dirty="0"/>
              <a:t>5. Gripping and Holding Tools</a:t>
            </a:r>
            <a:r>
              <a:rPr lang="en-US" dirty="0"/>
              <a:t>     Used to hold objects securely during work.</a:t>
            </a:r>
          </a:p>
          <a:p>
            <a:r>
              <a:rPr lang="en-US" b="1" dirty="0"/>
              <a:t>     Bench Vise</a:t>
            </a:r>
            <a:r>
              <a:rPr lang="en-US" dirty="0"/>
              <a:t> – Mounted to a workbench to hold workpieces firmly.</a:t>
            </a:r>
          </a:p>
          <a:p>
            <a:endParaRPr lang="en-US" dirty="0"/>
          </a:p>
          <a:p>
            <a:endParaRPr lang="en-US" dirty="0"/>
          </a:p>
          <a:p>
            <a:endParaRPr lang="en-US" dirty="0"/>
          </a:p>
          <a:p>
            <a:endParaRPr lang="en-US" dirty="0"/>
          </a:p>
          <a:p>
            <a:r>
              <a:rPr lang="en-US" b="1" dirty="0"/>
              <a:t>  Clamps</a:t>
            </a:r>
            <a:r>
              <a:rPr lang="en-US" dirty="0"/>
              <a:t> – Temporary holders to secure materials during cutting or gluing.</a:t>
            </a:r>
          </a:p>
          <a:p>
            <a:r>
              <a:rPr lang="en-US" dirty="0"/>
              <a:t>                   Types: G-clamp, bar             clamp, spring clamp.</a:t>
            </a:r>
          </a:p>
          <a:p>
            <a:endParaRPr lang="en-US" dirty="0"/>
          </a:p>
          <a:p>
            <a:endParaRPr lang="en-US" dirty="0"/>
          </a:p>
          <a:p>
            <a:endParaRPr lang="en-US" dirty="0"/>
          </a:p>
          <a:p>
            <a:endParaRPr lang="en-US" dirty="0"/>
          </a:p>
          <a:p>
            <a:endParaRPr lang="en-US" dirty="0"/>
          </a:p>
          <a:p>
            <a:r>
              <a:rPr lang="en-US" b="1" dirty="0"/>
              <a:t>  Tongs</a:t>
            </a:r>
            <a:r>
              <a:rPr lang="en-US" dirty="0"/>
              <a:t> – For handling hot or hazardous materials.</a:t>
            </a:r>
          </a:p>
          <a:p>
            <a:endParaRPr lang="en-US" dirty="0"/>
          </a:p>
          <a:p>
            <a:endParaRPr lang="en-US" dirty="0"/>
          </a:p>
          <a:p>
            <a:endParaRPr lang="en-US" dirty="0"/>
          </a:p>
          <a:p>
            <a:endParaRPr lang="en-US" dirty="0"/>
          </a:p>
        </p:txBody>
      </p:sp>
      <p:sp>
        <p:nvSpPr>
          <p:cNvPr id="4" name="TextBox 3">
            <a:extLst>
              <a:ext uri="{FF2B5EF4-FFF2-40B4-BE49-F238E27FC236}">
                <a16:creationId xmlns:a16="http://schemas.microsoft.com/office/drawing/2014/main" id="{B43C4484-61AE-7F92-9F9C-3428B964388D}"/>
              </a:ext>
            </a:extLst>
          </p:cNvPr>
          <p:cNvSpPr txBox="1"/>
          <p:nvPr/>
        </p:nvSpPr>
        <p:spPr>
          <a:xfrm>
            <a:off x="1179444" y="5934066"/>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6" name="TextBox 5">
            <a:extLst>
              <a:ext uri="{FF2B5EF4-FFF2-40B4-BE49-F238E27FC236}">
                <a16:creationId xmlns:a16="http://schemas.microsoft.com/office/drawing/2014/main" id="{B0CE686B-C983-36CE-3D6C-4BD3D3C9F524}"/>
              </a:ext>
            </a:extLst>
          </p:cNvPr>
          <p:cNvSpPr txBox="1"/>
          <p:nvPr/>
        </p:nvSpPr>
        <p:spPr>
          <a:xfrm>
            <a:off x="2292627" y="610708"/>
            <a:ext cx="6096000" cy="461665"/>
          </a:xfrm>
          <a:prstGeom prst="rect">
            <a:avLst/>
          </a:prstGeom>
          <a:noFill/>
        </p:spPr>
        <p:txBody>
          <a:bodyPr wrap="square">
            <a:spAutoFit/>
          </a:bodyPr>
          <a:lstStyle/>
          <a:p>
            <a:pPr algn="ctr"/>
            <a:r>
              <a:rPr lang="en-US" sz="24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BASIC WORKSHOP PRACTICE</a:t>
            </a:r>
            <a:endParaRPr lang="en-US" sz="24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pic>
        <p:nvPicPr>
          <p:cNvPr id="2" name="Picture 1"/>
          <p:cNvPicPr>
            <a:picLocks noChangeAspect="1"/>
          </p:cNvPicPr>
          <p:nvPr/>
        </p:nvPicPr>
        <p:blipFill>
          <a:blip r:embed="rId4"/>
          <a:stretch>
            <a:fillRect/>
          </a:stretch>
        </p:blipFill>
        <p:spPr>
          <a:xfrm>
            <a:off x="2622701" y="1681632"/>
            <a:ext cx="1745936" cy="1034407"/>
          </a:xfrm>
          <a:prstGeom prst="rect">
            <a:avLst/>
          </a:prstGeom>
        </p:spPr>
      </p:pic>
      <p:pic>
        <p:nvPicPr>
          <p:cNvPr id="3" name="Picture 2"/>
          <p:cNvPicPr>
            <a:picLocks noChangeAspect="1"/>
          </p:cNvPicPr>
          <p:nvPr/>
        </p:nvPicPr>
        <p:blipFill>
          <a:blip r:embed="rId5"/>
          <a:stretch>
            <a:fillRect/>
          </a:stretch>
        </p:blipFill>
        <p:spPr>
          <a:xfrm>
            <a:off x="2292627" y="3316079"/>
            <a:ext cx="1428347" cy="1243055"/>
          </a:xfrm>
          <a:prstGeom prst="rect">
            <a:avLst/>
          </a:prstGeom>
        </p:spPr>
      </p:pic>
      <p:pic>
        <p:nvPicPr>
          <p:cNvPr id="5" name="Picture 4"/>
          <p:cNvPicPr>
            <a:picLocks noChangeAspect="1"/>
          </p:cNvPicPr>
          <p:nvPr/>
        </p:nvPicPr>
        <p:blipFill>
          <a:blip r:embed="rId6"/>
          <a:stretch>
            <a:fillRect/>
          </a:stretch>
        </p:blipFill>
        <p:spPr>
          <a:xfrm>
            <a:off x="5588669" y="3391053"/>
            <a:ext cx="3095625" cy="1359716"/>
          </a:xfrm>
          <a:prstGeom prst="rect">
            <a:avLst/>
          </a:prstGeom>
        </p:spPr>
      </p:pic>
      <p:pic>
        <p:nvPicPr>
          <p:cNvPr id="7" name="Picture 6"/>
          <p:cNvPicPr>
            <a:picLocks noChangeAspect="1"/>
          </p:cNvPicPr>
          <p:nvPr/>
        </p:nvPicPr>
        <p:blipFill>
          <a:blip r:embed="rId7"/>
          <a:stretch>
            <a:fillRect/>
          </a:stretch>
        </p:blipFill>
        <p:spPr>
          <a:xfrm>
            <a:off x="7136481" y="4783606"/>
            <a:ext cx="1130185" cy="1130185"/>
          </a:xfrm>
          <a:prstGeom prst="rect">
            <a:avLst/>
          </a:prstGeom>
        </p:spPr>
      </p:pic>
    </p:spTree>
    <p:custDataLst>
      <p:tags r:id="rId1"/>
    </p:custDataLst>
    <p:extLst>
      <p:ext uri="{BB962C8B-B14F-4D97-AF65-F5344CB8AC3E}">
        <p14:creationId xmlns:p14="http://schemas.microsoft.com/office/powerpoint/2010/main" val="35352138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179444" y="1228986"/>
            <a:ext cx="10018643" cy="4548467"/>
          </a:xfrm>
          <a:prstGeom prst="rect">
            <a:avLst/>
          </a:prstGeom>
          <a:noFill/>
        </p:spPr>
        <p:txBody>
          <a:bodyPr wrap="square" rtlCol="0">
            <a:noAutofit/>
          </a:bodyPr>
          <a:lstStyle/>
          <a:p>
            <a:r>
              <a:rPr lang="en-US" b="1" dirty="0"/>
              <a:t>6. Shaping and Finishing Tools </a:t>
            </a:r>
            <a:r>
              <a:rPr lang="en-US" dirty="0"/>
              <a:t>Used to smooth or shape materials.</a:t>
            </a:r>
          </a:p>
          <a:p>
            <a:r>
              <a:rPr lang="en-US" b="1" dirty="0"/>
              <a:t>     Files and Rasps</a:t>
            </a:r>
            <a:r>
              <a:rPr lang="en-US" dirty="0"/>
              <a:t> – For smoothing metal or wood.</a:t>
            </a:r>
          </a:p>
          <a:p>
            <a:endParaRPr lang="en-US" dirty="0"/>
          </a:p>
          <a:p>
            <a:endParaRPr lang="en-US" dirty="0"/>
          </a:p>
          <a:p>
            <a:endParaRPr lang="en-US" dirty="0"/>
          </a:p>
          <a:p>
            <a:r>
              <a:rPr lang="en-US" b="1" dirty="0"/>
              <a:t>    Sandpaper / Sanding Block</a:t>
            </a:r>
            <a:r>
              <a:rPr lang="en-US" dirty="0"/>
              <a:t> – For surface finishing.</a:t>
            </a:r>
          </a:p>
          <a:p>
            <a:endParaRPr lang="en-US" dirty="0"/>
          </a:p>
          <a:p>
            <a:endParaRPr lang="en-US" dirty="0"/>
          </a:p>
          <a:p>
            <a:endParaRPr lang="en-US" dirty="0"/>
          </a:p>
          <a:p>
            <a:endParaRPr lang="en-US" dirty="0"/>
          </a:p>
          <a:p>
            <a:endParaRPr lang="en-US" dirty="0"/>
          </a:p>
          <a:p>
            <a:r>
              <a:rPr lang="en-US" b="1" dirty="0"/>
              <a:t>   Hand Planes</a:t>
            </a:r>
            <a:r>
              <a:rPr lang="en-US" dirty="0"/>
              <a:t> – For smoothing and shaping wood surfaces.</a:t>
            </a:r>
          </a:p>
          <a:p>
            <a:endParaRPr lang="en-US" dirty="0"/>
          </a:p>
          <a:p>
            <a:endParaRPr lang="en-US" dirty="0"/>
          </a:p>
        </p:txBody>
      </p:sp>
      <p:sp>
        <p:nvSpPr>
          <p:cNvPr id="4" name="TextBox 3">
            <a:extLst>
              <a:ext uri="{FF2B5EF4-FFF2-40B4-BE49-F238E27FC236}">
                <a16:creationId xmlns:a16="http://schemas.microsoft.com/office/drawing/2014/main" id="{B43C4484-61AE-7F92-9F9C-3428B964388D}"/>
              </a:ext>
            </a:extLst>
          </p:cNvPr>
          <p:cNvSpPr txBox="1"/>
          <p:nvPr/>
        </p:nvSpPr>
        <p:spPr>
          <a:xfrm>
            <a:off x="799198" y="5908356"/>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6" name="TextBox 5">
            <a:extLst>
              <a:ext uri="{FF2B5EF4-FFF2-40B4-BE49-F238E27FC236}">
                <a16:creationId xmlns:a16="http://schemas.microsoft.com/office/drawing/2014/main" id="{B0CE686B-C983-36CE-3D6C-4BD3D3C9F524}"/>
              </a:ext>
            </a:extLst>
          </p:cNvPr>
          <p:cNvSpPr txBox="1"/>
          <p:nvPr/>
        </p:nvSpPr>
        <p:spPr>
          <a:xfrm>
            <a:off x="2292627" y="610708"/>
            <a:ext cx="6096000" cy="461665"/>
          </a:xfrm>
          <a:prstGeom prst="rect">
            <a:avLst/>
          </a:prstGeom>
          <a:noFill/>
        </p:spPr>
        <p:txBody>
          <a:bodyPr wrap="square">
            <a:spAutoFit/>
          </a:bodyPr>
          <a:lstStyle/>
          <a:p>
            <a:pPr algn="ctr"/>
            <a:r>
              <a:rPr lang="en-US" sz="24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BASIC WORKSHOP PRACTICE</a:t>
            </a:r>
            <a:endParaRPr lang="en-US" sz="24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pic>
        <p:nvPicPr>
          <p:cNvPr id="2" name="Picture 1"/>
          <p:cNvPicPr>
            <a:picLocks noChangeAspect="1"/>
          </p:cNvPicPr>
          <p:nvPr/>
        </p:nvPicPr>
        <p:blipFill>
          <a:blip r:embed="rId4"/>
          <a:stretch>
            <a:fillRect/>
          </a:stretch>
        </p:blipFill>
        <p:spPr>
          <a:xfrm>
            <a:off x="8731112" y="1228986"/>
            <a:ext cx="2466975" cy="1459893"/>
          </a:xfrm>
          <a:prstGeom prst="rect">
            <a:avLst/>
          </a:prstGeom>
        </p:spPr>
      </p:pic>
      <p:pic>
        <p:nvPicPr>
          <p:cNvPr id="3" name="Picture 2"/>
          <p:cNvPicPr>
            <a:picLocks noChangeAspect="1"/>
          </p:cNvPicPr>
          <p:nvPr/>
        </p:nvPicPr>
        <p:blipFill>
          <a:blip r:embed="rId5"/>
          <a:stretch>
            <a:fillRect/>
          </a:stretch>
        </p:blipFill>
        <p:spPr>
          <a:xfrm>
            <a:off x="6773736" y="1683055"/>
            <a:ext cx="1301955" cy="1005824"/>
          </a:xfrm>
          <a:prstGeom prst="rect">
            <a:avLst/>
          </a:prstGeom>
        </p:spPr>
      </p:pic>
      <p:pic>
        <p:nvPicPr>
          <p:cNvPr id="5" name="Picture 4"/>
          <p:cNvPicPr>
            <a:picLocks noChangeAspect="1"/>
          </p:cNvPicPr>
          <p:nvPr/>
        </p:nvPicPr>
        <p:blipFill>
          <a:blip r:embed="rId6"/>
          <a:stretch>
            <a:fillRect/>
          </a:stretch>
        </p:blipFill>
        <p:spPr>
          <a:xfrm>
            <a:off x="6297693" y="3008293"/>
            <a:ext cx="1955501" cy="1301297"/>
          </a:xfrm>
          <a:prstGeom prst="rect">
            <a:avLst/>
          </a:prstGeom>
        </p:spPr>
      </p:pic>
      <p:pic>
        <p:nvPicPr>
          <p:cNvPr id="7" name="Picture 6"/>
          <p:cNvPicPr>
            <a:picLocks noChangeAspect="1"/>
          </p:cNvPicPr>
          <p:nvPr/>
        </p:nvPicPr>
        <p:blipFill>
          <a:blip r:embed="rId7"/>
          <a:stretch>
            <a:fillRect/>
          </a:stretch>
        </p:blipFill>
        <p:spPr>
          <a:xfrm>
            <a:off x="5275151" y="4629004"/>
            <a:ext cx="1498585" cy="1498585"/>
          </a:xfrm>
          <a:prstGeom prst="rect">
            <a:avLst/>
          </a:prstGeom>
        </p:spPr>
      </p:pic>
    </p:spTree>
    <p:custDataLst>
      <p:tags r:id="rId1"/>
    </p:custDataLst>
    <p:extLst>
      <p:ext uri="{BB962C8B-B14F-4D97-AF65-F5344CB8AC3E}">
        <p14:creationId xmlns:p14="http://schemas.microsoft.com/office/powerpoint/2010/main" val="5088303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FA73DB4-BF5E-C4D3-1A5A-5C4D8EBF721E}"/>
              </a:ext>
            </a:extLst>
          </p:cNvPr>
          <p:cNvSpPr txBox="1"/>
          <p:nvPr/>
        </p:nvSpPr>
        <p:spPr>
          <a:xfrm>
            <a:off x="3154017" y="570708"/>
            <a:ext cx="6096000" cy="461665"/>
          </a:xfrm>
          <a:prstGeom prst="rect">
            <a:avLst/>
          </a:prstGeom>
          <a:noFill/>
        </p:spPr>
        <p:txBody>
          <a:bodyPr wrap="square">
            <a:spAutoFit/>
          </a:bodyPr>
          <a:lstStyle/>
          <a:p>
            <a:pPr algn="ctr"/>
            <a:r>
              <a:rPr lang="en-US" sz="24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BASIC WORKSHOP PRACTICE</a:t>
            </a:r>
            <a:endParaRPr lang="en-US" sz="24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pic>
        <p:nvPicPr>
          <p:cNvPr id="3" name="Picture 2"/>
          <p:cNvPicPr>
            <a:picLocks noChangeAspect="1"/>
          </p:cNvPicPr>
          <p:nvPr/>
        </p:nvPicPr>
        <p:blipFill>
          <a:blip r:embed="rId3"/>
          <a:stretch>
            <a:fillRect/>
          </a:stretch>
        </p:blipFill>
        <p:spPr>
          <a:xfrm>
            <a:off x="2000817" y="1047750"/>
            <a:ext cx="8021370" cy="4762500"/>
          </a:xfrm>
          <a:prstGeom prst="rect">
            <a:avLst/>
          </a:prstGeom>
        </p:spPr>
      </p:pic>
      <p:sp>
        <p:nvSpPr>
          <p:cNvPr id="5" name="Rectangle 4"/>
          <p:cNvSpPr/>
          <p:nvPr/>
        </p:nvSpPr>
        <p:spPr>
          <a:xfrm>
            <a:off x="983810" y="5825627"/>
            <a:ext cx="6096000" cy="646331"/>
          </a:xfrm>
          <a:prstGeom prst="rect">
            <a:avLst/>
          </a:prstGeom>
        </p:spPr>
        <p:txBody>
          <a:bodyPr>
            <a:spAutoFit/>
          </a:bodyPr>
          <a:lstStyle/>
          <a:p>
            <a:pPr>
              <a:buSzPct val="100000"/>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a:buSzPct val="100000"/>
            </a:pPr>
            <a:r>
              <a:rPr lang="en-US" altLang="zh-CN" cap="all" spc="100" dirty="0">
                <a:solidFill>
                  <a:srgbClr val="00B050"/>
                </a:solidFill>
                <a:latin typeface="微软雅黑" panose="020B0503020204020204" charset="-122"/>
                <a:ea typeface="微软雅黑" panose="020B0503020204020204" charset="-122"/>
              </a:rPr>
              <a:t>Maldives polytechnic</a:t>
            </a:r>
          </a:p>
        </p:txBody>
      </p:sp>
    </p:spTree>
    <p:custDataLst>
      <p:tags r:id="rId1"/>
    </p:custDataLst>
    <p:extLst>
      <p:ext uri="{BB962C8B-B14F-4D97-AF65-F5344CB8AC3E}">
        <p14:creationId xmlns:p14="http://schemas.microsoft.com/office/powerpoint/2010/main" val="1040318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CC75B-009B-F450-4209-67A089946449}"/>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D7871101-8558-7724-650D-13488FA00CBA}"/>
              </a:ext>
            </a:extLst>
          </p:cNvPr>
          <p:cNvSpPr txBox="1"/>
          <p:nvPr>
            <p:custDataLst>
              <p:tags r:id="rId2"/>
            </p:custDataLst>
          </p:nvPr>
        </p:nvSpPr>
        <p:spPr>
          <a:xfrm>
            <a:off x="1086678" y="1102479"/>
            <a:ext cx="10018643" cy="1162856"/>
          </a:xfrm>
          <a:prstGeom prst="rect">
            <a:avLst/>
          </a:prstGeom>
          <a:noFill/>
        </p:spPr>
        <p:txBody>
          <a:bodyPr wrap="square" rtlCol="0">
            <a:noAutofit/>
          </a:bodyPr>
          <a:lstStyle/>
          <a:p>
            <a:pPr marR="0" lvl="0" algn="l" defTabSz="914400" rtl="0" eaLnBrk="1" fontAlgn="auto" latinLnBrk="0" hangingPunct="1">
              <a:lnSpc>
                <a:spcPct val="100000"/>
              </a:lnSpc>
              <a:spcBef>
                <a:spcPts val="0"/>
              </a:spcBef>
              <a:spcAft>
                <a:spcPts val="0"/>
              </a:spcAft>
              <a:buClrTx/>
              <a:buSzPct val="100000"/>
              <a:tabLst/>
              <a:defRPr/>
            </a:pPr>
            <a:r>
              <a:rPr kumimoji="0" lang="en-US" altLang="zh-CN" sz="20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rPr>
              <a:t>3-</a:t>
            </a:r>
            <a:r>
              <a:rPr kumimoji="0" lang="en-US" altLang="zh-CN" sz="28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rPr>
              <a:t> </a:t>
            </a:r>
            <a:r>
              <a:rPr kumimoji="0" lang="en-US" altLang="zh-CN" sz="2000" b="1" i="0" u="none" strike="noStrike" kern="1200" spc="100" normalizeH="0" baseline="0" noProof="0" dirty="0">
                <a:ln>
                  <a:noFill/>
                </a:ln>
                <a:solidFill>
                  <a:srgbClr val="000000"/>
                </a:solidFill>
                <a:effectLst/>
                <a:uLnTx/>
                <a:uFillTx/>
                <a:latin typeface="微软雅黑" panose="020B0503020204020204" charset="-122"/>
                <a:ea typeface="微软雅黑" panose="020B0503020204020204" charset="-122"/>
                <a:cs typeface="+mn-cs"/>
              </a:rPr>
              <a:t>Know and understand gauges, marking and measuring tools.</a:t>
            </a:r>
          </a:p>
          <a:p>
            <a:pPr marR="0" lvl="0" algn="l" defTabSz="914400" rtl="0" eaLnBrk="1" fontAlgn="auto" latinLnBrk="0" hangingPunct="1">
              <a:lnSpc>
                <a:spcPct val="100000"/>
              </a:lnSpc>
              <a:spcBef>
                <a:spcPts val="0"/>
              </a:spcBef>
              <a:spcAft>
                <a:spcPts val="0"/>
              </a:spcAft>
              <a:buClrTx/>
              <a:buSzPct val="100000"/>
              <a:tabLst/>
              <a:defRPr/>
            </a:pPr>
            <a:endParaRPr kumimoji="0" lang="en-US" altLang="zh-CN" sz="28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
        <p:nvSpPr>
          <p:cNvPr id="4" name="TextBox 3">
            <a:extLst>
              <a:ext uri="{FF2B5EF4-FFF2-40B4-BE49-F238E27FC236}">
                <a16:creationId xmlns:a16="http://schemas.microsoft.com/office/drawing/2014/main" id="{3E8640ED-A1B7-9E78-214A-5DCB689818B0}"/>
              </a:ext>
            </a:extLst>
          </p:cNvPr>
          <p:cNvSpPr txBox="1"/>
          <p:nvPr/>
        </p:nvSpPr>
        <p:spPr>
          <a:xfrm>
            <a:off x="3154017" y="570708"/>
            <a:ext cx="6096000" cy="461665"/>
          </a:xfrm>
          <a:prstGeom prst="rect">
            <a:avLst/>
          </a:prstGeom>
          <a:noFill/>
        </p:spPr>
        <p:txBody>
          <a:bodyPr wrap="square">
            <a:spAutoFit/>
          </a:bodyPr>
          <a:lstStyle/>
          <a:p>
            <a:pPr algn="ctr"/>
            <a:r>
              <a:rPr lang="en-US" sz="24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BASIC WORKSHOP PRACTICE</a:t>
            </a:r>
            <a:endParaRPr lang="en-US" sz="24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pic>
        <p:nvPicPr>
          <p:cNvPr id="2" name="Picture 1"/>
          <p:cNvPicPr>
            <a:picLocks noChangeAspect="1"/>
          </p:cNvPicPr>
          <p:nvPr/>
        </p:nvPicPr>
        <p:blipFill>
          <a:blip r:embed="rId4"/>
          <a:stretch>
            <a:fillRect/>
          </a:stretch>
        </p:blipFill>
        <p:spPr>
          <a:xfrm>
            <a:off x="2631258" y="1616732"/>
            <a:ext cx="6413154" cy="3815347"/>
          </a:xfrm>
          <a:prstGeom prst="rect">
            <a:avLst/>
          </a:prstGeom>
        </p:spPr>
      </p:pic>
      <p:sp>
        <p:nvSpPr>
          <p:cNvPr id="3" name="Rectangle 2"/>
          <p:cNvSpPr/>
          <p:nvPr/>
        </p:nvSpPr>
        <p:spPr>
          <a:xfrm>
            <a:off x="1086678" y="5623166"/>
            <a:ext cx="6096000" cy="646331"/>
          </a:xfrm>
          <a:prstGeom prst="rect">
            <a:avLst/>
          </a:prstGeom>
        </p:spPr>
        <p:txBody>
          <a:bodyPr>
            <a:spAutoFit/>
          </a:bodyPr>
          <a:lstStyle/>
          <a:p>
            <a:pPr>
              <a:buSzPct val="100000"/>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a:buSzPct val="100000"/>
            </a:pPr>
            <a:r>
              <a:rPr lang="en-US" altLang="zh-CN" cap="all" spc="100" dirty="0">
                <a:solidFill>
                  <a:srgbClr val="00B050"/>
                </a:solidFill>
                <a:latin typeface="微软雅黑" panose="020B0503020204020204" charset="-122"/>
                <a:ea typeface="微软雅黑" panose="020B0503020204020204" charset="-122"/>
              </a:rPr>
              <a:t>Maldives polytechnic</a:t>
            </a:r>
          </a:p>
        </p:txBody>
      </p:sp>
    </p:spTree>
    <p:custDataLst>
      <p:tags r:id="rId1"/>
    </p:custDataLst>
    <p:extLst>
      <p:ext uri="{BB962C8B-B14F-4D97-AF65-F5344CB8AC3E}">
        <p14:creationId xmlns:p14="http://schemas.microsoft.com/office/powerpoint/2010/main" val="7524671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8DA75-0497-6C77-4609-A3DA93746620}"/>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22D54532-BBF7-76DD-22F4-349570A4A113}"/>
              </a:ext>
            </a:extLst>
          </p:cNvPr>
          <p:cNvSpPr txBox="1"/>
          <p:nvPr>
            <p:custDataLst>
              <p:tags r:id="rId2"/>
            </p:custDataLst>
          </p:nvPr>
        </p:nvSpPr>
        <p:spPr>
          <a:xfrm>
            <a:off x="1086678" y="1500831"/>
            <a:ext cx="10018643" cy="1162856"/>
          </a:xfrm>
          <a:prstGeom prst="rect">
            <a:avLst/>
          </a:prstGeom>
          <a:noFill/>
        </p:spPr>
        <p:txBody>
          <a:bodyPr wrap="square" rtlCol="0">
            <a:noAutofit/>
          </a:bodyPr>
          <a:lstStyle/>
          <a:p>
            <a:pPr marR="0" lvl="0" algn="l" defTabSz="914400" rtl="0" eaLnBrk="1" fontAlgn="auto" latinLnBrk="0" hangingPunct="1">
              <a:lnSpc>
                <a:spcPct val="100000"/>
              </a:lnSpc>
              <a:spcBef>
                <a:spcPts val="0"/>
              </a:spcBef>
              <a:spcAft>
                <a:spcPts val="0"/>
              </a:spcAft>
              <a:buClrTx/>
              <a:buSzPct val="100000"/>
              <a:tabLst/>
              <a:defRPr/>
            </a:pPr>
            <a:r>
              <a:rPr kumimoji="0" lang="en-US" altLang="zh-CN" sz="24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rPr>
              <a:t>3-</a:t>
            </a:r>
            <a:r>
              <a:rPr kumimoji="0" lang="en-US" altLang="zh-CN" sz="32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rPr>
              <a:t> </a:t>
            </a:r>
            <a:r>
              <a:rPr kumimoji="0" lang="en-US" altLang="zh-CN" sz="2400" b="1" i="0" u="none" strike="noStrike" kern="1200" spc="100" normalizeH="0" baseline="0" noProof="0" dirty="0">
                <a:ln>
                  <a:noFill/>
                </a:ln>
                <a:solidFill>
                  <a:srgbClr val="000000"/>
                </a:solidFill>
                <a:effectLst/>
                <a:uLnTx/>
                <a:uFillTx/>
                <a:latin typeface="微软雅黑" panose="020B0503020204020204" charset="-122"/>
                <a:ea typeface="微软雅黑" panose="020B0503020204020204" charset="-122"/>
                <a:cs typeface="+mn-cs"/>
              </a:rPr>
              <a:t>Know and understand gauges, marking and </a:t>
            </a:r>
            <a:r>
              <a:rPr kumimoji="0" lang="en-US" altLang="zh-CN" sz="2400" b="1" i="0" u="none" strike="noStrike" kern="1200" spc="100" normalizeH="0" baseline="0" noProof="0">
                <a:ln>
                  <a:noFill/>
                </a:ln>
                <a:solidFill>
                  <a:srgbClr val="000000"/>
                </a:solidFill>
                <a:effectLst/>
                <a:uLnTx/>
                <a:uFillTx/>
                <a:latin typeface="微软雅黑" panose="020B0503020204020204" charset="-122"/>
                <a:ea typeface="微软雅黑" panose="020B0503020204020204" charset="-122"/>
                <a:cs typeface="+mn-cs"/>
              </a:rPr>
              <a:t>measuring tools.</a:t>
            </a:r>
          </a:p>
          <a:p>
            <a:pPr marR="0" lvl="0" algn="l" defTabSz="914400" rtl="0" eaLnBrk="1" fontAlgn="auto" latinLnBrk="0" hangingPunct="1">
              <a:lnSpc>
                <a:spcPct val="100000"/>
              </a:lnSpc>
              <a:spcBef>
                <a:spcPts val="0"/>
              </a:spcBef>
              <a:spcAft>
                <a:spcPts val="0"/>
              </a:spcAft>
              <a:buClrTx/>
              <a:buSzPct val="100000"/>
              <a:tabLst/>
              <a:defRPr/>
            </a:pPr>
            <a:endParaRPr kumimoji="0" lang="en-US" altLang="zh-CN" sz="32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
        <p:nvSpPr>
          <p:cNvPr id="4" name="TextBox 3">
            <a:extLst>
              <a:ext uri="{FF2B5EF4-FFF2-40B4-BE49-F238E27FC236}">
                <a16:creationId xmlns:a16="http://schemas.microsoft.com/office/drawing/2014/main" id="{8C646BA1-24B1-BF77-DD3C-63A0B3179671}"/>
              </a:ext>
            </a:extLst>
          </p:cNvPr>
          <p:cNvSpPr txBox="1"/>
          <p:nvPr/>
        </p:nvSpPr>
        <p:spPr>
          <a:xfrm>
            <a:off x="3154017" y="570708"/>
            <a:ext cx="6096000" cy="461665"/>
          </a:xfrm>
          <a:prstGeom prst="rect">
            <a:avLst/>
          </a:prstGeom>
          <a:noFill/>
        </p:spPr>
        <p:txBody>
          <a:bodyPr wrap="square">
            <a:spAutoFit/>
          </a:bodyPr>
          <a:lstStyle/>
          <a:p>
            <a:pPr algn="ctr"/>
            <a:r>
              <a:rPr lang="en-US" sz="24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BASIC WORKSHOP PRACTICE</a:t>
            </a:r>
            <a:endParaRPr lang="en-US" sz="24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5009FAF2-0F2A-B647-D21A-9E182E8F99EF}"/>
              </a:ext>
            </a:extLst>
          </p:cNvPr>
          <p:cNvPicPr>
            <a:picLocks noChangeAspect="1"/>
          </p:cNvPicPr>
          <p:nvPr/>
        </p:nvPicPr>
        <p:blipFill>
          <a:blip r:embed="rId4"/>
          <a:stretch>
            <a:fillRect/>
          </a:stretch>
        </p:blipFill>
        <p:spPr>
          <a:xfrm>
            <a:off x="1987104" y="2893417"/>
            <a:ext cx="7089913" cy="1581978"/>
          </a:xfrm>
          <a:prstGeom prst="rect">
            <a:avLst/>
          </a:prstGeom>
        </p:spPr>
      </p:pic>
      <p:sp>
        <p:nvSpPr>
          <p:cNvPr id="3" name="Rectangle 2"/>
          <p:cNvSpPr/>
          <p:nvPr/>
        </p:nvSpPr>
        <p:spPr>
          <a:xfrm>
            <a:off x="793687" y="5604591"/>
            <a:ext cx="6096000" cy="646331"/>
          </a:xfrm>
          <a:prstGeom prst="rect">
            <a:avLst/>
          </a:prstGeom>
        </p:spPr>
        <p:txBody>
          <a:bodyPr>
            <a:spAutoFit/>
          </a:bodyPr>
          <a:lstStyle/>
          <a:p>
            <a:pPr>
              <a:buSzPct val="100000"/>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a:buSzPct val="100000"/>
            </a:pPr>
            <a:r>
              <a:rPr lang="en-US" altLang="zh-CN" cap="all" spc="100" dirty="0">
                <a:solidFill>
                  <a:srgbClr val="00B050"/>
                </a:solidFill>
                <a:latin typeface="微软雅黑" panose="020B0503020204020204" charset="-122"/>
                <a:ea typeface="微软雅黑" panose="020B0503020204020204" charset="-122"/>
              </a:rPr>
              <a:t>Maldives polytechnic</a:t>
            </a:r>
          </a:p>
        </p:txBody>
      </p:sp>
    </p:spTree>
    <p:custDataLst>
      <p:tags r:id="rId1"/>
    </p:custDataLst>
    <p:extLst>
      <p:ext uri="{BB962C8B-B14F-4D97-AF65-F5344CB8AC3E}">
        <p14:creationId xmlns:p14="http://schemas.microsoft.com/office/powerpoint/2010/main" val="37534676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96C5E-2640-A2ED-9D74-3E861860D4D6}"/>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3DDCD488-1BDC-546B-A299-361E0E2FA1E8}"/>
              </a:ext>
            </a:extLst>
          </p:cNvPr>
          <p:cNvSpPr txBox="1"/>
          <p:nvPr>
            <p:custDataLst>
              <p:tags r:id="rId2"/>
            </p:custDataLst>
          </p:nvPr>
        </p:nvSpPr>
        <p:spPr>
          <a:xfrm>
            <a:off x="1086678" y="1500831"/>
            <a:ext cx="10018643" cy="1162856"/>
          </a:xfrm>
          <a:prstGeom prst="rect">
            <a:avLst/>
          </a:prstGeom>
          <a:noFill/>
        </p:spPr>
        <p:txBody>
          <a:bodyPr wrap="square" rtlCol="0">
            <a:noAutofit/>
          </a:bodyPr>
          <a:lstStyle/>
          <a:p>
            <a:pPr marR="0" lvl="0" algn="l" defTabSz="914400" rtl="0" eaLnBrk="1" fontAlgn="auto" latinLnBrk="0" hangingPunct="1">
              <a:lnSpc>
                <a:spcPct val="100000"/>
              </a:lnSpc>
              <a:spcBef>
                <a:spcPts val="0"/>
              </a:spcBef>
              <a:spcAft>
                <a:spcPts val="0"/>
              </a:spcAft>
              <a:buClrTx/>
              <a:buSzPct val="100000"/>
              <a:tabLst/>
              <a:defRPr/>
            </a:pPr>
            <a:r>
              <a:rPr kumimoji="0" lang="en-US" altLang="zh-CN" sz="24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rPr>
              <a:t>3-</a:t>
            </a:r>
            <a:r>
              <a:rPr kumimoji="0" lang="en-US" altLang="zh-CN" sz="32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rPr>
              <a:t> </a:t>
            </a:r>
            <a:r>
              <a:rPr kumimoji="0" lang="en-US" altLang="zh-CN" sz="2400" b="1" i="0" u="none" strike="noStrike" kern="1200" spc="100" normalizeH="0" baseline="0" noProof="0" dirty="0">
                <a:ln>
                  <a:noFill/>
                </a:ln>
                <a:solidFill>
                  <a:srgbClr val="000000"/>
                </a:solidFill>
                <a:effectLst/>
                <a:uLnTx/>
                <a:uFillTx/>
                <a:latin typeface="微软雅黑" panose="020B0503020204020204" charset="-122"/>
                <a:ea typeface="微软雅黑" panose="020B0503020204020204" charset="-122"/>
                <a:cs typeface="+mn-cs"/>
              </a:rPr>
              <a:t>Know and understand gauges, marking and </a:t>
            </a:r>
            <a:r>
              <a:rPr kumimoji="0" lang="en-US" altLang="zh-CN" sz="2400" b="1" i="0" u="none" strike="noStrike" kern="1200" spc="100" normalizeH="0" baseline="0" noProof="0">
                <a:ln>
                  <a:noFill/>
                </a:ln>
                <a:solidFill>
                  <a:srgbClr val="000000"/>
                </a:solidFill>
                <a:effectLst/>
                <a:uLnTx/>
                <a:uFillTx/>
                <a:latin typeface="微软雅黑" panose="020B0503020204020204" charset="-122"/>
                <a:ea typeface="微软雅黑" panose="020B0503020204020204" charset="-122"/>
                <a:cs typeface="+mn-cs"/>
              </a:rPr>
              <a:t>measuring tools.</a:t>
            </a:r>
          </a:p>
          <a:p>
            <a:pPr marR="0" lvl="0" algn="l" defTabSz="914400" rtl="0" eaLnBrk="1" fontAlgn="auto" latinLnBrk="0" hangingPunct="1">
              <a:lnSpc>
                <a:spcPct val="100000"/>
              </a:lnSpc>
              <a:spcBef>
                <a:spcPts val="0"/>
              </a:spcBef>
              <a:spcAft>
                <a:spcPts val="0"/>
              </a:spcAft>
              <a:buClrTx/>
              <a:buSzPct val="100000"/>
              <a:tabLst/>
              <a:defRPr/>
            </a:pPr>
            <a:endParaRPr kumimoji="0" lang="en-US" altLang="zh-CN" sz="32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
        <p:nvSpPr>
          <p:cNvPr id="4" name="TextBox 3">
            <a:extLst>
              <a:ext uri="{FF2B5EF4-FFF2-40B4-BE49-F238E27FC236}">
                <a16:creationId xmlns:a16="http://schemas.microsoft.com/office/drawing/2014/main" id="{B7DD8E7C-85EF-FC03-1EA8-31747EA4DB68}"/>
              </a:ext>
            </a:extLst>
          </p:cNvPr>
          <p:cNvSpPr txBox="1"/>
          <p:nvPr/>
        </p:nvSpPr>
        <p:spPr>
          <a:xfrm>
            <a:off x="3154017" y="570708"/>
            <a:ext cx="6096000" cy="461665"/>
          </a:xfrm>
          <a:prstGeom prst="rect">
            <a:avLst/>
          </a:prstGeom>
          <a:noFill/>
        </p:spPr>
        <p:txBody>
          <a:bodyPr wrap="square">
            <a:spAutoFit/>
          </a:bodyPr>
          <a:lstStyle/>
          <a:p>
            <a:pPr algn="ctr"/>
            <a:r>
              <a:rPr lang="en-US" sz="24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BASIC WORKSHOP PRACTICE</a:t>
            </a:r>
            <a:endParaRPr lang="en-US" sz="24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pic>
        <p:nvPicPr>
          <p:cNvPr id="6146" name="Picture 2" descr="How To Read A Micrometer | Travers Tool Co.">
            <a:extLst>
              <a:ext uri="{FF2B5EF4-FFF2-40B4-BE49-F238E27FC236}">
                <a16:creationId xmlns:a16="http://schemas.microsoft.com/office/drawing/2014/main" id="{BD1CC119-168C-8FD5-6EE0-DA9855A722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83897" y="2663687"/>
            <a:ext cx="3857004" cy="1959044"/>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96AF017E-0825-BEF1-0715-77DD4029E57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9216" y="2917964"/>
            <a:ext cx="3590925" cy="127635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887897" y="5631752"/>
            <a:ext cx="6096000" cy="646331"/>
          </a:xfrm>
          <a:prstGeom prst="rect">
            <a:avLst/>
          </a:prstGeom>
        </p:spPr>
        <p:txBody>
          <a:bodyPr>
            <a:spAutoFit/>
          </a:bodyPr>
          <a:lstStyle/>
          <a:p>
            <a:pPr>
              <a:buSzPct val="100000"/>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a:buSzPct val="100000"/>
            </a:pPr>
            <a:r>
              <a:rPr lang="en-US" altLang="zh-CN" cap="all" spc="100" dirty="0">
                <a:solidFill>
                  <a:srgbClr val="00B050"/>
                </a:solidFill>
                <a:latin typeface="微软雅黑" panose="020B0503020204020204" charset="-122"/>
                <a:ea typeface="微软雅黑" panose="020B0503020204020204" charset="-122"/>
              </a:rPr>
              <a:t>Maldives polytechnic</a:t>
            </a:r>
          </a:p>
        </p:txBody>
      </p:sp>
    </p:spTree>
    <p:custDataLst>
      <p:tags r:id="rId1"/>
    </p:custDataLst>
    <p:extLst>
      <p:ext uri="{BB962C8B-B14F-4D97-AF65-F5344CB8AC3E}">
        <p14:creationId xmlns:p14="http://schemas.microsoft.com/office/powerpoint/2010/main" val="32855189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71CBE-E80E-ABB1-BCC6-AA4738C47732}"/>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2CF8728B-B805-FD2C-CB19-8B752EB0B0F1}"/>
              </a:ext>
            </a:extLst>
          </p:cNvPr>
          <p:cNvSpPr txBox="1"/>
          <p:nvPr>
            <p:custDataLst>
              <p:tags r:id="rId2"/>
            </p:custDataLst>
          </p:nvPr>
        </p:nvSpPr>
        <p:spPr>
          <a:xfrm>
            <a:off x="1086678" y="1500831"/>
            <a:ext cx="10018643" cy="1162856"/>
          </a:xfrm>
          <a:prstGeom prst="rect">
            <a:avLst/>
          </a:prstGeom>
          <a:noFill/>
        </p:spPr>
        <p:txBody>
          <a:bodyPr wrap="square" rtlCol="0">
            <a:noAutofit/>
          </a:bodyPr>
          <a:lstStyle/>
          <a:p>
            <a:pPr marR="0" lvl="0" algn="l" defTabSz="914400" rtl="0" eaLnBrk="1" fontAlgn="auto" latinLnBrk="0" hangingPunct="1">
              <a:lnSpc>
                <a:spcPct val="100000"/>
              </a:lnSpc>
              <a:spcBef>
                <a:spcPts val="0"/>
              </a:spcBef>
              <a:spcAft>
                <a:spcPts val="0"/>
              </a:spcAft>
              <a:buClrTx/>
              <a:buSzPct val="100000"/>
              <a:tabLst/>
              <a:defRPr/>
            </a:pPr>
            <a:r>
              <a:rPr lang="en-US" altLang="zh-CN" sz="2400" b="1" cap="all" spc="100" dirty="0">
                <a:solidFill>
                  <a:srgbClr val="000000"/>
                </a:solidFill>
                <a:latin typeface="微软雅黑" panose="020B0503020204020204" charset="-122"/>
                <a:ea typeface="微软雅黑" panose="020B0503020204020204" charset="-122"/>
              </a:rPr>
              <a:t>4</a:t>
            </a:r>
            <a:r>
              <a:rPr kumimoji="0" lang="en-US" altLang="zh-CN" sz="24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rPr>
              <a:t>-</a:t>
            </a:r>
            <a:r>
              <a:rPr kumimoji="0" lang="en-US" altLang="zh-CN" sz="32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rPr>
              <a:t> </a:t>
            </a:r>
            <a:r>
              <a:rPr kumimoji="0" lang="en-US" altLang="zh-CN" sz="3200" b="1" i="0" u="none" strike="noStrike" kern="1200" spc="100" normalizeH="0" baseline="0" noProof="0" dirty="0">
                <a:ln>
                  <a:noFill/>
                </a:ln>
                <a:solidFill>
                  <a:srgbClr val="000000"/>
                </a:solidFill>
                <a:effectLst/>
                <a:uLnTx/>
                <a:uFillTx/>
                <a:latin typeface="微软雅黑" panose="020B0503020204020204" charset="-122"/>
                <a:ea typeface="微软雅黑" panose="020B0503020204020204" charset="-122"/>
                <a:cs typeface="+mn-cs"/>
              </a:rPr>
              <a:t>Bench Vice Files And Hacksaw</a:t>
            </a:r>
            <a:r>
              <a:rPr kumimoji="0" lang="en-US" altLang="zh-CN" sz="2400" b="1" i="0" u="none" strike="noStrike" kern="1200" spc="100" normalizeH="0" baseline="0" noProof="0" dirty="0">
                <a:ln>
                  <a:noFill/>
                </a:ln>
                <a:solidFill>
                  <a:srgbClr val="000000"/>
                </a:solidFill>
                <a:effectLst/>
                <a:uLnTx/>
                <a:uFillTx/>
                <a:latin typeface="微软雅黑" panose="020B0503020204020204" charset="-122"/>
                <a:ea typeface="微软雅黑" panose="020B0503020204020204" charset="-122"/>
                <a:cs typeface="+mn-cs"/>
              </a:rPr>
              <a:t>.</a:t>
            </a:r>
          </a:p>
          <a:p>
            <a:pPr marR="0" lvl="0" algn="l" defTabSz="914400" rtl="0" eaLnBrk="1" fontAlgn="auto" latinLnBrk="0" hangingPunct="1">
              <a:lnSpc>
                <a:spcPct val="100000"/>
              </a:lnSpc>
              <a:spcBef>
                <a:spcPts val="0"/>
              </a:spcBef>
              <a:spcAft>
                <a:spcPts val="0"/>
              </a:spcAft>
              <a:buClrTx/>
              <a:buSzPct val="100000"/>
              <a:tabLst/>
              <a:defRPr/>
            </a:pPr>
            <a:endParaRPr kumimoji="0" lang="en-US" altLang="zh-CN" sz="32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
        <p:nvSpPr>
          <p:cNvPr id="4" name="TextBox 3">
            <a:extLst>
              <a:ext uri="{FF2B5EF4-FFF2-40B4-BE49-F238E27FC236}">
                <a16:creationId xmlns:a16="http://schemas.microsoft.com/office/drawing/2014/main" id="{5BC78C77-EA34-4016-679D-2CD5907C1CC1}"/>
              </a:ext>
            </a:extLst>
          </p:cNvPr>
          <p:cNvSpPr txBox="1"/>
          <p:nvPr/>
        </p:nvSpPr>
        <p:spPr>
          <a:xfrm>
            <a:off x="3154017" y="570708"/>
            <a:ext cx="6096000" cy="461665"/>
          </a:xfrm>
          <a:prstGeom prst="rect">
            <a:avLst/>
          </a:prstGeom>
          <a:noFill/>
        </p:spPr>
        <p:txBody>
          <a:bodyPr wrap="square">
            <a:spAutoFit/>
          </a:bodyPr>
          <a:lstStyle/>
          <a:p>
            <a:pPr algn="ctr"/>
            <a:r>
              <a:rPr lang="en-US" sz="24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BASIC WORKSHOP PRACTICE</a:t>
            </a:r>
            <a:endParaRPr lang="en-US" sz="24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pic>
        <p:nvPicPr>
          <p:cNvPr id="5122" name="Picture 2" descr="Bench Vice Types, Uses and Safety Tips">
            <a:extLst>
              <a:ext uri="{FF2B5EF4-FFF2-40B4-BE49-F238E27FC236}">
                <a16:creationId xmlns:a16="http://schemas.microsoft.com/office/drawing/2014/main" id="{EE1246AC-E1DB-6322-77EC-F20DDDEDF1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9287" y="2809254"/>
            <a:ext cx="3403530" cy="2836172"/>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Hacksaw Frames 300 mm Plastic Handle ...">
            <a:extLst>
              <a:ext uri="{FF2B5EF4-FFF2-40B4-BE49-F238E27FC236}">
                <a16:creationId xmlns:a16="http://schemas.microsoft.com/office/drawing/2014/main" id="{4F180FA6-8E67-AE8E-402C-E80521266E1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47058" y="3132145"/>
            <a:ext cx="2914650" cy="1571625"/>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Types of Metal Files">
            <a:extLst>
              <a:ext uri="{FF2B5EF4-FFF2-40B4-BE49-F238E27FC236}">
                <a16:creationId xmlns:a16="http://schemas.microsoft.com/office/drawing/2014/main" id="{54DC30EA-C9FB-19DA-E1F9-E58543C565A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706679" y="2233612"/>
            <a:ext cx="2033796" cy="283617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730313" y="5790993"/>
            <a:ext cx="6096000" cy="646331"/>
          </a:xfrm>
          <a:prstGeom prst="rect">
            <a:avLst/>
          </a:prstGeom>
        </p:spPr>
        <p:txBody>
          <a:bodyPr>
            <a:spAutoFit/>
          </a:bodyPr>
          <a:lstStyle/>
          <a:p>
            <a:pPr>
              <a:buSzPct val="100000"/>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a:buSzPct val="100000"/>
            </a:pPr>
            <a:r>
              <a:rPr lang="en-US" altLang="zh-CN" cap="all" spc="100" dirty="0">
                <a:solidFill>
                  <a:srgbClr val="00B050"/>
                </a:solidFill>
                <a:latin typeface="微软雅黑" panose="020B0503020204020204" charset="-122"/>
                <a:ea typeface="微软雅黑" panose="020B0503020204020204" charset="-122"/>
              </a:rPr>
              <a:t>Maldives polytechnic</a:t>
            </a:r>
          </a:p>
        </p:txBody>
      </p:sp>
    </p:spTree>
    <p:custDataLst>
      <p:tags r:id="rId1"/>
    </p:custDataLst>
    <p:extLst>
      <p:ext uri="{BB962C8B-B14F-4D97-AF65-F5344CB8AC3E}">
        <p14:creationId xmlns:p14="http://schemas.microsoft.com/office/powerpoint/2010/main" val="25451907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71E60-4E82-7282-4B37-C3B716E1D827}"/>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61C1AB87-849C-D586-B070-5C5DA24988AE}"/>
              </a:ext>
            </a:extLst>
          </p:cNvPr>
          <p:cNvSpPr txBox="1"/>
          <p:nvPr>
            <p:custDataLst>
              <p:tags r:id="rId2"/>
            </p:custDataLst>
          </p:nvPr>
        </p:nvSpPr>
        <p:spPr>
          <a:xfrm>
            <a:off x="1086678" y="1500831"/>
            <a:ext cx="10018643" cy="1162856"/>
          </a:xfrm>
          <a:prstGeom prst="rect">
            <a:avLst/>
          </a:prstGeom>
          <a:noFill/>
        </p:spPr>
        <p:txBody>
          <a:bodyPr wrap="square" rtlCol="0">
            <a:noAutofit/>
          </a:bodyPr>
          <a:lstStyle/>
          <a:p>
            <a:pPr marR="0" lvl="0" algn="l" defTabSz="914400" rtl="0" eaLnBrk="1" fontAlgn="auto" latinLnBrk="0" hangingPunct="1">
              <a:lnSpc>
                <a:spcPct val="100000"/>
              </a:lnSpc>
              <a:spcBef>
                <a:spcPts val="0"/>
              </a:spcBef>
              <a:spcAft>
                <a:spcPts val="0"/>
              </a:spcAft>
              <a:buClrTx/>
              <a:buSzPct val="100000"/>
              <a:tabLst/>
              <a:defRPr/>
            </a:pPr>
            <a:r>
              <a:rPr lang="en-US" altLang="zh-CN" sz="2400" b="1" cap="all" spc="100" dirty="0">
                <a:solidFill>
                  <a:srgbClr val="000000"/>
                </a:solidFill>
                <a:latin typeface="微软雅黑" panose="020B0503020204020204" charset="-122"/>
                <a:ea typeface="微软雅黑" panose="020B0503020204020204" charset="-122"/>
              </a:rPr>
              <a:t>4</a:t>
            </a:r>
            <a:r>
              <a:rPr kumimoji="0" lang="en-US" altLang="zh-CN" sz="24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rPr>
              <a:t>-</a:t>
            </a:r>
            <a:r>
              <a:rPr kumimoji="0" lang="en-US" altLang="zh-CN" sz="32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rPr>
              <a:t> </a:t>
            </a:r>
            <a:r>
              <a:rPr kumimoji="0" lang="en-US" altLang="zh-CN" sz="3200" b="1" i="0" u="none" strike="noStrike" kern="1200" spc="100" normalizeH="0" baseline="0" noProof="0" dirty="0">
                <a:ln>
                  <a:noFill/>
                </a:ln>
                <a:solidFill>
                  <a:srgbClr val="000000"/>
                </a:solidFill>
                <a:effectLst/>
                <a:uLnTx/>
                <a:uFillTx/>
                <a:latin typeface="微软雅黑" panose="020B0503020204020204" charset="-122"/>
                <a:ea typeface="微软雅黑" panose="020B0503020204020204" charset="-122"/>
                <a:cs typeface="+mn-cs"/>
              </a:rPr>
              <a:t>Bench Vice Files And Hacksaw</a:t>
            </a:r>
            <a:r>
              <a:rPr kumimoji="0" lang="en-US" altLang="zh-CN" sz="2400" b="1" i="0" u="none" strike="noStrike" kern="1200" spc="100" normalizeH="0" baseline="0" noProof="0" dirty="0">
                <a:ln>
                  <a:noFill/>
                </a:ln>
                <a:solidFill>
                  <a:srgbClr val="000000"/>
                </a:solidFill>
                <a:effectLst/>
                <a:uLnTx/>
                <a:uFillTx/>
                <a:latin typeface="微软雅黑" panose="020B0503020204020204" charset="-122"/>
                <a:ea typeface="微软雅黑" panose="020B0503020204020204" charset="-122"/>
                <a:cs typeface="+mn-cs"/>
              </a:rPr>
              <a:t>.</a:t>
            </a:r>
          </a:p>
          <a:p>
            <a:pPr marR="0" lvl="0" algn="l" defTabSz="914400" rtl="0" eaLnBrk="1" fontAlgn="auto" latinLnBrk="0" hangingPunct="1">
              <a:lnSpc>
                <a:spcPct val="100000"/>
              </a:lnSpc>
              <a:spcBef>
                <a:spcPts val="0"/>
              </a:spcBef>
              <a:spcAft>
                <a:spcPts val="0"/>
              </a:spcAft>
              <a:buClrTx/>
              <a:buSzPct val="100000"/>
              <a:tabLst/>
              <a:defRPr/>
            </a:pPr>
            <a:endParaRPr kumimoji="0" lang="en-US" altLang="zh-CN" sz="32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
        <p:nvSpPr>
          <p:cNvPr id="4" name="TextBox 3">
            <a:extLst>
              <a:ext uri="{FF2B5EF4-FFF2-40B4-BE49-F238E27FC236}">
                <a16:creationId xmlns:a16="http://schemas.microsoft.com/office/drawing/2014/main" id="{4E8439F5-B5B6-CA38-88E1-92D57FC955E6}"/>
              </a:ext>
            </a:extLst>
          </p:cNvPr>
          <p:cNvSpPr txBox="1"/>
          <p:nvPr/>
        </p:nvSpPr>
        <p:spPr>
          <a:xfrm>
            <a:off x="3154017" y="570708"/>
            <a:ext cx="6096000" cy="461665"/>
          </a:xfrm>
          <a:prstGeom prst="rect">
            <a:avLst/>
          </a:prstGeom>
          <a:noFill/>
        </p:spPr>
        <p:txBody>
          <a:bodyPr wrap="square">
            <a:spAutoFit/>
          </a:bodyPr>
          <a:lstStyle/>
          <a:p>
            <a:pPr algn="ctr"/>
            <a:r>
              <a:rPr lang="en-US" sz="24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BASIC WORKSHOP PRACTICE</a:t>
            </a:r>
            <a:endParaRPr lang="en-US" sz="24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pic>
        <p:nvPicPr>
          <p:cNvPr id="8194" name="Picture 2" descr="Hand File ...">
            <a:extLst>
              <a:ext uri="{FF2B5EF4-FFF2-40B4-BE49-F238E27FC236}">
                <a16:creationId xmlns:a16="http://schemas.microsoft.com/office/drawing/2014/main" id="{D3D09617-1C34-60A9-BE7A-41454BF25C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25266" y="2663687"/>
            <a:ext cx="4809789" cy="269348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639778" y="5873694"/>
            <a:ext cx="6096000" cy="646331"/>
          </a:xfrm>
          <a:prstGeom prst="rect">
            <a:avLst/>
          </a:prstGeom>
        </p:spPr>
        <p:txBody>
          <a:bodyPr>
            <a:spAutoFit/>
          </a:bodyPr>
          <a:lstStyle/>
          <a:p>
            <a:pPr>
              <a:buSzPct val="100000"/>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a:buSzPct val="100000"/>
            </a:pPr>
            <a:r>
              <a:rPr lang="en-US" altLang="zh-CN" cap="all" spc="100" dirty="0">
                <a:solidFill>
                  <a:srgbClr val="00B050"/>
                </a:solidFill>
                <a:latin typeface="微软雅黑" panose="020B0503020204020204" charset="-122"/>
                <a:ea typeface="微软雅黑" panose="020B0503020204020204" charset="-122"/>
              </a:rPr>
              <a:t>Maldives polytechnic</a:t>
            </a:r>
          </a:p>
        </p:txBody>
      </p:sp>
    </p:spTree>
    <p:custDataLst>
      <p:tags r:id="rId1"/>
    </p:custDataLst>
    <p:extLst>
      <p:ext uri="{BB962C8B-B14F-4D97-AF65-F5344CB8AC3E}">
        <p14:creationId xmlns:p14="http://schemas.microsoft.com/office/powerpoint/2010/main" val="5542717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EECE0-4F13-0183-A5B6-1745FCEBA80E}"/>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7EC5BAEF-9FA3-E12D-7478-15BC4053D84F}"/>
              </a:ext>
            </a:extLst>
          </p:cNvPr>
          <p:cNvSpPr txBox="1"/>
          <p:nvPr>
            <p:custDataLst>
              <p:tags r:id="rId2"/>
            </p:custDataLst>
          </p:nvPr>
        </p:nvSpPr>
        <p:spPr>
          <a:xfrm>
            <a:off x="1086678" y="1500831"/>
            <a:ext cx="10018643" cy="1162856"/>
          </a:xfrm>
          <a:prstGeom prst="rect">
            <a:avLst/>
          </a:prstGeom>
          <a:noFill/>
        </p:spPr>
        <p:txBody>
          <a:bodyPr wrap="square" rtlCol="0">
            <a:noAutofit/>
          </a:bodyPr>
          <a:lstStyle/>
          <a:p>
            <a:pPr marR="0" lvl="0" algn="l" defTabSz="914400" rtl="0" eaLnBrk="1" fontAlgn="auto" latinLnBrk="0" hangingPunct="1">
              <a:lnSpc>
                <a:spcPct val="100000"/>
              </a:lnSpc>
              <a:spcBef>
                <a:spcPts val="0"/>
              </a:spcBef>
              <a:spcAft>
                <a:spcPts val="0"/>
              </a:spcAft>
              <a:buClrTx/>
              <a:buSzPct val="100000"/>
              <a:tabLst/>
              <a:defRPr/>
            </a:pPr>
            <a:r>
              <a:rPr kumimoji="0" lang="en-US" altLang="zh-CN" sz="24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rPr>
              <a:t>5- Chisels and hammers </a:t>
            </a:r>
            <a:endParaRPr kumimoji="0" lang="en-US" altLang="zh-CN" sz="32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
        <p:nvSpPr>
          <p:cNvPr id="4" name="TextBox 3">
            <a:extLst>
              <a:ext uri="{FF2B5EF4-FFF2-40B4-BE49-F238E27FC236}">
                <a16:creationId xmlns:a16="http://schemas.microsoft.com/office/drawing/2014/main" id="{745649EB-6004-8F6E-6158-93FA949EAC3A}"/>
              </a:ext>
            </a:extLst>
          </p:cNvPr>
          <p:cNvSpPr txBox="1"/>
          <p:nvPr/>
        </p:nvSpPr>
        <p:spPr>
          <a:xfrm>
            <a:off x="3154017" y="570708"/>
            <a:ext cx="6096000" cy="461665"/>
          </a:xfrm>
          <a:prstGeom prst="rect">
            <a:avLst/>
          </a:prstGeom>
          <a:noFill/>
        </p:spPr>
        <p:txBody>
          <a:bodyPr wrap="square">
            <a:spAutoFit/>
          </a:bodyPr>
          <a:lstStyle/>
          <a:p>
            <a:pPr algn="ctr"/>
            <a:r>
              <a:rPr lang="en-US" sz="24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BASIC WORKSHOP PRACTICE</a:t>
            </a:r>
            <a:endParaRPr lang="en-US" sz="24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6F97069A-12AD-A6D3-3E23-604D057AC1C2}"/>
              </a:ext>
            </a:extLst>
          </p:cNvPr>
          <p:cNvPicPr>
            <a:picLocks noChangeAspect="1"/>
          </p:cNvPicPr>
          <p:nvPr/>
        </p:nvPicPr>
        <p:blipFill>
          <a:blip r:embed="rId4"/>
          <a:stretch>
            <a:fillRect/>
          </a:stretch>
        </p:blipFill>
        <p:spPr>
          <a:xfrm>
            <a:off x="1677641" y="2355857"/>
            <a:ext cx="3875019" cy="2269152"/>
          </a:xfrm>
          <a:prstGeom prst="rect">
            <a:avLst/>
          </a:prstGeom>
        </p:spPr>
      </p:pic>
      <p:pic>
        <p:nvPicPr>
          <p:cNvPr id="5" name="Picture 4">
            <a:extLst>
              <a:ext uri="{FF2B5EF4-FFF2-40B4-BE49-F238E27FC236}">
                <a16:creationId xmlns:a16="http://schemas.microsoft.com/office/drawing/2014/main" id="{3C1ADCC6-2DFF-6C2B-19DA-C3B966BB7F80}"/>
              </a:ext>
            </a:extLst>
          </p:cNvPr>
          <p:cNvPicPr>
            <a:picLocks noChangeAspect="1"/>
          </p:cNvPicPr>
          <p:nvPr/>
        </p:nvPicPr>
        <p:blipFill>
          <a:blip r:embed="rId5"/>
          <a:stretch>
            <a:fillRect/>
          </a:stretch>
        </p:blipFill>
        <p:spPr>
          <a:xfrm>
            <a:off x="6202017" y="2260607"/>
            <a:ext cx="4312342" cy="2364402"/>
          </a:xfrm>
          <a:prstGeom prst="rect">
            <a:avLst/>
          </a:prstGeom>
        </p:spPr>
      </p:pic>
      <p:sp>
        <p:nvSpPr>
          <p:cNvPr id="2" name="Rectangle 1"/>
          <p:cNvSpPr/>
          <p:nvPr/>
        </p:nvSpPr>
        <p:spPr>
          <a:xfrm>
            <a:off x="983809" y="5821875"/>
            <a:ext cx="6096000" cy="646331"/>
          </a:xfrm>
          <a:prstGeom prst="rect">
            <a:avLst/>
          </a:prstGeom>
        </p:spPr>
        <p:txBody>
          <a:bodyPr>
            <a:spAutoFit/>
          </a:bodyPr>
          <a:lstStyle/>
          <a:p>
            <a:pPr>
              <a:buSzPct val="100000"/>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a:buSzPct val="100000"/>
            </a:pPr>
            <a:r>
              <a:rPr lang="en-US" altLang="zh-CN" cap="all" spc="100" dirty="0">
                <a:solidFill>
                  <a:srgbClr val="00B050"/>
                </a:solidFill>
                <a:latin typeface="微软雅黑" panose="020B0503020204020204" charset="-122"/>
                <a:ea typeface="微软雅黑" panose="020B0503020204020204" charset="-122"/>
              </a:rPr>
              <a:t>Maldives polytechnic</a:t>
            </a:r>
          </a:p>
        </p:txBody>
      </p:sp>
    </p:spTree>
    <p:custDataLst>
      <p:tags r:id="rId1"/>
    </p:custDataLst>
    <p:extLst>
      <p:ext uri="{BB962C8B-B14F-4D97-AF65-F5344CB8AC3E}">
        <p14:creationId xmlns:p14="http://schemas.microsoft.com/office/powerpoint/2010/main" val="24204773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CBAE3-0DA4-6BE6-0FF3-7C7E53632400}"/>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FCB26A0F-8CDF-6110-1BD2-C6DB6897983B}"/>
              </a:ext>
            </a:extLst>
          </p:cNvPr>
          <p:cNvSpPr txBox="1"/>
          <p:nvPr>
            <p:custDataLst>
              <p:tags r:id="rId2"/>
            </p:custDataLst>
          </p:nvPr>
        </p:nvSpPr>
        <p:spPr>
          <a:xfrm>
            <a:off x="1086678" y="1500831"/>
            <a:ext cx="10018643" cy="1162856"/>
          </a:xfrm>
          <a:prstGeom prst="rect">
            <a:avLst/>
          </a:prstGeom>
          <a:noFill/>
        </p:spPr>
        <p:txBody>
          <a:bodyPr wrap="square" rtlCol="0">
            <a:noAutofit/>
          </a:bodyPr>
          <a:lstStyle/>
          <a:p>
            <a:pPr marR="0" lvl="0" algn="l" defTabSz="914400" rtl="0" eaLnBrk="1" fontAlgn="auto" latinLnBrk="0" hangingPunct="1">
              <a:lnSpc>
                <a:spcPct val="100000"/>
              </a:lnSpc>
              <a:spcBef>
                <a:spcPts val="0"/>
              </a:spcBef>
              <a:spcAft>
                <a:spcPts val="0"/>
              </a:spcAft>
              <a:buClrTx/>
              <a:buSzPct val="100000"/>
              <a:tabLst/>
              <a:defRPr/>
            </a:pPr>
            <a:r>
              <a:rPr lang="en-US" altLang="zh-CN" sz="2400" b="1" cap="all" spc="100" dirty="0">
                <a:solidFill>
                  <a:srgbClr val="000000"/>
                </a:solidFill>
                <a:latin typeface="微软雅黑" panose="020B0503020204020204" charset="-122"/>
                <a:ea typeface="微软雅黑" panose="020B0503020204020204" charset="-122"/>
              </a:rPr>
              <a:t>6</a:t>
            </a:r>
            <a:r>
              <a:rPr kumimoji="0" lang="en-US" altLang="zh-CN" sz="24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rPr>
              <a:t>- </a:t>
            </a:r>
            <a:r>
              <a:rPr kumimoji="0" lang="en-US" altLang="zh-CN" sz="2400" b="1" i="0" u="none" strike="noStrike" kern="1200" spc="100" normalizeH="0" baseline="0" noProof="0" dirty="0">
                <a:ln>
                  <a:noFill/>
                </a:ln>
                <a:solidFill>
                  <a:srgbClr val="000000"/>
                </a:solidFill>
                <a:effectLst/>
                <a:uLnTx/>
                <a:uFillTx/>
                <a:latin typeface="微软雅黑" panose="020B0503020204020204" charset="-122"/>
                <a:ea typeface="微软雅黑" panose="020B0503020204020204" charset="-122"/>
                <a:cs typeface="+mn-cs"/>
              </a:rPr>
              <a:t>Drills, Taps, Countersinking And Dies</a:t>
            </a:r>
            <a:r>
              <a:rPr kumimoji="0" lang="en-US" altLang="zh-CN" sz="3200" b="1" i="0" u="none" strike="noStrike" kern="1200" spc="100" normalizeH="0" baseline="0" noProof="0" dirty="0">
                <a:ln>
                  <a:noFill/>
                </a:ln>
                <a:solidFill>
                  <a:srgbClr val="000000"/>
                </a:solidFill>
                <a:effectLst/>
                <a:uLnTx/>
                <a:uFillTx/>
                <a:latin typeface="微软雅黑" panose="020B0503020204020204" charset="-122"/>
                <a:ea typeface="微软雅黑" panose="020B0503020204020204" charset="-122"/>
                <a:cs typeface="+mn-cs"/>
              </a:rPr>
              <a:t> </a:t>
            </a:r>
            <a:endParaRPr kumimoji="0" lang="en-US" altLang="zh-CN" sz="2400" b="1" i="0" u="none" strike="noStrike" kern="1200" spc="10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a:p>
            <a:pPr marR="0" lvl="0" algn="l" defTabSz="914400" rtl="0" eaLnBrk="1" fontAlgn="auto" latinLnBrk="0" hangingPunct="1">
              <a:lnSpc>
                <a:spcPct val="100000"/>
              </a:lnSpc>
              <a:spcBef>
                <a:spcPts val="0"/>
              </a:spcBef>
              <a:spcAft>
                <a:spcPts val="0"/>
              </a:spcAft>
              <a:buClrTx/>
              <a:buSzPct val="100000"/>
              <a:tabLst/>
              <a:defRPr/>
            </a:pPr>
            <a:endParaRPr kumimoji="0" lang="en-US" altLang="zh-CN" sz="32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
        <p:nvSpPr>
          <p:cNvPr id="4" name="TextBox 3">
            <a:extLst>
              <a:ext uri="{FF2B5EF4-FFF2-40B4-BE49-F238E27FC236}">
                <a16:creationId xmlns:a16="http://schemas.microsoft.com/office/drawing/2014/main" id="{056BC663-7988-95B6-D4D5-F527D896E331}"/>
              </a:ext>
            </a:extLst>
          </p:cNvPr>
          <p:cNvSpPr txBox="1"/>
          <p:nvPr/>
        </p:nvSpPr>
        <p:spPr>
          <a:xfrm>
            <a:off x="3154017" y="570708"/>
            <a:ext cx="6096000" cy="461665"/>
          </a:xfrm>
          <a:prstGeom prst="rect">
            <a:avLst/>
          </a:prstGeom>
          <a:noFill/>
        </p:spPr>
        <p:txBody>
          <a:bodyPr wrap="square">
            <a:spAutoFit/>
          </a:bodyPr>
          <a:lstStyle/>
          <a:p>
            <a:pPr algn="ctr"/>
            <a:r>
              <a:rPr lang="en-US" sz="24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BASIC WORKSHOP PRACTICE</a:t>
            </a:r>
            <a:endParaRPr lang="en-US" sz="24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pic>
        <p:nvPicPr>
          <p:cNvPr id="3074" name="Picture 2" descr="The 4 Best Drills of 2025 | Reviews by ...">
            <a:extLst>
              <a:ext uri="{FF2B5EF4-FFF2-40B4-BE49-F238E27FC236}">
                <a16:creationId xmlns:a16="http://schemas.microsoft.com/office/drawing/2014/main" id="{F378326C-C4FB-9CFF-73B1-B73878ED727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8313" y="2451239"/>
            <a:ext cx="2619375" cy="2346048"/>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Traditional Geared Hand Drill">
            <a:extLst>
              <a:ext uri="{FF2B5EF4-FFF2-40B4-BE49-F238E27FC236}">
                <a16:creationId xmlns:a16="http://schemas.microsoft.com/office/drawing/2014/main" id="{A4A84A05-38D0-1347-71A0-98B67843820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6817" y="2451239"/>
            <a:ext cx="2294800" cy="2346047"/>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Hand Drill Bits Set 31Pcs Hand Drill ...">
            <a:extLst>
              <a:ext uri="{FF2B5EF4-FFF2-40B4-BE49-F238E27FC236}">
                <a16:creationId xmlns:a16="http://schemas.microsoft.com/office/drawing/2014/main" id="{1869E45A-1159-4B46-EE8C-897888F94E4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49975" y="2476500"/>
            <a:ext cx="3060216" cy="232078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715617" y="5747694"/>
            <a:ext cx="6096000" cy="646331"/>
          </a:xfrm>
          <a:prstGeom prst="rect">
            <a:avLst/>
          </a:prstGeom>
        </p:spPr>
        <p:txBody>
          <a:bodyPr>
            <a:spAutoFit/>
          </a:bodyPr>
          <a:lstStyle/>
          <a:p>
            <a:pPr>
              <a:buSzPct val="100000"/>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a:buSzPct val="100000"/>
            </a:pPr>
            <a:r>
              <a:rPr lang="en-US" altLang="zh-CN" cap="all" spc="100" dirty="0">
                <a:solidFill>
                  <a:srgbClr val="00B050"/>
                </a:solidFill>
                <a:latin typeface="微软雅黑" panose="020B0503020204020204" charset="-122"/>
                <a:ea typeface="微软雅黑" panose="020B0503020204020204" charset="-122"/>
              </a:rPr>
              <a:t>Maldives polytechnic</a:t>
            </a:r>
          </a:p>
        </p:txBody>
      </p:sp>
    </p:spTree>
    <p:custDataLst>
      <p:tags r:id="rId1"/>
    </p:custDataLst>
    <p:extLst>
      <p:ext uri="{BB962C8B-B14F-4D97-AF65-F5344CB8AC3E}">
        <p14:creationId xmlns:p14="http://schemas.microsoft.com/office/powerpoint/2010/main" val="14226469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EC256-F0B0-81EA-B598-E1F01A1FC104}"/>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C121EED1-4FA3-2CC8-4EFD-8FF5E2F8AAD7}"/>
              </a:ext>
            </a:extLst>
          </p:cNvPr>
          <p:cNvSpPr txBox="1"/>
          <p:nvPr>
            <p:custDataLst>
              <p:tags r:id="rId2"/>
            </p:custDataLst>
          </p:nvPr>
        </p:nvSpPr>
        <p:spPr>
          <a:xfrm>
            <a:off x="1086678" y="1500831"/>
            <a:ext cx="10018643" cy="1162856"/>
          </a:xfrm>
          <a:prstGeom prst="rect">
            <a:avLst/>
          </a:prstGeom>
          <a:noFill/>
        </p:spPr>
        <p:txBody>
          <a:bodyPr wrap="square" rtlCol="0">
            <a:noAutofit/>
          </a:bodyPr>
          <a:lstStyle/>
          <a:p>
            <a:pPr marR="0" lvl="0" algn="l" defTabSz="914400" rtl="0" eaLnBrk="1" fontAlgn="auto" latinLnBrk="0" hangingPunct="1">
              <a:lnSpc>
                <a:spcPct val="100000"/>
              </a:lnSpc>
              <a:spcBef>
                <a:spcPts val="0"/>
              </a:spcBef>
              <a:spcAft>
                <a:spcPts val="0"/>
              </a:spcAft>
              <a:buClrTx/>
              <a:buSzPct val="100000"/>
              <a:tabLst/>
              <a:defRPr/>
            </a:pPr>
            <a:r>
              <a:rPr lang="en-US" altLang="zh-CN" sz="2400" b="1" cap="all" spc="100" dirty="0">
                <a:solidFill>
                  <a:srgbClr val="000000"/>
                </a:solidFill>
                <a:latin typeface="微软雅黑" panose="020B0503020204020204" charset="-122"/>
                <a:ea typeface="微软雅黑" panose="020B0503020204020204" charset="-122"/>
              </a:rPr>
              <a:t>6</a:t>
            </a:r>
            <a:r>
              <a:rPr kumimoji="0" lang="en-US" altLang="zh-CN" sz="24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rPr>
              <a:t>- </a:t>
            </a:r>
            <a:r>
              <a:rPr kumimoji="0" lang="en-US" altLang="zh-CN" sz="2400" b="1" i="0" u="none" strike="noStrike" kern="1200" spc="100" normalizeH="0" baseline="0" noProof="0" dirty="0">
                <a:ln>
                  <a:noFill/>
                </a:ln>
                <a:solidFill>
                  <a:srgbClr val="000000"/>
                </a:solidFill>
                <a:effectLst/>
                <a:uLnTx/>
                <a:uFillTx/>
                <a:latin typeface="微软雅黑" panose="020B0503020204020204" charset="-122"/>
                <a:ea typeface="微软雅黑" panose="020B0503020204020204" charset="-122"/>
                <a:cs typeface="+mn-cs"/>
              </a:rPr>
              <a:t>Drills, Taps, Countersinking And Dies</a:t>
            </a:r>
            <a:r>
              <a:rPr kumimoji="0" lang="en-US" altLang="zh-CN" sz="3200" b="1" i="0" u="none" strike="noStrike" kern="1200" spc="100" normalizeH="0" baseline="0" noProof="0" dirty="0">
                <a:ln>
                  <a:noFill/>
                </a:ln>
                <a:solidFill>
                  <a:srgbClr val="000000"/>
                </a:solidFill>
                <a:effectLst/>
                <a:uLnTx/>
                <a:uFillTx/>
                <a:latin typeface="微软雅黑" panose="020B0503020204020204" charset="-122"/>
                <a:ea typeface="微软雅黑" panose="020B0503020204020204" charset="-122"/>
                <a:cs typeface="+mn-cs"/>
              </a:rPr>
              <a:t> </a:t>
            </a:r>
            <a:endParaRPr kumimoji="0" lang="en-US" altLang="zh-CN" sz="2400" b="1" i="0" u="none" strike="noStrike" kern="1200" spc="10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a:p>
            <a:pPr marR="0" lvl="0" algn="l" defTabSz="914400" rtl="0" eaLnBrk="1" fontAlgn="auto" latinLnBrk="0" hangingPunct="1">
              <a:lnSpc>
                <a:spcPct val="100000"/>
              </a:lnSpc>
              <a:spcBef>
                <a:spcPts val="0"/>
              </a:spcBef>
              <a:spcAft>
                <a:spcPts val="0"/>
              </a:spcAft>
              <a:buClrTx/>
              <a:buSzPct val="100000"/>
              <a:tabLst/>
              <a:defRPr/>
            </a:pPr>
            <a:endParaRPr kumimoji="0" lang="en-US" altLang="zh-CN" sz="32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
        <p:nvSpPr>
          <p:cNvPr id="4" name="TextBox 3">
            <a:extLst>
              <a:ext uri="{FF2B5EF4-FFF2-40B4-BE49-F238E27FC236}">
                <a16:creationId xmlns:a16="http://schemas.microsoft.com/office/drawing/2014/main" id="{6D918489-AEB7-DE6B-AE20-9DDA32D3697B}"/>
              </a:ext>
            </a:extLst>
          </p:cNvPr>
          <p:cNvSpPr txBox="1"/>
          <p:nvPr/>
        </p:nvSpPr>
        <p:spPr>
          <a:xfrm>
            <a:off x="3154017" y="570708"/>
            <a:ext cx="6096000" cy="461665"/>
          </a:xfrm>
          <a:prstGeom prst="rect">
            <a:avLst/>
          </a:prstGeom>
          <a:noFill/>
        </p:spPr>
        <p:txBody>
          <a:bodyPr wrap="square">
            <a:spAutoFit/>
          </a:bodyPr>
          <a:lstStyle/>
          <a:p>
            <a:pPr algn="ctr"/>
            <a:r>
              <a:rPr lang="en-US" sz="24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BASIC WORKSHOP PRACTICE</a:t>
            </a:r>
            <a:endParaRPr lang="en-US" sz="24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pic>
        <p:nvPicPr>
          <p:cNvPr id="9218" name="Picture 2" descr="18 18 Types of Thread Taps: A Guide to ...">
            <a:extLst>
              <a:ext uri="{FF2B5EF4-FFF2-40B4-BE49-F238E27FC236}">
                <a16:creationId xmlns:a16="http://schemas.microsoft.com/office/drawing/2014/main" id="{382D2936-09B8-AE2B-A1D8-9554DAE6F0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7641" y="2641739"/>
            <a:ext cx="3305175" cy="2897670"/>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12-Piece HSS Thread Tap &amp; Die Set ...">
            <a:extLst>
              <a:ext uri="{FF2B5EF4-FFF2-40B4-BE49-F238E27FC236}">
                <a16:creationId xmlns:a16="http://schemas.microsoft.com/office/drawing/2014/main" id="{CB79EC32-972C-8249-A1FF-10A79A50CF2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80436" y="2761421"/>
            <a:ext cx="4145442" cy="259574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1086678" y="5903356"/>
            <a:ext cx="6096000" cy="646331"/>
          </a:xfrm>
          <a:prstGeom prst="rect">
            <a:avLst/>
          </a:prstGeom>
        </p:spPr>
        <p:txBody>
          <a:bodyPr>
            <a:spAutoFit/>
          </a:bodyPr>
          <a:lstStyle/>
          <a:p>
            <a:pPr>
              <a:buSzPct val="100000"/>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a:buSzPct val="100000"/>
            </a:pPr>
            <a:r>
              <a:rPr lang="en-US" altLang="zh-CN" cap="all" spc="100" dirty="0">
                <a:solidFill>
                  <a:srgbClr val="00B050"/>
                </a:solidFill>
                <a:latin typeface="微软雅黑" panose="020B0503020204020204" charset="-122"/>
                <a:ea typeface="微软雅黑" panose="020B0503020204020204" charset="-122"/>
              </a:rPr>
              <a:t>Maldives polytechnic</a:t>
            </a:r>
          </a:p>
        </p:txBody>
      </p:sp>
    </p:spTree>
    <p:custDataLst>
      <p:tags r:id="rId1"/>
    </p:custDataLst>
    <p:extLst>
      <p:ext uri="{BB962C8B-B14F-4D97-AF65-F5344CB8AC3E}">
        <p14:creationId xmlns:p14="http://schemas.microsoft.com/office/powerpoint/2010/main" val="33866206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1DA83-4A40-972E-988A-1EAEEDA26190}"/>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76439FB0-FA83-5CC9-D7A8-1010F0D73A05}"/>
              </a:ext>
            </a:extLst>
          </p:cNvPr>
          <p:cNvSpPr txBox="1"/>
          <p:nvPr>
            <p:custDataLst>
              <p:tags r:id="rId2"/>
            </p:custDataLst>
          </p:nvPr>
        </p:nvSpPr>
        <p:spPr>
          <a:xfrm>
            <a:off x="1391478" y="1328552"/>
            <a:ext cx="10018643" cy="1162856"/>
          </a:xfrm>
          <a:prstGeom prst="rect">
            <a:avLst/>
          </a:prstGeom>
          <a:noFill/>
        </p:spPr>
        <p:txBody>
          <a:bodyPr wrap="square" rtlCol="0">
            <a:noAutofit/>
          </a:bodyPr>
          <a:lstStyle/>
          <a:p>
            <a:pPr marR="0" lvl="0" algn="l" defTabSz="914400" rtl="0" eaLnBrk="1" fontAlgn="auto" latinLnBrk="0" hangingPunct="1">
              <a:lnSpc>
                <a:spcPct val="100000"/>
              </a:lnSpc>
              <a:spcBef>
                <a:spcPts val="0"/>
              </a:spcBef>
              <a:spcAft>
                <a:spcPts val="0"/>
              </a:spcAft>
              <a:buClrTx/>
              <a:buSzPct val="100000"/>
              <a:tabLst/>
              <a:defRPr/>
            </a:pPr>
            <a:r>
              <a:rPr lang="en-US" altLang="zh-CN" sz="2400" b="1" cap="all" spc="100" dirty="0">
                <a:solidFill>
                  <a:srgbClr val="000000"/>
                </a:solidFill>
                <a:latin typeface="微软雅黑" panose="020B0503020204020204" charset="-122"/>
                <a:ea typeface="微软雅黑" panose="020B0503020204020204" charset="-122"/>
              </a:rPr>
              <a:t>6</a:t>
            </a:r>
            <a:r>
              <a:rPr kumimoji="0" lang="en-US" altLang="zh-CN" sz="24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rPr>
              <a:t>- </a:t>
            </a:r>
            <a:r>
              <a:rPr kumimoji="0" lang="en-US" altLang="zh-CN" sz="2400" b="1" i="0" u="none" strike="noStrike" kern="1200" spc="100" normalizeH="0" baseline="0" noProof="0" dirty="0">
                <a:ln>
                  <a:noFill/>
                </a:ln>
                <a:solidFill>
                  <a:srgbClr val="000000"/>
                </a:solidFill>
                <a:effectLst/>
                <a:uLnTx/>
                <a:uFillTx/>
                <a:latin typeface="微软雅黑" panose="020B0503020204020204" charset="-122"/>
                <a:ea typeface="微软雅黑" panose="020B0503020204020204" charset="-122"/>
                <a:cs typeface="+mn-cs"/>
              </a:rPr>
              <a:t>Drills, Taps, Countersinking And Dies</a:t>
            </a:r>
          </a:p>
          <a:p>
            <a:pPr marL="342900" marR="0" lvl="0" indent="-342900" algn="l" defTabSz="914400" rtl="0" eaLnBrk="1" fontAlgn="auto" latinLnBrk="0" hangingPunct="1">
              <a:lnSpc>
                <a:spcPct val="100000"/>
              </a:lnSpc>
              <a:spcBef>
                <a:spcPts val="0"/>
              </a:spcBef>
              <a:spcAft>
                <a:spcPts val="0"/>
              </a:spcAft>
              <a:buClrTx/>
              <a:buSzPct val="100000"/>
              <a:buFont typeface="Wingdings" panose="05000000000000000000" pitchFamily="2" charset="2"/>
              <a:buChar char="Ø"/>
              <a:tabLst/>
              <a:defRPr/>
            </a:pPr>
            <a:r>
              <a:rPr lang="en-US" altLang="zh-CN" sz="2400" b="1" spc="100" dirty="0">
                <a:solidFill>
                  <a:srgbClr val="000000"/>
                </a:solidFill>
                <a:latin typeface="微软雅黑" panose="020B0503020204020204" charset="-122"/>
                <a:ea typeface="微软雅黑" panose="020B0503020204020204" charset="-122"/>
              </a:rPr>
              <a:t>Counter sinking</a:t>
            </a:r>
            <a:endParaRPr lang="en-US" altLang="zh-CN" sz="3200" b="1" spc="100" dirty="0">
              <a:solidFill>
                <a:srgbClr val="000000"/>
              </a:solidFill>
              <a:latin typeface="微软雅黑" panose="020B0503020204020204" charset="-122"/>
              <a:ea typeface="微软雅黑" panose="020B0503020204020204" charset="-122"/>
            </a:endParaRPr>
          </a:p>
          <a:p>
            <a:pPr marR="0" lvl="0" algn="l" defTabSz="914400" rtl="0" eaLnBrk="1" fontAlgn="auto" latinLnBrk="0" hangingPunct="1">
              <a:lnSpc>
                <a:spcPct val="100000"/>
              </a:lnSpc>
              <a:spcBef>
                <a:spcPts val="0"/>
              </a:spcBef>
              <a:spcAft>
                <a:spcPts val="0"/>
              </a:spcAft>
              <a:buClrTx/>
              <a:buSzPct val="100000"/>
              <a:tabLst/>
              <a:defRPr/>
            </a:pPr>
            <a:r>
              <a:rPr lang="en-US" sz="2400" b="0" i="0" dirty="0">
                <a:effectLst/>
                <a:latin typeface="Google Sans"/>
              </a:rPr>
              <a:t>After drilling a straight pilot hole, the countersink bit is used to create a conical shape at the hole's opening</a:t>
            </a:r>
          </a:p>
          <a:p>
            <a:pPr marL="342900" marR="0" lvl="0" indent="-342900" algn="l" defTabSz="914400" rtl="0" eaLnBrk="1" fontAlgn="auto" latinLnBrk="0" hangingPunct="1">
              <a:lnSpc>
                <a:spcPct val="100000"/>
              </a:lnSpc>
              <a:spcBef>
                <a:spcPts val="0"/>
              </a:spcBef>
              <a:spcAft>
                <a:spcPts val="0"/>
              </a:spcAft>
              <a:buClrTx/>
              <a:buSzPct val="100000"/>
              <a:buFont typeface="Wingdings" panose="05000000000000000000" pitchFamily="2" charset="2"/>
              <a:buChar char="Ø"/>
              <a:tabLst/>
              <a:defRPr/>
            </a:pPr>
            <a:endParaRPr kumimoji="0" lang="en-US" altLang="zh-CN" sz="2400" b="1" i="0" u="none" strike="noStrike" kern="1200" spc="100" normalizeH="0" baseline="0" noProof="0" dirty="0">
              <a:ln>
                <a:noFill/>
              </a:ln>
              <a:effectLst/>
              <a:uLnTx/>
              <a:uFillTx/>
              <a:latin typeface="微软雅黑" panose="020B0503020204020204" charset="-122"/>
              <a:ea typeface="微软雅黑" panose="020B0503020204020204" charset="-122"/>
              <a:cs typeface="+mn-cs"/>
            </a:endParaRPr>
          </a:p>
          <a:p>
            <a:pPr marR="0" lvl="0" algn="l" defTabSz="914400" rtl="0" eaLnBrk="1" fontAlgn="auto" latinLnBrk="0" hangingPunct="1">
              <a:lnSpc>
                <a:spcPct val="100000"/>
              </a:lnSpc>
              <a:spcBef>
                <a:spcPts val="0"/>
              </a:spcBef>
              <a:spcAft>
                <a:spcPts val="0"/>
              </a:spcAft>
              <a:buClrTx/>
              <a:buSzPct val="100000"/>
              <a:tabLst/>
              <a:defRPr/>
            </a:pPr>
            <a:endParaRPr kumimoji="0" lang="en-US" altLang="zh-CN" sz="32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
        <p:nvSpPr>
          <p:cNvPr id="4" name="TextBox 3">
            <a:extLst>
              <a:ext uri="{FF2B5EF4-FFF2-40B4-BE49-F238E27FC236}">
                <a16:creationId xmlns:a16="http://schemas.microsoft.com/office/drawing/2014/main" id="{A34832D0-058D-E808-7E6A-C4BBD10E6121}"/>
              </a:ext>
            </a:extLst>
          </p:cNvPr>
          <p:cNvSpPr txBox="1"/>
          <p:nvPr/>
        </p:nvSpPr>
        <p:spPr>
          <a:xfrm>
            <a:off x="3154017" y="570708"/>
            <a:ext cx="6096000" cy="461665"/>
          </a:xfrm>
          <a:prstGeom prst="rect">
            <a:avLst/>
          </a:prstGeom>
          <a:noFill/>
        </p:spPr>
        <p:txBody>
          <a:bodyPr wrap="square">
            <a:spAutoFit/>
          </a:bodyPr>
          <a:lstStyle/>
          <a:p>
            <a:pPr algn="ctr"/>
            <a:r>
              <a:rPr lang="en-US" sz="24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BASIC WORKSHOP PRACTICE</a:t>
            </a:r>
            <a:endParaRPr lang="en-US" sz="24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pic>
        <p:nvPicPr>
          <p:cNvPr id="10242" name="Picture 2" descr="What is countersinking">
            <a:extLst>
              <a:ext uri="{FF2B5EF4-FFF2-40B4-BE49-F238E27FC236}">
                <a16:creationId xmlns:a16="http://schemas.microsoft.com/office/drawing/2014/main" id="{EA234144-4804-0351-3562-66BADFA8E0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19288" y="3283019"/>
            <a:ext cx="3885164" cy="1858824"/>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813870" y="5933454"/>
            <a:ext cx="6096000" cy="646331"/>
          </a:xfrm>
          <a:prstGeom prst="rect">
            <a:avLst/>
          </a:prstGeom>
        </p:spPr>
        <p:txBody>
          <a:bodyPr>
            <a:spAutoFit/>
          </a:bodyPr>
          <a:lstStyle/>
          <a:p>
            <a:pPr>
              <a:buSzPct val="100000"/>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a:buSzPct val="100000"/>
            </a:pPr>
            <a:r>
              <a:rPr lang="en-US" altLang="zh-CN" cap="all" spc="100" dirty="0">
                <a:solidFill>
                  <a:srgbClr val="00B050"/>
                </a:solidFill>
                <a:latin typeface="微软雅黑" panose="020B0503020204020204" charset="-122"/>
                <a:ea typeface="微软雅黑" panose="020B0503020204020204" charset="-122"/>
              </a:rPr>
              <a:t>Maldives polytechnic</a:t>
            </a:r>
          </a:p>
        </p:txBody>
      </p:sp>
    </p:spTree>
    <p:custDataLst>
      <p:tags r:id="rId1"/>
    </p:custDataLst>
    <p:extLst>
      <p:ext uri="{BB962C8B-B14F-4D97-AF65-F5344CB8AC3E}">
        <p14:creationId xmlns:p14="http://schemas.microsoft.com/office/powerpoint/2010/main" val="18117347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2FE2F-D8B0-B2AA-3C61-DC614B35EE0A}"/>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5DFBEE2A-B10F-7C32-1B84-0F96596E080C}"/>
              </a:ext>
            </a:extLst>
          </p:cNvPr>
          <p:cNvSpPr txBox="1"/>
          <p:nvPr>
            <p:custDataLst>
              <p:tags r:id="rId2"/>
            </p:custDataLst>
          </p:nvPr>
        </p:nvSpPr>
        <p:spPr>
          <a:xfrm>
            <a:off x="1391479" y="1328552"/>
            <a:ext cx="9975022" cy="1109848"/>
          </a:xfrm>
          <a:prstGeom prst="rect">
            <a:avLst/>
          </a:prstGeom>
          <a:noFill/>
        </p:spPr>
        <p:txBody>
          <a:bodyPr wrap="square" rtlCol="0">
            <a:noAutofit/>
          </a:bodyPr>
          <a:lstStyle/>
          <a:p>
            <a:pPr marR="0" lvl="0" algn="l" defTabSz="914400" rtl="0" eaLnBrk="1" fontAlgn="auto" latinLnBrk="0" hangingPunct="1">
              <a:lnSpc>
                <a:spcPct val="100000"/>
              </a:lnSpc>
              <a:spcBef>
                <a:spcPts val="0"/>
              </a:spcBef>
              <a:spcAft>
                <a:spcPts val="0"/>
              </a:spcAft>
              <a:buClrTx/>
              <a:buSzPct val="100000"/>
              <a:tabLst/>
              <a:defRPr/>
            </a:pPr>
            <a:r>
              <a:rPr lang="en-US" altLang="zh-CN" sz="2400" b="1" cap="all" spc="100" dirty="0">
                <a:solidFill>
                  <a:srgbClr val="000000"/>
                </a:solidFill>
                <a:latin typeface="微软雅黑" panose="020B0503020204020204" charset="-122"/>
                <a:ea typeface="微软雅黑" panose="020B0503020204020204" charset="-122"/>
              </a:rPr>
              <a:t>6</a:t>
            </a:r>
            <a:r>
              <a:rPr kumimoji="0" lang="en-US" altLang="zh-CN" sz="24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rPr>
              <a:t>- </a:t>
            </a:r>
            <a:r>
              <a:rPr kumimoji="0" lang="en-US" altLang="zh-CN" sz="2400" b="1" i="0" u="none" strike="noStrike" kern="1200" spc="100" normalizeH="0" baseline="0" noProof="0" dirty="0">
                <a:ln>
                  <a:noFill/>
                </a:ln>
                <a:solidFill>
                  <a:srgbClr val="000000"/>
                </a:solidFill>
                <a:effectLst/>
                <a:uLnTx/>
                <a:uFillTx/>
                <a:latin typeface="微软雅黑" panose="020B0503020204020204" charset="-122"/>
                <a:ea typeface="微软雅黑" panose="020B0503020204020204" charset="-122"/>
                <a:cs typeface="+mn-cs"/>
              </a:rPr>
              <a:t>Drills, Taps, Countersinking And Dies</a:t>
            </a:r>
          </a:p>
          <a:p>
            <a:pPr marL="342900" marR="0" lvl="0" indent="-342900" algn="l" defTabSz="914400" rtl="0" eaLnBrk="1" fontAlgn="auto" latinLnBrk="0" hangingPunct="1">
              <a:lnSpc>
                <a:spcPct val="100000"/>
              </a:lnSpc>
              <a:spcBef>
                <a:spcPts val="0"/>
              </a:spcBef>
              <a:spcAft>
                <a:spcPts val="0"/>
              </a:spcAft>
              <a:buClrTx/>
              <a:buSzPct val="100000"/>
              <a:buFont typeface="Wingdings" panose="05000000000000000000" pitchFamily="2" charset="2"/>
              <a:buChar char="Ø"/>
              <a:tabLst/>
              <a:defRPr/>
            </a:pPr>
            <a:r>
              <a:rPr kumimoji="0" lang="en-US" altLang="zh-CN" sz="2400" b="1" i="0" u="none" strike="noStrike" kern="1200" spc="100" normalizeH="0" baseline="0" noProof="0" dirty="0">
                <a:ln>
                  <a:noFill/>
                </a:ln>
                <a:effectLst/>
                <a:uLnTx/>
                <a:uFillTx/>
                <a:latin typeface="微软雅黑" panose="020B0503020204020204" charset="-122"/>
                <a:ea typeface="微软雅黑" panose="020B0503020204020204" charset="-122"/>
                <a:cs typeface="+mn-cs"/>
              </a:rPr>
              <a:t>Drilling </a:t>
            </a:r>
          </a:p>
          <a:p>
            <a:pPr marR="0" lvl="0" algn="l" defTabSz="914400" rtl="0" eaLnBrk="1" fontAlgn="auto" latinLnBrk="0" hangingPunct="1">
              <a:lnSpc>
                <a:spcPct val="100000"/>
              </a:lnSpc>
              <a:spcBef>
                <a:spcPts val="0"/>
              </a:spcBef>
              <a:spcAft>
                <a:spcPts val="0"/>
              </a:spcAft>
              <a:buClrTx/>
              <a:buSzPct val="100000"/>
              <a:tabLst/>
              <a:defRPr/>
            </a:pPr>
            <a:endParaRPr kumimoji="0" lang="en-US" altLang="zh-CN" sz="32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
        <p:nvSpPr>
          <p:cNvPr id="4" name="TextBox 3">
            <a:extLst>
              <a:ext uri="{FF2B5EF4-FFF2-40B4-BE49-F238E27FC236}">
                <a16:creationId xmlns:a16="http://schemas.microsoft.com/office/drawing/2014/main" id="{73EAE3F0-A429-16EF-5311-8B1B1EE02E2A}"/>
              </a:ext>
            </a:extLst>
          </p:cNvPr>
          <p:cNvSpPr txBox="1"/>
          <p:nvPr/>
        </p:nvSpPr>
        <p:spPr>
          <a:xfrm>
            <a:off x="3154017" y="570708"/>
            <a:ext cx="6096000" cy="461665"/>
          </a:xfrm>
          <a:prstGeom prst="rect">
            <a:avLst/>
          </a:prstGeom>
          <a:noFill/>
        </p:spPr>
        <p:txBody>
          <a:bodyPr wrap="square">
            <a:spAutoFit/>
          </a:bodyPr>
          <a:lstStyle/>
          <a:p>
            <a:pPr algn="ctr"/>
            <a:r>
              <a:rPr lang="en-US" sz="24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BASIC WORKSHOP PRACTICE</a:t>
            </a:r>
            <a:endParaRPr lang="en-US" sz="24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8A6CEAC6-50BC-BF4D-D6FF-3DCDA9C6A18F}"/>
              </a:ext>
            </a:extLst>
          </p:cNvPr>
          <p:cNvSpPr/>
          <p:nvPr/>
        </p:nvSpPr>
        <p:spPr>
          <a:xfrm>
            <a:off x="813870" y="5933454"/>
            <a:ext cx="6096000" cy="646331"/>
          </a:xfrm>
          <a:prstGeom prst="rect">
            <a:avLst/>
          </a:prstGeom>
        </p:spPr>
        <p:txBody>
          <a:bodyPr>
            <a:spAutoFit/>
          </a:bodyPr>
          <a:lstStyle/>
          <a:p>
            <a:pPr>
              <a:buSzPct val="100000"/>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a:buSzPct val="100000"/>
            </a:pPr>
            <a:r>
              <a:rPr lang="en-US" altLang="zh-CN" cap="all" spc="100" dirty="0">
                <a:solidFill>
                  <a:srgbClr val="00B050"/>
                </a:solidFill>
                <a:latin typeface="微软雅黑" panose="020B0503020204020204" charset="-122"/>
                <a:ea typeface="微软雅黑" panose="020B0503020204020204" charset="-122"/>
              </a:rPr>
              <a:t>Maldives polytechnic</a:t>
            </a:r>
          </a:p>
        </p:txBody>
      </p:sp>
      <p:pic>
        <p:nvPicPr>
          <p:cNvPr id="6" name="Picture 5">
            <a:extLst>
              <a:ext uri="{FF2B5EF4-FFF2-40B4-BE49-F238E27FC236}">
                <a16:creationId xmlns:a16="http://schemas.microsoft.com/office/drawing/2014/main" id="{AC5FE9DA-6C1D-6652-1932-6F185074311B}"/>
              </a:ext>
            </a:extLst>
          </p:cNvPr>
          <p:cNvPicPr>
            <a:picLocks noChangeAspect="1"/>
          </p:cNvPicPr>
          <p:nvPr/>
        </p:nvPicPr>
        <p:blipFill>
          <a:blip r:embed="rId4"/>
          <a:stretch>
            <a:fillRect/>
          </a:stretch>
        </p:blipFill>
        <p:spPr>
          <a:xfrm>
            <a:off x="5759450" y="2141708"/>
            <a:ext cx="3867150" cy="4145584"/>
          </a:xfrm>
          <a:prstGeom prst="rect">
            <a:avLst/>
          </a:prstGeom>
        </p:spPr>
      </p:pic>
      <p:sp>
        <p:nvSpPr>
          <p:cNvPr id="8" name="TextBox 7">
            <a:extLst>
              <a:ext uri="{FF2B5EF4-FFF2-40B4-BE49-F238E27FC236}">
                <a16:creationId xmlns:a16="http://schemas.microsoft.com/office/drawing/2014/main" id="{47395031-B597-CE5D-0EAB-D97C375A7931}"/>
              </a:ext>
            </a:extLst>
          </p:cNvPr>
          <p:cNvSpPr txBox="1"/>
          <p:nvPr/>
        </p:nvSpPr>
        <p:spPr>
          <a:xfrm>
            <a:off x="825499" y="2387555"/>
            <a:ext cx="4933951" cy="3416320"/>
          </a:xfrm>
          <a:prstGeom prst="rect">
            <a:avLst/>
          </a:prstGeom>
          <a:noFill/>
        </p:spPr>
        <p:txBody>
          <a:bodyPr wrap="square">
            <a:spAutoFit/>
          </a:bodyPr>
          <a:lstStyle/>
          <a:p>
            <a:pPr algn="l" fontAlgn="base">
              <a:buNone/>
            </a:pPr>
            <a:r>
              <a:rPr lang="en-US" b="0" i="0" dirty="0">
                <a:solidFill>
                  <a:srgbClr val="B62A26"/>
                </a:solidFill>
                <a:effectLst/>
                <a:latin typeface="Roboto" panose="02000000000000000000" pitchFamily="2" charset="0"/>
              </a:rPr>
              <a:t>Drilling Machine Parts:</a:t>
            </a:r>
          </a:p>
          <a:p>
            <a:pPr algn="l" fontAlgn="base">
              <a:buNone/>
            </a:pPr>
            <a:r>
              <a:rPr lang="en-US" b="1" i="0" dirty="0">
                <a:solidFill>
                  <a:srgbClr val="333333"/>
                </a:solidFill>
                <a:effectLst/>
                <a:latin typeface="inherit"/>
              </a:rPr>
              <a:t>Drilling Machine consists of the following Main Parts:</a:t>
            </a:r>
            <a:endParaRPr lang="en-US" b="0" i="0" dirty="0">
              <a:solidFill>
                <a:srgbClr val="333333"/>
              </a:solidFill>
              <a:effectLst/>
              <a:latin typeface="Roboto" panose="02000000000000000000" pitchFamily="2" charset="0"/>
            </a:endParaRPr>
          </a:p>
          <a:p>
            <a:pPr algn="l" fontAlgn="base">
              <a:buFont typeface="Arial" panose="020B0604020202020204" pitchFamily="34" charset="0"/>
              <a:buChar char="•"/>
            </a:pPr>
            <a:r>
              <a:rPr lang="en-US" b="1" i="0" dirty="0">
                <a:solidFill>
                  <a:srgbClr val="333333"/>
                </a:solidFill>
                <a:effectLst/>
                <a:latin typeface="inherit"/>
              </a:rPr>
              <a:t>Bed</a:t>
            </a:r>
            <a:endParaRPr lang="en-US" b="0" i="0" dirty="0">
              <a:solidFill>
                <a:srgbClr val="333333"/>
              </a:solidFill>
              <a:effectLst/>
              <a:latin typeface="Roboto" panose="02000000000000000000" pitchFamily="2" charset="0"/>
            </a:endParaRPr>
          </a:p>
          <a:p>
            <a:pPr algn="l" fontAlgn="base">
              <a:buFont typeface="Arial" panose="020B0604020202020204" pitchFamily="34" charset="0"/>
              <a:buChar char="•"/>
            </a:pPr>
            <a:r>
              <a:rPr lang="en-US" b="1" i="0" dirty="0">
                <a:solidFill>
                  <a:srgbClr val="333333"/>
                </a:solidFill>
                <a:effectLst/>
                <a:latin typeface="inherit"/>
              </a:rPr>
              <a:t>Pillar</a:t>
            </a:r>
            <a:endParaRPr lang="en-US" b="0" i="0" dirty="0">
              <a:solidFill>
                <a:srgbClr val="333333"/>
              </a:solidFill>
              <a:effectLst/>
              <a:latin typeface="Roboto" panose="02000000000000000000" pitchFamily="2" charset="0"/>
            </a:endParaRPr>
          </a:p>
          <a:p>
            <a:pPr algn="l" fontAlgn="base">
              <a:buFont typeface="Arial" panose="020B0604020202020204" pitchFamily="34" charset="0"/>
              <a:buChar char="•"/>
            </a:pPr>
            <a:r>
              <a:rPr lang="en-US" b="1" i="0" dirty="0">
                <a:solidFill>
                  <a:srgbClr val="333333"/>
                </a:solidFill>
                <a:effectLst/>
                <a:latin typeface="inherit"/>
              </a:rPr>
              <a:t>Swivel table</a:t>
            </a:r>
            <a:endParaRPr lang="en-US" b="0" i="0" dirty="0">
              <a:solidFill>
                <a:srgbClr val="333333"/>
              </a:solidFill>
              <a:effectLst/>
              <a:latin typeface="Roboto" panose="02000000000000000000" pitchFamily="2" charset="0"/>
            </a:endParaRPr>
          </a:p>
          <a:p>
            <a:pPr algn="l" fontAlgn="base">
              <a:buFont typeface="Arial" panose="020B0604020202020204" pitchFamily="34" charset="0"/>
              <a:buChar char="•"/>
            </a:pPr>
            <a:r>
              <a:rPr lang="en-US" b="1" i="0" dirty="0">
                <a:solidFill>
                  <a:srgbClr val="333333"/>
                </a:solidFill>
                <a:effectLst/>
                <a:latin typeface="inherit"/>
              </a:rPr>
              <a:t>Motor</a:t>
            </a:r>
            <a:endParaRPr lang="en-US" b="0" i="0" dirty="0">
              <a:solidFill>
                <a:srgbClr val="333333"/>
              </a:solidFill>
              <a:effectLst/>
              <a:latin typeface="Roboto" panose="02000000000000000000" pitchFamily="2" charset="0"/>
            </a:endParaRPr>
          </a:p>
          <a:p>
            <a:pPr algn="l" fontAlgn="base">
              <a:buFont typeface="Arial" panose="020B0604020202020204" pitchFamily="34" charset="0"/>
              <a:buChar char="•"/>
            </a:pPr>
            <a:r>
              <a:rPr lang="en-US" b="1" i="0" dirty="0">
                <a:solidFill>
                  <a:srgbClr val="333333"/>
                </a:solidFill>
                <a:effectLst/>
                <a:latin typeface="inherit"/>
              </a:rPr>
              <a:t>Steeped pulley</a:t>
            </a:r>
            <a:endParaRPr lang="en-US" b="0" i="0" dirty="0">
              <a:solidFill>
                <a:srgbClr val="333333"/>
              </a:solidFill>
              <a:effectLst/>
              <a:latin typeface="Roboto" panose="02000000000000000000" pitchFamily="2" charset="0"/>
            </a:endParaRPr>
          </a:p>
          <a:p>
            <a:pPr algn="l" fontAlgn="base">
              <a:buFont typeface="Arial" panose="020B0604020202020204" pitchFamily="34" charset="0"/>
              <a:buChar char="•"/>
            </a:pPr>
            <a:r>
              <a:rPr lang="en-US" b="1" i="0" dirty="0">
                <a:solidFill>
                  <a:srgbClr val="333333"/>
                </a:solidFill>
                <a:effectLst/>
                <a:latin typeface="inherit"/>
              </a:rPr>
              <a:t>Spindle</a:t>
            </a:r>
            <a:endParaRPr lang="en-US" b="0" i="0" dirty="0">
              <a:solidFill>
                <a:srgbClr val="333333"/>
              </a:solidFill>
              <a:effectLst/>
              <a:latin typeface="Roboto" panose="02000000000000000000" pitchFamily="2" charset="0"/>
            </a:endParaRPr>
          </a:p>
          <a:p>
            <a:pPr algn="l" fontAlgn="base">
              <a:buFont typeface="Arial" panose="020B0604020202020204" pitchFamily="34" charset="0"/>
              <a:buChar char="•"/>
            </a:pPr>
            <a:r>
              <a:rPr lang="en-US" b="1" i="0" dirty="0">
                <a:solidFill>
                  <a:srgbClr val="333333"/>
                </a:solidFill>
                <a:effectLst/>
                <a:latin typeface="inherit"/>
              </a:rPr>
              <a:t>Chuck</a:t>
            </a:r>
            <a:endParaRPr lang="en-US" b="0" i="0" dirty="0">
              <a:solidFill>
                <a:srgbClr val="333333"/>
              </a:solidFill>
              <a:effectLst/>
              <a:latin typeface="Roboto" panose="02000000000000000000" pitchFamily="2" charset="0"/>
            </a:endParaRPr>
          </a:p>
          <a:p>
            <a:pPr algn="l" fontAlgn="base">
              <a:buFont typeface="Arial" panose="020B0604020202020204" pitchFamily="34" charset="0"/>
              <a:buChar char="•"/>
            </a:pPr>
            <a:r>
              <a:rPr lang="en-US" b="1" i="0" dirty="0">
                <a:solidFill>
                  <a:srgbClr val="333333"/>
                </a:solidFill>
                <a:effectLst/>
                <a:latin typeface="inherit"/>
              </a:rPr>
              <a:t>Drill Bit and</a:t>
            </a:r>
            <a:endParaRPr lang="en-US" b="0" i="0" dirty="0">
              <a:solidFill>
                <a:srgbClr val="333333"/>
              </a:solidFill>
              <a:effectLst/>
              <a:latin typeface="Roboto" panose="02000000000000000000" pitchFamily="2" charset="0"/>
            </a:endParaRPr>
          </a:p>
          <a:p>
            <a:pPr algn="l" fontAlgn="base">
              <a:buFont typeface="Arial" panose="020B0604020202020204" pitchFamily="34" charset="0"/>
              <a:buChar char="•"/>
            </a:pPr>
            <a:r>
              <a:rPr lang="en-US" b="1" i="0" dirty="0">
                <a:solidFill>
                  <a:srgbClr val="333333"/>
                </a:solidFill>
                <a:effectLst/>
                <a:latin typeface="inherit"/>
              </a:rPr>
              <a:t>Hand-wheel.</a:t>
            </a:r>
            <a:endParaRPr lang="en-US" b="0" i="0" dirty="0">
              <a:solidFill>
                <a:srgbClr val="333333"/>
              </a:solidFill>
              <a:effectLst/>
              <a:latin typeface="Roboto" panose="02000000000000000000" pitchFamily="2" charset="0"/>
            </a:endParaRPr>
          </a:p>
        </p:txBody>
      </p:sp>
    </p:spTree>
    <p:custDataLst>
      <p:tags r:id="rId1"/>
    </p:custDataLst>
    <p:extLst>
      <p:ext uri="{BB962C8B-B14F-4D97-AF65-F5344CB8AC3E}">
        <p14:creationId xmlns:p14="http://schemas.microsoft.com/office/powerpoint/2010/main" val="16151141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8E576-BC09-22EC-0519-DC32BC2E029A}"/>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7215EB7E-61DE-6D38-86B8-5F44690FFBD4}"/>
              </a:ext>
            </a:extLst>
          </p:cNvPr>
          <p:cNvSpPr txBox="1"/>
          <p:nvPr>
            <p:custDataLst>
              <p:tags r:id="rId2"/>
            </p:custDataLst>
          </p:nvPr>
        </p:nvSpPr>
        <p:spPr>
          <a:xfrm>
            <a:off x="1391479" y="1328552"/>
            <a:ext cx="9975022" cy="1109848"/>
          </a:xfrm>
          <a:prstGeom prst="rect">
            <a:avLst/>
          </a:prstGeom>
          <a:noFill/>
        </p:spPr>
        <p:txBody>
          <a:bodyPr wrap="square" rtlCol="0">
            <a:noAutofit/>
          </a:bodyPr>
          <a:lstStyle/>
          <a:p>
            <a:pPr marR="0" lvl="0" algn="l" defTabSz="914400" rtl="0" eaLnBrk="1" fontAlgn="auto" latinLnBrk="0" hangingPunct="1">
              <a:lnSpc>
                <a:spcPct val="100000"/>
              </a:lnSpc>
              <a:spcBef>
                <a:spcPts val="0"/>
              </a:spcBef>
              <a:spcAft>
                <a:spcPts val="0"/>
              </a:spcAft>
              <a:buClrTx/>
              <a:buSzPct val="100000"/>
              <a:tabLst/>
              <a:defRPr/>
            </a:pPr>
            <a:r>
              <a:rPr lang="en-US" altLang="zh-CN" sz="2400" b="1" cap="all" spc="100" dirty="0">
                <a:solidFill>
                  <a:srgbClr val="000000"/>
                </a:solidFill>
                <a:latin typeface="微软雅黑" panose="020B0503020204020204" charset="-122"/>
                <a:ea typeface="微软雅黑" panose="020B0503020204020204" charset="-122"/>
              </a:rPr>
              <a:t>6</a:t>
            </a:r>
            <a:r>
              <a:rPr kumimoji="0" lang="en-US" altLang="zh-CN" sz="24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rPr>
              <a:t>- </a:t>
            </a:r>
            <a:r>
              <a:rPr kumimoji="0" lang="en-US" altLang="zh-CN" sz="2400" b="1" i="0" u="none" strike="noStrike" kern="1200" spc="100" normalizeH="0" baseline="0" noProof="0" dirty="0">
                <a:ln>
                  <a:noFill/>
                </a:ln>
                <a:solidFill>
                  <a:srgbClr val="000000"/>
                </a:solidFill>
                <a:effectLst/>
                <a:uLnTx/>
                <a:uFillTx/>
                <a:latin typeface="微软雅黑" panose="020B0503020204020204" charset="-122"/>
                <a:ea typeface="微软雅黑" panose="020B0503020204020204" charset="-122"/>
                <a:cs typeface="+mn-cs"/>
              </a:rPr>
              <a:t>Drills, Taps, Countersinking And Dies</a:t>
            </a:r>
          </a:p>
          <a:p>
            <a:pPr marL="342900" marR="0" lvl="0" indent="-342900" algn="l" defTabSz="914400" rtl="0" eaLnBrk="1" fontAlgn="auto" latinLnBrk="0" hangingPunct="1">
              <a:lnSpc>
                <a:spcPct val="100000"/>
              </a:lnSpc>
              <a:spcBef>
                <a:spcPts val="0"/>
              </a:spcBef>
              <a:spcAft>
                <a:spcPts val="0"/>
              </a:spcAft>
              <a:buClrTx/>
              <a:buSzPct val="100000"/>
              <a:buFont typeface="Wingdings" panose="05000000000000000000" pitchFamily="2" charset="2"/>
              <a:buChar char="Ø"/>
              <a:tabLst/>
              <a:defRPr/>
            </a:pPr>
            <a:r>
              <a:rPr kumimoji="0" lang="en-US" altLang="zh-CN" sz="2400" b="1" i="0" u="none" strike="noStrike" kern="1200" spc="100" normalizeH="0" baseline="0" noProof="0" dirty="0">
                <a:ln>
                  <a:noFill/>
                </a:ln>
                <a:effectLst/>
                <a:uLnTx/>
                <a:uFillTx/>
                <a:latin typeface="微软雅黑" panose="020B0503020204020204" charset="-122"/>
                <a:ea typeface="微软雅黑" panose="020B0503020204020204" charset="-122"/>
                <a:cs typeface="+mn-cs"/>
              </a:rPr>
              <a:t>Drilling </a:t>
            </a:r>
          </a:p>
          <a:p>
            <a:pPr marR="0" lvl="0" algn="l" defTabSz="914400" rtl="0" eaLnBrk="1" fontAlgn="auto" latinLnBrk="0" hangingPunct="1">
              <a:lnSpc>
                <a:spcPct val="100000"/>
              </a:lnSpc>
              <a:spcBef>
                <a:spcPts val="0"/>
              </a:spcBef>
              <a:spcAft>
                <a:spcPts val="0"/>
              </a:spcAft>
              <a:buClrTx/>
              <a:buSzPct val="100000"/>
              <a:tabLst/>
              <a:defRPr/>
            </a:pPr>
            <a:endParaRPr kumimoji="0" lang="en-US" altLang="zh-CN" sz="32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
        <p:nvSpPr>
          <p:cNvPr id="4" name="TextBox 3">
            <a:extLst>
              <a:ext uri="{FF2B5EF4-FFF2-40B4-BE49-F238E27FC236}">
                <a16:creationId xmlns:a16="http://schemas.microsoft.com/office/drawing/2014/main" id="{88E2EA62-C700-9004-DE16-5EE46318E024}"/>
              </a:ext>
            </a:extLst>
          </p:cNvPr>
          <p:cNvSpPr txBox="1"/>
          <p:nvPr/>
        </p:nvSpPr>
        <p:spPr>
          <a:xfrm>
            <a:off x="3154017" y="570708"/>
            <a:ext cx="6096000" cy="461665"/>
          </a:xfrm>
          <a:prstGeom prst="rect">
            <a:avLst/>
          </a:prstGeom>
          <a:noFill/>
        </p:spPr>
        <p:txBody>
          <a:bodyPr wrap="square">
            <a:spAutoFit/>
          </a:bodyPr>
          <a:lstStyle/>
          <a:p>
            <a:pPr algn="ctr"/>
            <a:r>
              <a:rPr lang="en-US" sz="24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BASIC WORKSHOP PRACTICE</a:t>
            </a:r>
            <a:endParaRPr lang="en-US" sz="24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AAAC0225-CFCE-59F1-D55C-F214635BFE9F}"/>
              </a:ext>
            </a:extLst>
          </p:cNvPr>
          <p:cNvSpPr/>
          <p:nvPr/>
        </p:nvSpPr>
        <p:spPr>
          <a:xfrm>
            <a:off x="813870" y="5933454"/>
            <a:ext cx="6096000" cy="646331"/>
          </a:xfrm>
          <a:prstGeom prst="rect">
            <a:avLst/>
          </a:prstGeom>
        </p:spPr>
        <p:txBody>
          <a:bodyPr>
            <a:spAutoFit/>
          </a:bodyPr>
          <a:lstStyle/>
          <a:p>
            <a:pPr>
              <a:buSzPct val="100000"/>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a:buSzPct val="100000"/>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5" name="TextBox 4">
            <a:extLst>
              <a:ext uri="{FF2B5EF4-FFF2-40B4-BE49-F238E27FC236}">
                <a16:creationId xmlns:a16="http://schemas.microsoft.com/office/drawing/2014/main" id="{3D0FB937-7F77-AE05-1A14-D72AF6C175E8}"/>
              </a:ext>
            </a:extLst>
          </p:cNvPr>
          <p:cNvSpPr txBox="1"/>
          <p:nvPr/>
        </p:nvSpPr>
        <p:spPr>
          <a:xfrm>
            <a:off x="1511299" y="2431601"/>
            <a:ext cx="9855201" cy="1200329"/>
          </a:xfrm>
          <a:prstGeom prst="rect">
            <a:avLst/>
          </a:prstGeom>
          <a:noFill/>
        </p:spPr>
        <p:txBody>
          <a:bodyPr wrap="square">
            <a:spAutoFit/>
          </a:bodyPr>
          <a:lstStyle/>
          <a:p>
            <a:r>
              <a:rPr lang="en-US" dirty="0"/>
              <a:t>For drilling mild steel with a High-Speed Steel (HSS) bit, use a slow speed, typically ranging from 300 to 1000 RPM</a:t>
            </a:r>
            <a:r>
              <a:rPr lang="en-US" b="0" i="0" dirty="0">
                <a:solidFill>
                  <a:srgbClr val="0A0A0A"/>
                </a:solidFill>
                <a:effectLst/>
                <a:latin typeface="Google Sans"/>
              </a:rPr>
              <a:t> depending on the bit diameter. Larger bits require slower RPMs (e.g., 350 RPM for 25mm), while smaller bits can go faster (e.g., 1000 RPM for 6mm). Use cutting oil to prevent overheating. </a:t>
            </a:r>
            <a:endParaRPr lang="en-US" dirty="0"/>
          </a:p>
        </p:txBody>
      </p:sp>
    </p:spTree>
    <p:custDataLst>
      <p:tags r:id="rId1"/>
    </p:custDataLst>
    <p:extLst>
      <p:ext uri="{BB962C8B-B14F-4D97-AF65-F5344CB8AC3E}">
        <p14:creationId xmlns:p14="http://schemas.microsoft.com/office/powerpoint/2010/main" val="25166158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99135-182F-A706-DC54-55AAF00599A2}"/>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20E4D118-9E43-8C9F-2001-AA7534EBFCF0}"/>
              </a:ext>
            </a:extLst>
          </p:cNvPr>
          <p:cNvSpPr txBox="1"/>
          <p:nvPr>
            <p:custDataLst>
              <p:tags r:id="rId2"/>
            </p:custDataLst>
          </p:nvPr>
        </p:nvSpPr>
        <p:spPr>
          <a:xfrm>
            <a:off x="813870" y="1032373"/>
            <a:ext cx="9975022" cy="1109848"/>
          </a:xfrm>
          <a:prstGeom prst="rect">
            <a:avLst/>
          </a:prstGeom>
          <a:noFill/>
        </p:spPr>
        <p:txBody>
          <a:bodyPr wrap="square" rtlCol="0">
            <a:noAutofit/>
          </a:bodyPr>
          <a:lstStyle/>
          <a:p>
            <a:pPr marR="0" lvl="0" algn="l" defTabSz="914400" rtl="0" eaLnBrk="1" fontAlgn="auto" latinLnBrk="0" hangingPunct="1">
              <a:lnSpc>
                <a:spcPct val="100000"/>
              </a:lnSpc>
              <a:spcBef>
                <a:spcPts val="0"/>
              </a:spcBef>
              <a:spcAft>
                <a:spcPts val="0"/>
              </a:spcAft>
              <a:buClrTx/>
              <a:buSzPct val="100000"/>
              <a:tabLst/>
              <a:defRPr/>
            </a:pPr>
            <a:r>
              <a:rPr lang="en-US" altLang="zh-CN" sz="2400" b="1" cap="all" spc="100" dirty="0">
                <a:solidFill>
                  <a:srgbClr val="000000"/>
                </a:solidFill>
                <a:latin typeface="微软雅黑" panose="020B0503020204020204" charset="-122"/>
                <a:ea typeface="微软雅黑" panose="020B0503020204020204" charset="-122"/>
              </a:rPr>
              <a:t>6</a:t>
            </a:r>
            <a:r>
              <a:rPr kumimoji="0" lang="en-US" altLang="zh-CN" sz="24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rPr>
              <a:t>- </a:t>
            </a:r>
            <a:r>
              <a:rPr kumimoji="0" lang="en-US" altLang="zh-CN" sz="2400" b="1" i="0" u="none" strike="noStrike" kern="1200" spc="100" normalizeH="0" baseline="0" noProof="0" dirty="0">
                <a:ln>
                  <a:noFill/>
                </a:ln>
                <a:solidFill>
                  <a:srgbClr val="000000"/>
                </a:solidFill>
                <a:effectLst/>
                <a:uLnTx/>
                <a:uFillTx/>
                <a:latin typeface="微软雅黑" panose="020B0503020204020204" charset="-122"/>
                <a:ea typeface="微软雅黑" panose="020B0503020204020204" charset="-122"/>
                <a:cs typeface="+mn-cs"/>
              </a:rPr>
              <a:t>Drills, Taps, Countersinking And Dies</a:t>
            </a:r>
          </a:p>
          <a:p>
            <a:pPr marL="342900" marR="0" lvl="0" indent="-342900" algn="l" defTabSz="914400" rtl="0" eaLnBrk="1" fontAlgn="auto" latinLnBrk="0" hangingPunct="1">
              <a:lnSpc>
                <a:spcPct val="100000"/>
              </a:lnSpc>
              <a:spcBef>
                <a:spcPts val="0"/>
              </a:spcBef>
              <a:spcAft>
                <a:spcPts val="0"/>
              </a:spcAft>
              <a:buClrTx/>
              <a:buSzPct val="100000"/>
              <a:buFont typeface="Wingdings" panose="05000000000000000000" pitchFamily="2" charset="2"/>
              <a:buChar char="Ø"/>
              <a:tabLst/>
              <a:defRPr/>
            </a:pPr>
            <a:r>
              <a:rPr kumimoji="0" lang="en-US" altLang="zh-CN" sz="2400" b="1" i="0" u="none" strike="noStrike" kern="1200" spc="100" normalizeH="0" baseline="0" noProof="0" dirty="0">
                <a:ln>
                  <a:noFill/>
                </a:ln>
                <a:effectLst/>
                <a:uLnTx/>
                <a:uFillTx/>
                <a:latin typeface="微软雅黑" panose="020B0503020204020204" charset="-122"/>
                <a:ea typeface="微软雅黑" panose="020B0503020204020204" charset="-122"/>
                <a:cs typeface="+mn-cs"/>
              </a:rPr>
              <a:t>Drilling </a:t>
            </a:r>
          </a:p>
          <a:p>
            <a:pPr marR="0" lvl="0" algn="l" defTabSz="914400" rtl="0" eaLnBrk="1" fontAlgn="auto" latinLnBrk="0" hangingPunct="1">
              <a:lnSpc>
                <a:spcPct val="100000"/>
              </a:lnSpc>
              <a:spcBef>
                <a:spcPts val="0"/>
              </a:spcBef>
              <a:spcAft>
                <a:spcPts val="0"/>
              </a:spcAft>
              <a:buClrTx/>
              <a:buSzPct val="100000"/>
              <a:tabLst/>
              <a:defRPr/>
            </a:pPr>
            <a:endParaRPr kumimoji="0" lang="en-US" altLang="zh-CN" sz="32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
        <p:nvSpPr>
          <p:cNvPr id="4" name="TextBox 3">
            <a:extLst>
              <a:ext uri="{FF2B5EF4-FFF2-40B4-BE49-F238E27FC236}">
                <a16:creationId xmlns:a16="http://schemas.microsoft.com/office/drawing/2014/main" id="{D9F52E78-5577-7ED4-581D-294A394E8B8B}"/>
              </a:ext>
            </a:extLst>
          </p:cNvPr>
          <p:cNvSpPr txBox="1"/>
          <p:nvPr/>
        </p:nvSpPr>
        <p:spPr>
          <a:xfrm>
            <a:off x="3154017" y="570708"/>
            <a:ext cx="6096000" cy="461665"/>
          </a:xfrm>
          <a:prstGeom prst="rect">
            <a:avLst/>
          </a:prstGeom>
          <a:noFill/>
        </p:spPr>
        <p:txBody>
          <a:bodyPr wrap="square">
            <a:spAutoFit/>
          </a:bodyPr>
          <a:lstStyle/>
          <a:p>
            <a:pPr algn="ctr"/>
            <a:r>
              <a:rPr lang="en-US" sz="24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BASIC WORKSHOP PRACTICE</a:t>
            </a:r>
            <a:endParaRPr lang="en-US" sz="24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977BAE85-C4F3-C6C4-7CBE-BC869EBC3A05}"/>
              </a:ext>
            </a:extLst>
          </p:cNvPr>
          <p:cNvSpPr/>
          <p:nvPr/>
        </p:nvSpPr>
        <p:spPr>
          <a:xfrm>
            <a:off x="813870" y="5933454"/>
            <a:ext cx="6096000" cy="646331"/>
          </a:xfrm>
          <a:prstGeom prst="rect">
            <a:avLst/>
          </a:prstGeom>
        </p:spPr>
        <p:txBody>
          <a:bodyPr>
            <a:spAutoFit/>
          </a:bodyPr>
          <a:lstStyle/>
          <a:p>
            <a:pPr>
              <a:buSzPct val="100000"/>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a:buSzPct val="100000"/>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9" name="TextBox 8">
            <a:extLst>
              <a:ext uri="{FF2B5EF4-FFF2-40B4-BE49-F238E27FC236}">
                <a16:creationId xmlns:a16="http://schemas.microsoft.com/office/drawing/2014/main" id="{5B958563-90C7-C00C-7676-A0D9A34A8623}"/>
              </a:ext>
            </a:extLst>
          </p:cNvPr>
          <p:cNvSpPr txBox="1"/>
          <p:nvPr/>
        </p:nvSpPr>
        <p:spPr>
          <a:xfrm>
            <a:off x="813870" y="2004659"/>
            <a:ext cx="8634930" cy="646331"/>
          </a:xfrm>
          <a:prstGeom prst="rect">
            <a:avLst/>
          </a:prstGeom>
          <a:noFill/>
        </p:spPr>
        <p:txBody>
          <a:bodyPr wrap="square">
            <a:spAutoFit/>
          </a:bodyPr>
          <a:lstStyle/>
          <a:p>
            <a:r>
              <a:rPr lang="en-US" dirty="0"/>
              <a:t>The formula differs depending on whether you are using metric or imperial units: </a:t>
            </a:r>
          </a:p>
          <a:p>
            <a:r>
              <a:rPr lang="en-US" dirty="0"/>
              <a:t>Metric Formula (mm):</a:t>
            </a:r>
          </a:p>
        </p:txBody>
      </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5C99709F-5DD2-E085-C844-1E4BEF63A39E}"/>
                  </a:ext>
                </a:extLst>
              </p:cNvPr>
              <p:cNvSpPr txBox="1"/>
              <p:nvPr/>
            </p:nvSpPr>
            <p:spPr>
              <a:xfrm>
                <a:off x="813870" y="2699946"/>
                <a:ext cx="6096000" cy="618952"/>
              </a:xfrm>
              <a:prstGeom prst="rect">
                <a:avLst/>
              </a:prstGeom>
              <a:noFill/>
            </p:spPr>
            <p:txBody>
              <a:bodyPr wrap="square">
                <a:spAutoFit/>
              </a:bodyPr>
              <a:lstStyle/>
              <a:p>
                <a:r>
                  <a:rPr lang="en-US" dirty="0"/>
                  <a:t>RPM=</a:t>
                </a:r>
                <a14:m>
                  <m:oMath xmlns:m="http://schemas.openxmlformats.org/officeDocument/2006/math">
                    <m:f>
                      <m:fPr>
                        <m:ctrlPr>
                          <a:rPr lang="pt-BR" sz="2400" i="1" smtClean="0">
                            <a:latin typeface="Cambria Math" panose="02040503050406030204" pitchFamily="18" charset="0"/>
                          </a:rPr>
                        </m:ctrlPr>
                      </m:fPr>
                      <m:num>
                        <m:r>
                          <a:rPr lang="en-US" sz="2400" b="0" i="1" smtClean="0">
                            <a:latin typeface="Cambria Math" panose="02040503050406030204" pitchFamily="18" charset="0"/>
                          </a:rPr>
                          <m:t>𝑉𝐶</m:t>
                        </m:r>
                        <m:r>
                          <a:rPr lang="en-US" sz="2400" b="0" i="1" smtClean="0">
                            <a:latin typeface="Cambria Math" panose="02040503050406030204" pitchFamily="18" charset="0"/>
                          </a:rPr>
                          <m:t> </m:t>
                        </m:r>
                        <m:r>
                          <a:rPr lang="en-US" sz="2400" b="0" i="1" smtClean="0">
                            <a:latin typeface="Cambria Math" panose="02040503050406030204" pitchFamily="18" charset="0"/>
                          </a:rPr>
                          <m:t>𝑋</m:t>
                        </m:r>
                        <m:r>
                          <a:rPr lang="en-US" sz="2400" b="0" i="1" smtClean="0">
                            <a:latin typeface="Cambria Math" panose="02040503050406030204" pitchFamily="18" charset="0"/>
                          </a:rPr>
                          <m:t> 1000</m:t>
                        </m:r>
                      </m:num>
                      <m:den>
                        <m:r>
                          <m:rPr>
                            <m:sty m:val="p"/>
                          </m:rPr>
                          <a:rPr lang="pt-BR" sz="2400" i="1">
                            <a:latin typeface="Cambria Math" panose="02040503050406030204" pitchFamily="18" charset="0"/>
                          </a:rPr>
                          <m:t>π</m:t>
                        </m:r>
                        <m:r>
                          <a:rPr lang="en-US" sz="2400" b="0" i="1" smtClean="0">
                            <a:latin typeface="Cambria Math" panose="02040503050406030204" pitchFamily="18" charset="0"/>
                          </a:rPr>
                          <m:t> </m:t>
                        </m:r>
                        <m:r>
                          <a:rPr lang="en-US" sz="2400" b="0" i="1" smtClean="0">
                            <a:latin typeface="Cambria Math" panose="02040503050406030204" pitchFamily="18" charset="0"/>
                          </a:rPr>
                          <m:t>𝑋</m:t>
                        </m:r>
                        <m:r>
                          <a:rPr lang="en-US" sz="2400" b="0" i="1" smtClean="0">
                            <a:latin typeface="Cambria Math" panose="02040503050406030204" pitchFamily="18" charset="0"/>
                          </a:rPr>
                          <m:t> </m:t>
                        </m:r>
                        <m:r>
                          <a:rPr lang="en-US" sz="2400" b="0" i="1" smtClean="0">
                            <a:latin typeface="Cambria Math" panose="02040503050406030204" pitchFamily="18" charset="0"/>
                          </a:rPr>
                          <m:t>𝐷</m:t>
                        </m:r>
                      </m:den>
                    </m:f>
                  </m:oMath>
                </a14:m>
                <a:endParaRPr lang="en-US" dirty="0"/>
              </a:p>
            </p:txBody>
          </p:sp>
        </mc:Choice>
        <mc:Fallback>
          <p:sp>
            <p:nvSpPr>
              <p:cNvPr id="12" name="TextBox 11">
                <a:extLst>
                  <a:ext uri="{FF2B5EF4-FFF2-40B4-BE49-F238E27FC236}">
                    <a16:creationId xmlns:a16="http://schemas.microsoft.com/office/drawing/2014/main" id="{5C99709F-5DD2-E085-C844-1E4BEF63A39E}"/>
                  </a:ext>
                </a:extLst>
              </p:cNvPr>
              <p:cNvSpPr txBox="1">
                <a:spLocks noRot="1" noChangeAspect="1" noMove="1" noResize="1" noEditPoints="1" noAdjustHandles="1" noChangeArrowheads="1" noChangeShapeType="1" noTextEdit="1"/>
              </p:cNvSpPr>
              <p:nvPr/>
            </p:nvSpPr>
            <p:spPr>
              <a:xfrm>
                <a:off x="813870" y="2699946"/>
                <a:ext cx="6096000" cy="618952"/>
              </a:xfrm>
              <a:prstGeom prst="rect">
                <a:avLst/>
              </a:prstGeom>
              <a:blipFill>
                <a:blip r:embed="rId4"/>
                <a:stretch>
                  <a:fillRect l="-900"/>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C24B0932-CF97-F589-7B2D-A106980296F4}"/>
              </a:ext>
            </a:extLst>
          </p:cNvPr>
          <p:cNvSpPr txBox="1"/>
          <p:nvPr/>
        </p:nvSpPr>
        <p:spPr>
          <a:xfrm>
            <a:off x="990600" y="3623276"/>
            <a:ext cx="9588500" cy="1477328"/>
          </a:xfrm>
          <a:prstGeom prst="rect">
            <a:avLst/>
          </a:prstGeom>
          <a:noFill/>
        </p:spPr>
        <p:txBody>
          <a:bodyPr wrap="square">
            <a:spAutoFit/>
          </a:bodyPr>
          <a:lstStyle/>
          <a:p>
            <a:r>
              <a:rPr lang="en-US" dirty="0"/>
              <a:t>: Cutting Speed (meters per minute, m/min). For mild steel, this is typically 30–35 m/min.</a:t>
            </a:r>
          </a:p>
          <a:p>
            <a:endParaRPr lang="en-US" dirty="0"/>
          </a:p>
          <a:p>
            <a:r>
              <a:rPr lang="en-US" dirty="0"/>
              <a:t>: Diameter of the drill bit (mm).</a:t>
            </a:r>
          </a:p>
          <a:p>
            <a:endParaRPr lang="en-US" dirty="0"/>
          </a:p>
          <a:p>
            <a:r>
              <a:rPr lang="en-US" dirty="0"/>
              <a:t>: Approximately 3.14</a:t>
            </a:r>
          </a:p>
        </p:txBody>
      </p:sp>
    </p:spTree>
    <p:custDataLst>
      <p:tags r:id="rId1"/>
    </p:custDataLst>
    <p:extLst>
      <p:ext uri="{BB962C8B-B14F-4D97-AF65-F5344CB8AC3E}">
        <p14:creationId xmlns:p14="http://schemas.microsoft.com/office/powerpoint/2010/main" val="18318234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EB008-82DF-21BE-CBF7-90975E6B0398}"/>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AF295CF4-1E5D-0402-85AC-26861AA958C5}"/>
              </a:ext>
            </a:extLst>
          </p:cNvPr>
          <p:cNvSpPr txBox="1"/>
          <p:nvPr>
            <p:custDataLst>
              <p:tags r:id="rId2"/>
            </p:custDataLst>
          </p:nvPr>
        </p:nvSpPr>
        <p:spPr>
          <a:xfrm>
            <a:off x="813870" y="1032373"/>
            <a:ext cx="9975022" cy="1109848"/>
          </a:xfrm>
          <a:prstGeom prst="rect">
            <a:avLst/>
          </a:prstGeom>
          <a:noFill/>
        </p:spPr>
        <p:txBody>
          <a:bodyPr wrap="square" rtlCol="0">
            <a:noAutofit/>
          </a:bodyPr>
          <a:lstStyle/>
          <a:p>
            <a:pPr marR="0" lvl="0" algn="l" defTabSz="914400" rtl="0" eaLnBrk="1" fontAlgn="auto" latinLnBrk="0" hangingPunct="1">
              <a:lnSpc>
                <a:spcPct val="100000"/>
              </a:lnSpc>
              <a:spcBef>
                <a:spcPts val="0"/>
              </a:spcBef>
              <a:spcAft>
                <a:spcPts val="0"/>
              </a:spcAft>
              <a:buClrTx/>
              <a:buSzPct val="100000"/>
              <a:tabLst/>
              <a:defRPr/>
            </a:pPr>
            <a:r>
              <a:rPr lang="en-US" altLang="zh-CN" sz="2400" b="1" cap="all" spc="100" dirty="0">
                <a:solidFill>
                  <a:srgbClr val="000000"/>
                </a:solidFill>
                <a:latin typeface="微软雅黑" panose="020B0503020204020204" charset="-122"/>
                <a:ea typeface="微软雅黑" panose="020B0503020204020204" charset="-122"/>
              </a:rPr>
              <a:t>6</a:t>
            </a:r>
            <a:r>
              <a:rPr kumimoji="0" lang="en-US" altLang="zh-CN" sz="24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rPr>
              <a:t>- </a:t>
            </a:r>
            <a:r>
              <a:rPr kumimoji="0" lang="en-US" altLang="zh-CN" sz="2400" b="1" i="0" u="none" strike="noStrike" kern="1200" spc="100" normalizeH="0" baseline="0" noProof="0" dirty="0">
                <a:ln>
                  <a:noFill/>
                </a:ln>
                <a:solidFill>
                  <a:srgbClr val="000000"/>
                </a:solidFill>
                <a:effectLst/>
                <a:uLnTx/>
                <a:uFillTx/>
                <a:latin typeface="微软雅黑" panose="020B0503020204020204" charset="-122"/>
                <a:ea typeface="微软雅黑" panose="020B0503020204020204" charset="-122"/>
                <a:cs typeface="+mn-cs"/>
              </a:rPr>
              <a:t>Drills, Taps, Countersinking And Dies</a:t>
            </a:r>
          </a:p>
          <a:p>
            <a:pPr marL="342900" marR="0" lvl="0" indent="-342900" algn="l" defTabSz="914400" rtl="0" eaLnBrk="1" fontAlgn="auto" latinLnBrk="0" hangingPunct="1">
              <a:lnSpc>
                <a:spcPct val="100000"/>
              </a:lnSpc>
              <a:spcBef>
                <a:spcPts val="0"/>
              </a:spcBef>
              <a:spcAft>
                <a:spcPts val="0"/>
              </a:spcAft>
              <a:buClrTx/>
              <a:buSzPct val="100000"/>
              <a:buFont typeface="Wingdings" panose="05000000000000000000" pitchFamily="2" charset="2"/>
              <a:buChar char="Ø"/>
              <a:tabLst/>
              <a:defRPr/>
            </a:pPr>
            <a:r>
              <a:rPr kumimoji="0" lang="en-US" altLang="zh-CN" sz="2400" b="1" i="0" u="none" strike="noStrike" kern="1200" spc="100" normalizeH="0" baseline="0" noProof="0" dirty="0">
                <a:ln>
                  <a:noFill/>
                </a:ln>
                <a:effectLst/>
                <a:uLnTx/>
                <a:uFillTx/>
                <a:latin typeface="微软雅黑" panose="020B0503020204020204" charset="-122"/>
                <a:ea typeface="微软雅黑" panose="020B0503020204020204" charset="-122"/>
                <a:cs typeface="+mn-cs"/>
              </a:rPr>
              <a:t>Drilling </a:t>
            </a:r>
          </a:p>
          <a:p>
            <a:pPr marR="0" lvl="0" algn="l" defTabSz="914400" rtl="0" eaLnBrk="1" fontAlgn="auto" latinLnBrk="0" hangingPunct="1">
              <a:lnSpc>
                <a:spcPct val="100000"/>
              </a:lnSpc>
              <a:spcBef>
                <a:spcPts val="0"/>
              </a:spcBef>
              <a:spcAft>
                <a:spcPts val="0"/>
              </a:spcAft>
              <a:buClrTx/>
              <a:buSzPct val="100000"/>
              <a:tabLst/>
              <a:defRPr/>
            </a:pPr>
            <a:endParaRPr kumimoji="0" lang="en-US" altLang="zh-CN" sz="32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
        <p:nvSpPr>
          <p:cNvPr id="4" name="TextBox 3">
            <a:extLst>
              <a:ext uri="{FF2B5EF4-FFF2-40B4-BE49-F238E27FC236}">
                <a16:creationId xmlns:a16="http://schemas.microsoft.com/office/drawing/2014/main" id="{199F52A6-8D91-7439-8A0E-D73EEDA06911}"/>
              </a:ext>
            </a:extLst>
          </p:cNvPr>
          <p:cNvSpPr txBox="1"/>
          <p:nvPr/>
        </p:nvSpPr>
        <p:spPr>
          <a:xfrm>
            <a:off x="3154017" y="570708"/>
            <a:ext cx="6096000" cy="461665"/>
          </a:xfrm>
          <a:prstGeom prst="rect">
            <a:avLst/>
          </a:prstGeom>
          <a:noFill/>
        </p:spPr>
        <p:txBody>
          <a:bodyPr wrap="square">
            <a:spAutoFit/>
          </a:bodyPr>
          <a:lstStyle/>
          <a:p>
            <a:pPr algn="ctr"/>
            <a:r>
              <a:rPr lang="en-US" sz="24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BASIC WORKSHOP PRACTICE</a:t>
            </a:r>
            <a:endParaRPr lang="en-US" sz="24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4FD61D66-DA34-6434-15DA-BD93B252149A}"/>
              </a:ext>
            </a:extLst>
          </p:cNvPr>
          <p:cNvSpPr/>
          <p:nvPr/>
        </p:nvSpPr>
        <p:spPr>
          <a:xfrm>
            <a:off x="813870" y="5933454"/>
            <a:ext cx="6096000" cy="646331"/>
          </a:xfrm>
          <a:prstGeom prst="rect">
            <a:avLst/>
          </a:prstGeom>
        </p:spPr>
        <p:txBody>
          <a:bodyPr>
            <a:spAutoFit/>
          </a:bodyPr>
          <a:lstStyle/>
          <a:p>
            <a:pPr>
              <a:buSzPct val="100000"/>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a:buSzPct val="100000"/>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5" name="TextBox 4">
            <a:extLst>
              <a:ext uri="{FF2B5EF4-FFF2-40B4-BE49-F238E27FC236}">
                <a16:creationId xmlns:a16="http://schemas.microsoft.com/office/drawing/2014/main" id="{D57FB486-12DE-9FF7-C4F3-90316C5A7915}"/>
              </a:ext>
            </a:extLst>
          </p:cNvPr>
          <p:cNvSpPr txBox="1"/>
          <p:nvPr/>
        </p:nvSpPr>
        <p:spPr>
          <a:xfrm>
            <a:off x="813870" y="1775242"/>
            <a:ext cx="10158930" cy="3785652"/>
          </a:xfrm>
          <a:prstGeom prst="rect">
            <a:avLst/>
          </a:prstGeom>
          <a:noFill/>
        </p:spPr>
        <p:txBody>
          <a:bodyPr wrap="square">
            <a:spAutoFit/>
          </a:bodyPr>
          <a:lstStyle/>
          <a:p>
            <a:r>
              <a:rPr lang="en-US" sz="2400" b="1" dirty="0"/>
              <a:t>Key Factors for Success</a:t>
            </a:r>
          </a:p>
          <a:p>
            <a:endParaRPr lang="en-US" dirty="0"/>
          </a:p>
          <a:p>
            <a:r>
              <a:rPr lang="en-US" b="1" dirty="0"/>
              <a:t>Lubrication</a:t>
            </a:r>
            <a:r>
              <a:rPr lang="en-US" dirty="0"/>
              <a:t>: Use cutting oil or fluid to prevent the bit from overheating. If drilling dry, reduce the calculated RPM by about 40%.</a:t>
            </a:r>
          </a:p>
          <a:p>
            <a:endParaRPr lang="en-US" dirty="0"/>
          </a:p>
          <a:p>
            <a:r>
              <a:rPr lang="en-US" b="1" dirty="0"/>
              <a:t>Heat Check: </a:t>
            </a:r>
            <a:r>
              <a:rPr lang="en-US" dirty="0"/>
              <a:t>If the chips coming off the metal are blue or the bit starts smoking, your speed is too high; slow down immediately to avoid dulling the bit.</a:t>
            </a:r>
          </a:p>
          <a:p>
            <a:endParaRPr lang="en-US" dirty="0"/>
          </a:p>
          <a:p>
            <a:r>
              <a:rPr lang="en-US" b="1" dirty="0"/>
              <a:t>Deep Holes: </a:t>
            </a:r>
            <a:r>
              <a:rPr lang="en-US" dirty="0"/>
              <a:t>If the hole is deeper than 3–4 times the drill's diameter, reduce the speed and feed rate by 25–50% and use "peck drilling" (withdrawing the bit periodically to clear chips).</a:t>
            </a:r>
          </a:p>
          <a:p>
            <a:endParaRPr lang="en-US" dirty="0"/>
          </a:p>
          <a:p>
            <a:r>
              <a:rPr lang="en-US" b="1" dirty="0"/>
              <a:t>Tool Material: </a:t>
            </a:r>
            <a:r>
              <a:rPr lang="en-US" dirty="0"/>
              <a:t>The formulas above are for standard HSS bits. If using Cobalt bits, you can maintain these speeds for longer; for Carbide bits, you can often run 2–3 times faster</a:t>
            </a:r>
          </a:p>
        </p:txBody>
      </p:sp>
    </p:spTree>
    <p:custDataLst>
      <p:tags r:id="rId1"/>
    </p:custDataLst>
    <p:extLst>
      <p:ext uri="{BB962C8B-B14F-4D97-AF65-F5344CB8AC3E}">
        <p14:creationId xmlns:p14="http://schemas.microsoft.com/office/powerpoint/2010/main" val="18862342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192696" y="1527335"/>
            <a:ext cx="10018643" cy="4086802"/>
          </a:xfrm>
          <a:prstGeom prst="rect">
            <a:avLst/>
          </a:prstGeom>
          <a:noFill/>
        </p:spPr>
        <p:txBody>
          <a:bodyPr wrap="square" rtlCol="0">
            <a:noAutofit/>
          </a:bodyPr>
          <a:lstStyle/>
          <a:p>
            <a:pPr marL="342900" marR="0" lvl="0" indent="-342900" algn="l" defTabSz="914400" rtl="0" eaLnBrk="1" fontAlgn="auto" latinLnBrk="0" hangingPunct="1">
              <a:lnSpc>
                <a:spcPct val="100000"/>
              </a:lnSpc>
              <a:spcBef>
                <a:spcPts val="0"/>
              </a:spcBef>
              <a:spcAft>
                <a:spcPts val="0"/>
              </a:spcAft>
              <a:buClrTx/>
              <a:buSzPct val="100000"/>
              <a:buFont typeface="Courier New" panose="02070309020205020404" pitchFamily="49" charset="0"/>
              <a:buChar char="o"/>
              <a:tabLst/>
              <a:defRPr/>
            </a:pPr>
            <a:endParaRPr kumimoji="0" lang="en-US" altLang="zh-CN" sz="24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
        <p:nvSpPr>
          <p:cNvPr id="2" name="TextBox 1">
            <a:extLst>
              <a:ext uri="{FF2B5EF4-FFF2-40B4-BE49-F238E27FC236}">
                <a16:creationId xmlns:a16="http://schemas.microsoft.com/office/drawing/2014/main" id="{736D334A-8353-F612-C4E0-A0790F8E500E}"/>
              </a:ext>
            </a:extLst>
          </p:cNvPr>
          <p:cNvSpPr txBox="1"/>
          <p:nvPr/>
        </p:nvSpPr>
        <p:spPr>
          <a:xfrm>
            <a:off x="3677478" y="3309126"/>
            <a:ext cx="4412974"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panose="020B0604020202020204" pitchFamily="34" charset="0"/>
              </a:rPr>
              <a:t>THANK YOU</a:t>
            </a:r>
          </a:p>
        </p:txBody>
      </p:sp>
    </p:spTree>
    <p:custDataLst>
      <p:tags r:id="rId1"/>
    </p:custDataLst>
    <p:extLst>
      <p:ext uri="{BB962C8B-B14F-4D97-AF65-F5344CB8AC3E}">
        <p14:creationId xmlns:p14="http://schemas.microsoft.com/office/powerpoint/2010/main" val="185587769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TQ4MGY0NjJhMzczNGQ0NjZmYzYxODFkYTNkOWQ4NTQifQ=="/>
</p:tagLst>
</file>

<file path=ppt/tags/tag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 name="KSO_WM_TEMPLATE_CATEGORY" val="custom"/>
  <p:tag name="KSO_WM_TEMPLATE_INDEX" val="20223075"/>
</p:tagLst>
</file>

<file path=ppt/tags/tag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 name="KSO_WM_TEMPLATE_CATEGORY" val="custom"/>
  <p:tag name="KSO_WM_TEMPLATE_INDEX" val="20223075"/>
</p:tagLst>
</file>

<file path=ppt/tags/tag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custom"/>
  <p:tag name="KSO_WM_TEMPLATE_INDEX" val="20223075"/>
  <p:tag name="KSO_WM_CHIP_COLORING" val="1"/>
</p:tagLst>
</file>

<file path=ppt/tags/tag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4*i*1"/>
  <p:tag name="KSO_WM_BEAUTIFY_FLAG" val="#wm#"/>
  <p:tag name="KSO_WM_TAG_VERSION" val="1.0"/>
  <p:tag name="KSO_WM_CHIP_GROUPID" val="62cb92ed67e1b3ac3a0df933"/>
  <p:tag name="KSO_WM_CHIP_XID" val="62cb92f267e1b3ac3a0dfd51"/>
  <p:tag name="KSO_WM_UNIT_DEC_AREA_ID" val="a11a73839daf4afd8c8eecb70bd8d2c5"/>
  <p:tag name="KSO_WM_CHIP_FILLAREA_FILL_RULE" val="{&quot;fill_align&quot;:&quot;cm&quot;,&quot;fill_effect&quot;:[],&quot;fill_mode&quot;:&quot;adaptive&quot;,&quot;sacle_strategy&quot;:&quot;stretch&quot;}"/>
  <p:tag name="KSO_WM_UNIT_DEC_SUPPORTCHANGEPIC" val="0"/>
  <p:tag name="KSO_WM_UNIT_DEC_CHANGEPICRESERVED" val="1"/>
  <p:tag name="KSO_WM_ASSEMBLE_CHIP_INDEX" val="74db68e000024515aa2d711777418aa1"/>
</p:tagLst>
</file>

<file path=ppt/tags/tag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6*i*1"/>
  <p:tag name="KSO_WM_BEAUTIFY_FLAG" val="#wm#"/>
  <p:tag name="KSO_WM_TAG_VERSION" val="1.0"/>
  <p:tag name="KSO_WM_CHIP_GROUPID" val="62cb92ed67e1b3ac3a0df933"/>
  <p:tag name="KSO_WM_CHIP_XID" val="62cb92f267e1b3ac3a0dfc96"/>
  <p:tag name="KSO_WM_UNIT_DEC_AREA_ID" val="9fcaac9ea3384a638db80c6bdc5589bd"/>
  <p:tag name="KSO_WM_CHIP_FILLAREA_FILL_RULE" val="{&quot;fill_align&quot;:&quot;lt&quot;,&quot;fill_effect&quot;:[],&quot;fill_mode&quot;:&quot;adaptive&quot;,&quot;sacle_strategy&quot;:&quot;stretch&quot;}"/>
  <p:tag name="KSO_WM_UNIT_DEC_SUPPORTCHANGEPIC" val="0"/>
  <p:tag name="KSO_WM_UNIT_DEC_CHANGEPICRESERVED" val="1"/>
  <p:tag name="KSO_WM_ASSEMBLE_CHIP_INDEX" val="fc0d64f86cd3483cab8a5ed4c0ff90c2"/>
</p:tagLst>
</file>

<file path=ppt/tags/tag1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8*i*1"/>
  <p:tag name="KSO_WM_BEAUTIFY_FLAG" val="#wm#"/>
  <p:tag name="KSO_WM_TAG_VERSION" val="1.0"/>
  <p:tag name="KSO_WM_CHIP_GROUPID" val="62cb92ed67e1b3ac3a0df933"/>
  <p:tag name="KSO_WM_CHIP_XID" val="62cb92f267e1b3ac3a0dfcb7"/>
  <p:tag name="KSO_WM_UNIT_DEC_AREA_ID" val="0b6e32bb8e9b4cd59a73ec1ab58588a3"/>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6252d6d1848c46529fc1ac4283ac4f73"/>
</p:tagLst>
</file>

<file path=ppt/tags/tag11.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15*i*1"/>
  <p:tag name="KSO_WM_BEAUTIFY_FLAG" val="#wm#"/>
  <p:tag name="KSO_WM_TAG_VERSION" val="1.0"/>
  <p:tag name="KSO_WM_CHIP_GROUPID" val="62cb92ed67e1b3ac3a0df933"/>
  <p:tag name="KSO_WM_CHIP_XID" val="62cb92f267e1b3ac3a0dfd31"/>
  <p:tag name="KSO_WM_UNIT_DEC_AREA_ID" val="cedfc75459a64b91839f7c4e93fc4ab0"/>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2307ef49eb7844ab8170517694ba29cf"/>
</p:tagLst>
</file>

<file path=ppt/tags/tag12.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7*i*1"/>
  <p:tag name="KSO_WM_BEAUTIFY_FLAG" val="#wm#"/>
  <p:tag name="KSO_WM_TAG_VERSION" val="1.0"/>
  <p:tag name="KSO_WM_CHIP_GROUPID" val="62cb92ed67e1b3ac3a0df933"/>
  <p:tag name="KSO_WM_CHIP_XID" val="62cb92f267e1b3ac3a0dfcb1"/>
  <p:tag name="KSO_WM_UNIT_DEC_AREA_ID" val="d0ce6c47bdc440d196dfdadc5c19a3bf"/>
  <p:tag name="KSO_WM_CHIP_FILLAREA_FILL_RULE" val="{&quot;fill_align&quot;:&quot;rt&quot;,&quot;fill_effect&quot;:[],&quot;fill_mode&quot;:&quot;adaptive&quot;,&quot;sacle_strategy&quot;:&quot;stretch&quot;}"/>
  <p:tag name="KSO_WM_UNIT_DEC_SUPPORTCHANGEPIC" val="0"/>
  <p:tag name="KSO_WM_UNIT_DEC_CHANGEPICRESERVED" val="1"/>
  <p:tag name="KSO_WM_ASSEMBLE_CHIP_INDEX" val="9b4fe2c4d5bb440eb7542455658eee6d"/>
</p:tagLst>
</file>

<file path=ppt/tags/tag1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19.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2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2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6.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2*i*1"/>
  <p:tag name="KSO_WM_BEAUTIFY_FLAG" val="#wm#"/>
  <p:tag name="KSO_WM_TAG_VERSION" val="1.0"/>
  <p:tag name="KSO_WM_CHIP_GROUPID" val="62cb92ed67e1b3ac3a0df933"/>
  <p:tag name="KSO_WM_CHIP_XID" val="62cb92f267e1b3ac3a0dfbd8"/>
  <p:tag name="KSO_WM_UNIT_DEC_AREA_ID" val="353a2ba7688d4d109d88d8fbf076f1be"/>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c821e70711df4ae0a04b6ba18360b869"/>
</p:tagLst>
</file>

<file path=ppt/tags/tag27.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4*i*1"/>
  <p:tag name="KSO_WM_BEAUTIFY_FLAG" val="#wm#"/>
  <p:tag name="KSO_WM_TAG_VERSION" val="1.0"/>
  <p:tag name="KSO_WM_CHIP_GROUPID" val="62cb92ed67e1b3ac3a0df933"/>
  <p:tag name="KSO_WM_CHIP_XID" val="62cb92f267e1b3ac3a0dfbcb"/>
  <p:tag name="KSO_WM_UNIT_DEC_AREA_ID" val="4ab4fedb6c6640b484a0fdb113c32716"/>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0b2380889160463abab291528e337d23"/>
</p:tagLst>
</file>

<file path=ppt/tags/tag28.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3*i*1"/>
  <p:tag name="KSO_WM_BEAUTIFY_FLAG" val="#wm#"/>
  <p:tag name="KSO_WM_TAG_VERSION" val="1.0"/>
  <p:tag name="KSO_WM_CHIP_GROUPID" val="62cb92ed67e1b3ac3a0df933"/>
  <p:tag name="KSO_WM_CHIP_XID" val="62cb92f267e1b3ac3a0dfbc7"/>
  <p:tag name="KSO_WM_UNIT_DEC_AREA_ID" val="f51db6bba423479a96c7def23f363aa5"/>
  <p:tag name="KSO_WM_CHIP_FILLAREA_FILL_RULE" val="{&quot;fill_align&quot;:&quot;lm&quot;,&quot;fill_effect&quot;:[],&quot;fill_mode&quot;:&quot;adaptive&quot;,&quot;sacle_strategy&quot;:&quot;stretch&quot;}"/>
  <p:tag name="KSO_WM_UNIT_DEC_SUPPORTCHANGEPIC" val="0"/>
  <p:tag name="KSO_WM_UNIT_DEC_CHANGEPICRESERVED" val="1"/>
  <p:tag name="KSO_WM_ASSEMBLE_CHIP_INDEX" val="46eb048d58f74aaaaaf7557c2b39a70c"/>
</p:tagLst>
</file>

<file path=ppt/tags/tag2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23075_1*a*1"/>
  <p:tag name="KSO_WM_TEMPLATE_CATEGORY" val="custom"/>
  <p:tag name="KSO_WM_TEMPLATE_INDEX" val="20223075"/>
  <p:tag name="KSO_WM_UNIT_LAYERLEVEL" val="1"/>
  <p:tag name="KSO_WM_TAG_VERSION" val="1.0"/>
  <p:tag name="KSO_WM_BEAUTIFY_FLAG" val="#wm#"/>
  <p:tag name="KSO_WM_UNIT_DEFAULT_FONT" val="60;66;2"/>
  <p:tag name="KSO_WM_UNIT_BLOCK" val="0"/>
  <p:tag name="KSO_WM_UNIT_DEC_AREA_ID" val="e5577524724345448ce6d9c2ce3939e0"/>
  <p:tag name="KSO_WM_CHIP_GROUPID" val="61849109a6a891b1f9dbb830"/>
  <p:tag name="KSO_WM_CHIP_XID" val="61849109a6a891b1f9dbb82d"/>
  <p:tag name="KSO_WM_CHIP_FILLAREA_FILL_RULE" val="{&quot;fill_align&quot;:&quot;cm&quot;,&quot;fill_mode&quot;:&quot;adaptive&quot;,&quot;sacle_strategy&quot;:&quot;smart&quot;}"/>
  <p:tag name="KSO_WM_ASSEMBLE_CHIP_INDEX" val="a3eb76d9cecc488caa04c4a7a8fcd523"/>
  <p:tag name="KSO_WM_UNIT_TEXT_FILL_FORE_SCHEMECOLOR_INDEX_BRIGHTNESS" val="0.15"/>
  <p:tag name="KSO_WM_UNIT_TEXT_FILL_FORE_SCHEMECOLOR_INDEX" val="13"/>
  <p:tag name="KSO_WM_UNIT_TEXT_FILL_TYPE" val="1"/>
  <p:tag name="KSO_WM_TEMPLATE_ASSEMBLE_XID" val="63156d2459d53ee3cde2290b"/>
  <p:tag name="KSO_WM_TEMPLATE_ASSEMBLE_GROUPID" val="62cb92ed67e1b3ac3a0df933"/>
</p:tagLst>
</file>

<file path=ppt/tags/tag33.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正文，文字是您思想的提炼，为了演示发布的良好效果，请言简意赅地阐述您的观点。"/>
  <p:tag name="KSO_WM_UNIT_NOCLEAR" val="0"/>
  <p:tag name="KSO_WM_UNIT_VALUE" val="76"/>
  <p:tag name="KSO_WM_UNIT_HIGHLIGHT" val="0"/>
  <p:tag name="KSO_WM_UNIT_COMPATIBLE" val="0"/>
  <p:tag name="KSO_WM_UNIT_DIAGRAM_ISNUMVISUAL" val="0"/>
  <p:tag name="KSO_WM_UNIT_DIAGRAM_ISREFERUNIT" val="0"/>
  <p:tag name="KSO_WM_UNIT_TYPE" val="f"/>
  <p:tag name="KSO_WM_UNIT_INDEX" val="1"/>
  <p:tag name="KSO_WM_UNIT_ID" val="custom20223075_1*f*1"/>
  <p:tag name="KSO_WM_TEMPLATE_CATEGORY" val="custom"/>
  <p:tag name="KSO_WM_TEMPLATE_INDEX" val="20223075"/>
  <p:tag name="KSO_WM_UNIT_LAYERLEVEL" val="1"/>
  <p:tag name="KSO_WM_TAG_VERSION" val="1.0"/>
  <p:tag name="KSO_WM_BEAUTIFY_FLAG" val="#wm#"/>
  <p:tag name="KSO_WM_UNIT_DEFAULT_FONT" val="14;14;2"/>
  <p:tag name="KSO_WM_UNIT_BLOCK" val="0"/>
  <p:tag name="KSO_WM_UNIT_DEC_AREA_ID" val="35127bff71ec4a98b1f1a512400e582e"/>
  <p:tag name="KSO_WM_CHIP_GROUPID" val="61849109a6a891b1f9dbb830"/>
  <p:tag name="KSO_WM_CHIP_XID" val="61849109a6a891b1f9dbb82d"/>
  <p:tag name="KSO_WM_CHIP_FILLAREA_FILL_RULE" val="{&quot;fill_align&quot;:&quot;cm&quot;,&quot;fill_mode&quot;:&quot;adaptive&quot;,&quot;sacle_strategy&quot;:&quot;smart&quot;}"/>
  <p:tag name="KSO_WM_ASSEMBLE_CHIP_INDEX" val="a3eb76d9cecc488caa04c4a7a8fcd523"/>
  <p:tag name="KSO_WM_UNIT_TEXT_FILL_FORE_SCHEMECOLOR_INDEX_BRIGHTNESS" val="0.5"/>
  <p:tag name="KSO_WM_UNIT_TEXT_FILL_FORE_SCHEMECOLOR_INDEX" val="13"/>
  <p:tag name="KSO_WM_UNIT_TEXT_FILL_TYPE" val="1"/>
  <p:tag name="KSO_WM_TEMPLATE_ASSEMBLE_XID" val="63156d2459d53ee3cde2290b"/>
  <p:tag name="KSO_WM_TEMPLATE_ASSEMBLE_GROUPID" val="62cb92ed67e1b3ac3a0df933"/>
</p:tagLst>
</file>

<file path=ppt/tags/tag3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35.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3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3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3.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44.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4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4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6*i*1"/>
  <p:tag name="KSO_WM_BEAUTIFY_FLAG" val="#wm#"/>
  <p:tag name="KSO_WM_TAG_VERSION" val="1.0"/>
  <p:tag name="KSO_WM_CHIP_GROUPID" val="62cb92ed67e1b3ac3a0df933"/>
  <p:tag name="KSO_WM_CHIP_XID" val="62cb92f267e1b3ac3a0df99b"/>
  <p:tag name="KSO_WM_UNIT_DEC_AREA_ID" val="7ae053233a014cf5b087ba4b069db752"/>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4d0fe025b92a4121b116f65108e5c0b7"/>
</p:tagLst>
</file>

<file path=ppt/tags/tag5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7*i*1"/>
  <p:tag name="KSO_WM_BEAUTIFY_FLAG" val="#wm#"/>
  <p:tag name="KSO_WM_TAG_VERSION" val="1.0"/>
  <p:tag name="KSO_WM_CHIP_GROUPID" val="62cb92ed67e1b3ac3a0df933"/>
  <p:tag name="KSO_WM_CHIP_XID" val="62cb92f267e1b3ac3a0df93d"/>
  <p:tag name="KSO_WM_UNIT_DEC_AREA_ID" val="7aac52c509324246a2139159652c9dce"/>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26a1af26a8d74008b1380f22ba29d46f"/>
</p:tagLst>
</file>

<file path=ppt/tags/tag56.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8*i*1"/>
  <p:tag name="KSO_WM_BEAUTIFY_FLAG" val="#wm#"/>
  <p:tag name="KSO_WM_TAG_VERSION" val="1.0"/>
  <p:tag name="KSO_WM_CHIP_GROUPID" val="62cb92ed67e1b3ac3a0df933"/>
  <p:tag name="KSO_WM_CHIP_XID" val="62cb92f267e1b3ac3a0df990"/>
  <p:tag name="KSO_WM_UNIT_DEC_AREA_ID" val="b20fbc8bd01f4b7ebdd46d90e2647bbf"/>
  <p:tag name="KSO_WM_CHIP_FILLAREA_FILL_RULE" val="{&quot;fill_align&quot;:&quot;rt&quot;,&quot;fill_effect&quot;:[],&quot;fill_mode&quot;:&quot;adaptive&quot;,&quot;sacle_strategy&quot;:&quot;stretch&quot;}"/>
  <p:tag name="KSO_WM_UNIT_DEC_SUPPORTCHANGEPIC" val="0"/>
  <p:tag name="KSO_WM_UNIT_DEC_CHANGEPICRESERVED" val="1"/>
  <p:tag name="KSO_WM_ASSEMBLE_CHIP_INDEX" val="968a292b1c74438a8be59c5e124aa1e5"/>
</p:tagLst>
</file>

<file path=ppt/tags/tag5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65.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6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6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3.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74.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7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7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1.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82.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83.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8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20*i*1"/>
  <p:tag name="KSO_WM_BEAUTIFY_FLAG" val="#wm#"/>
  <p:tag name="KSO_WM_TAG_VERSION" val="1.0"/>
  <p:tag name="KSO_WM_CHIP_GROUPID" val="62cb92ed67e1b3ac3a0df933"/>
  <p:tag name="KSO_WM_CHIP_XID" val="62cb92f267e1b3ac3a0dfaaf"/>
  <p:tag name="KSO_WM_UNIT_DEC_AREA_ID" val="511aa335ee7d4245a08946cb05b9faa4"/>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96cad2575e594576b80f3f7814fb0824"/>
</p:tagLst>
</file>

<file path=ppt/tags/tag89.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22*i*1"/>
  <p:tag name="KSO_WM_BEAUTIFY_FLAG" val="#wm#"/>
  <p:tag name="KSO_WM_TAG_VERSION" val="1.0"/>
  <p:tag name="KSO_WM_CHIP_GROUPID" val="62cb92ed67e1b3ac3a0df933"/>
  <p:tag name="KSO_WM_CHIP_XID" val="62cb92f267e1b3ac3a0dfa9c"/>
  <p:tag name="KSO_WM_UNIT_DEC_AREA_ID" val="cd0b699e343a426dbd8923da658f7258"/>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46079dca97b54b6f8f260c458203cdd5"/>
</p:tagLst>
</file>

<file path=ppt/tags/tag90.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21*i*1"/>
  <p:tag name="KSO_WM_BEAUTIFY_FLAG" val="#wm#"/>
  <p:tag name="KSO_WM_TAG_VERSION" val="1.0"/>
  <p:tag name="KSO_WM_CHIP_GROUPID" val="62cb92ed67e1b3ac3a0df933"/>
  <p:tag name="KSO_WM_CHIP_XID" val="62cb92f267e1b3ac3a0dfa7d"/>
  <p:tag name="KSO_WM_UNIT_DEC_AREA_ID" val="61fe8ffa078a456db36c7c5a609a0b36"/>
  <p:tag name="KSO_WM_CHIP_FILLAREA_FILL_RULE" val="{&quot;fill_align&quot;:&quot;lm&quot;,&quot;fill_effect&quot;:[],&quot;fill_mode&quot;:&quot;adaptive&quot;,&quot;sacle_strategy&quot;:&quot;stretch&quot;}"/>
  <p:tag name="KSO_WM_UNIT_DEC_SUPPORTCHANGEPIC" val="0"/>
  <p:tag name="KSO_WM_UNIT_DEC_CHANGEPICRESERVED" val="1"/>
  <p:tag name="KSO_WM_ASSEMBLE_CHIP_INDEX" val="a3844cc6be254379824c635ec2fa7326"/>
</p:tagLst>
</file>

<file path=ppt/tags/tag9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4.xml><?xml version="1.0" encoding="utf-8"?>
<p:tagLst xmlns:a="http://schemas.openxmlformats.org/drawingml/2006/main" xmlns:r="http://schemas.openxmlformats.org/officeDocument/2006/relationships" xmlns:p="http://schemas.openxmlformats.org/presentationml/2006/main">
  <p:tag name="KSO_WM_UNIT_DEFAULT_FONT" val="66;74;2"/>
  <p:tag name="KSO_WM_UNIT_BLOCK" val="0"/>
  <p:tag name="KSO_WM_UNIT_DEC_AREA_ID" val="024cb455de114c8590873753d08ef7c9"/>
  <p:tag name="KSO_WM_UNIT_ISCONTENTSTITLE" val="0"/>
  <p:tag name="KSO_WM_UNIT_ISNUMDGMTITLE" val="0"/>
  <p:tag name="KSO_WM_UNIT_PRESET_TEXT" val="感谢各位的观看"/>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23075_1*a*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5.xml><?xml version="1.0" encoding="utf-8"?>
<p:tagLst xmlns:a="http://schemas.openxmlformats.org/drawingml/2006/main" xmlns:r="http://schemas.openxmlformats.org/officeDocument/2006/relationships" xmlns:p="http://schemas.openxmlformats.org/presentationml/2006/main">
  <p:tag name="KSO_WM_UNIT_DEFAULT_FONT" val="16;18;2"/>
  <p:tag name="KSO_WM_UNIT_BLOCK" val="0"/>
  <p:tag name="KSO_WM_UNIT_DEC_AREA_ID" val="59dd0d01bf8d46bc94fd640b0712b633"/>
  <p:tag name="KSO_WM_UNIT_SUBTYPE" val="a"/>
  <p:tag name="KSO_WM_UNIT_PRESET_TEXT" val="点击此处添加正文，文字是您思想的提炼，为了演示发布的良好效果，请言简意赅地阐述您的观点。"/>
  <p:tag name="KSO_WM_UNIT_NOCLEAR" val="0"/>
  <p:tag name="KSO_WM_UNIT_VALUE" val="68"/>
  <p:tag name="KSO_WM_UNIT_HIGHLIGHT" val="0"/>
  <p:tag name="KSO_WM_UNIT_COMPATIBLE" val="0"/>
  <p:tag name="KSO_WM_UNIT_DIAGRAM_ISNUMVISUAL" val="0"/>
  <p:tag name="KSO_WM_UNIT_DIAGRAM_ISREFERUNIT" val="0"/>
  <p:tag name="KSO_WM_UNIT_TYPE" val="f"/>
  <p:tag name="KSO_WM_UNIT_INDEX" val="1"/>
  <p:tag name="KSO_WM_UNIT_ID" val="custom20223075_1*f*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6.xml><?xml version="1.0" encoding="utf-8"?>
<p:tagLst xmlns:a="http://schemas.openxmlformats.org/drawingml/2006/main" xmlns:r="http://schemas.openxmlformats.org/officeDocument/2006/relationships" xmlns:p="http://schemas.openxmlformats.org/presentationml/2006/main">
  <p:tag name="KSO_WM_UNIT_DEFAULT_FONT" val="20;22;2"/>
  <p:tag name="KSO_WM_UNIT_BLOCK" val="0"/>
  <p:tag name="KSO_WM_UNIT_DEC_AREA_ID" val="c54f68c39bda4efea42a2b1659b9e2ea"/>
  <p:tag name="KSO_WM_UNIT_ISCONTENTSTITLE" val="0"/>
  <p:tag name="KSO_WM_UNIT_ISNUMDGMTITLE" val="0"/>
  <p:tag name="KSO_WM_UNIT_PRESET_TEXT" val="单击此处添加副标题"/>
  <p:tag name="KSO_WM_UNIT_NOCLEAR" val="0"/>
  <p:tag name="KSO_WM_UNIT_VALUE" val="31"/>
  <p:tag name="KSO_WM_UNIT_HIGHLIGHT" val="0"/>
  <p:tag name="KSO_WM_UNIT_COMPATIBLE" val="0"/>
  <p:tag name="KSO_WM_UNIT_DIAGRAM_ISNUMVISUAL" val="0"/>
  <p:tag name="KSO_WM_UNIT_DIAGRAM_ISREFERUNIT" val="0"/>
  <p:tag name="KSO_WM_UNIT_TYPE" val="b"/>
  <p:tag name="KSO_WM_UNIT_INDEX" val="1"/>
  <p:tag name="KSO_WM_UNIT_ID" val="custom20223075_1*b*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7.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 name="KSO_WM_SLIDE_BACKGROUND_TYPE" val="general"/>
</p:tagLst>
</file>

<file path=ppt/tags/tag98.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 name="KSO_WM_SLIDE_BACKGROUND_TYPE" val="general"/>
</p:tagLst>
</file>

<file path=ppt/tags/tag9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 name="KSO_WM_SLIDE_BACKGROUND_TYPE" val="general"/>
</p:tagLst>
</file>

<file path=ppt/tags/tag100.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1.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2.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3.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5ce45d99c9346cabff41e6ef0eb7af0"/>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6537d4269ae34ae59ff37b0111906262"/>
  <p:tag name="KSO_WM_SLIDE_BACKGROUND_TYPE" val="frame"/>
</p:tagLst>
</file>

<file path=ppt/tags/tag105.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bg20220522_2*i*1"/>
  <p:tag name="KSO_WM_UNIT_LAYERLEVEL" val="1"/>
  <p:tag name="KSO_WM_TAG_VERSION" val="1.0"/>
  <p:tag name="KSO_WM_BEAUTIFY_FLAG" val="#wm#"/>
  <p:tag name="KSO_WM_UNIT_BK_DARK_LIGHT" val="2"/>
  <p:tag name="KSO_WM_UNIT_SUBTYPE" val="h"/>
  <p:tag name="KSO_WM_UNIT_TYPE" val="i"/>
  <p:tag name="KSO_WM_UNIT_INDEX" val="1"/>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9f"/>
</p:tagLst>
</file>

<file path=ppt/tags/tag10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42cf1ad8d3b4eb0bc92d6509446e45a"/>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d066acbe25924c35ba7e4d0e178721a0"/>
  <p:tag name="KSO_WM_SLIDE_BACKGROUND_TYPE" val="frame"/>
</p:tagLst>
</file>

<file path=ppt/tags/tag107.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08.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09.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0.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1.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2.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2039976cc11543efbf63e0c103feb90a"/>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eb60c42fd64e447c9b8f4cd9ce8e4ce2"/>
  <p:tag name="KSO_WM_SLIDE_BACKGROUND_TYPE" val="leftRight"/>
</p:tagLst>
</file>

<file path=ppt/tags/tag113.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bg20220522_3*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0"/>
</p:tagLst>
</file>

<file path=ppt/tags/tag114.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5.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6.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7.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8.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9.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20.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2ad48e2b17a4f77b87a104867387247"/>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a3575a3699ba4e9590b75c31e722b4ff"/>
  <p:tag name="KSO_WM_SLIDE_BACKGROUND_TYPE" val="topBottom"/>
</p:tagLst>
</file>

<file path=ppt/tags/tag121.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bg20220522_4*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1"/>
</p:tagLst>
</file>

<file path=ppt/tags/tag122.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e58b3c5437b14b488da16b18285e6cbb"/>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49d04b894b834011bbf293d67fba658e"/>
  <p:tag name="KSO_WM_SLIDE_BACKGROUND_TYPE" val="topBottom"/>
</p:tagLst>
</file>

<file path=ppt/tags/tag123.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4.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5.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6.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7.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8.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9.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f00e2266f384317bf6fac64cc483ba7"/>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92e98fb069d54a89a4b8b1732f73ed81"/>
  <p:tag name="KSO_WM_SLIDE_BACKGROUND_TYPE" val="bottomTop"/>
</p:tagLst>
</file>

<file path=ppt/tags/tag130.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bg20220522_5*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2"/>
</p:tagLst>
</file>

<file path=ppt/tags/tag131.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2.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3.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4.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5.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6.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7.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bb42711b180428ea5bd2cfefbce329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36697363c1ad4851b9c268ca0b1630f5"/>
  <p:tag name="KSO_WM_SLIDE_BACKGROUND_TYPE" val="navigation"/>
</p:tagLst>
</file>

<file path=ppt/tags/tag138.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bg20220522_6*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3"/>
</p:tagLst>
</file>

<file path=ppt/tags/tag13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2b1a7f510dda4678a34427de5d8de730"/>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1bf646edba524302864a0e38be5e443b"/>
  <p:tag name="KSO_WM_SLIDE_BACKGROUND_TYPE" val="navigation"/>
</p:tagLst>
</file>

<file path=ppt/tags/tag140.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1.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2.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3.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4.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5.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6.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7.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a69f6163a09d4335b371cbcbaaa3e57a"/>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dcb46b93d9964b6e9394b5aded1e27e0"/>
  <p:tag name="KSO_WM_SLIDE_BACKGROUND_TYPE" val="belt"/>
</p:tagLst>
</file>

<file path=ppt/tags/tag149.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bg20220522_7*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4"/>
</p:tagLst>
</file>

<file path=ppt/tags/tag15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a4ccf5ccfb9b44a896f37319a9a629a5"/>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f530d658cf74450e8cb5f979b7fa71d8"/>
  <p:tag name="KSO_WM_SLIDE_BACKGROUND_TYPE" val="belt"/>
</p:tagLst>
</file>

<file path=ppt/tags/tag151.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2.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3.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4.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5.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6.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5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58.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5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1.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62.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3.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64.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5.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6.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67.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8.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3.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4.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7.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8.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0.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1.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2.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3.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4.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5.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6.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8.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9.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0.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1.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2.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3.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4.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5.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6.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7.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8.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3.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4.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7.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8.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1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1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1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13.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14.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1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1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17.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18.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1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2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2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2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23.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24.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heme/theme1.xml><?xml version="1.0" encoding="utf-8"?>
<a:theme xmlns:a="http://schemas.openxmlformats.org/drawingml/2006/main" name="2_Office 主题​​">
  <a:themeElements>
    <a:clrScheme name="">
      <a:dk1>
        <a:srgbClr val="000000"/>
      </a:dk1>
      <a:lt1>
        <a:srgbClr val="FFFFFF"/>
      </a:lt1>
      <a:dk2>
        <a:srgbClr val="D88D7B"/>
      </a:dk2>
      <a:lt2>
        <a:srgbClr val="FFFFFF"/>
      </a:lt2>
      <a:accent1>
        <a:srgbClr val="FE7959"/>
      </a:accent1>
      <a:accent2>
        <a:srgbClr val="FE935E"/>
      </a:accent2>
      <a:accent3>
        <a:srgbClr val="FFAD63"/>
      </a:accent3>
      <a:accent4>
        <a:srgbClr val="FFA965"/>
      </a:accent4>
      <a:accent5>
        <a:srgbClr val="FF8864"/>
      </a:accent5>
      <a:accent6>
        <a:srgbClr val="FF6763"/>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840</TotalTime>
  <Words>1497</Words>
  <Application>Microsoft Office PowerPoint</Application>
  <PresentationFormat>Widescreen</PresentationFormat>
  <Paragraphs>297</Paragraphs>
  <Slides>34</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34</vt:i4>
      </vt:variant>
    </vt:vector>
  </HeadingPairs>
  <TitlesOfParts>
    <vt:vector size="45" baseType="lpstr">
      <vt:lpstr>Microsoft YaHei</vt:lpstr>
      <vt:lpstr>Arial</vt:lpstr>
      <vt:lpstr>Calibri</vt:lpstr>
      <vt:lpstr>Cambria Math</vt:lpstr>
      <vt:lpstr>Courier New</vt:lpstr>
      <vt:lpstr>Google Sans</vt:lpstr>
      <vt:lpstr>inherit</vt:lpstr>
      <vt:lpstr>Roboto</vt:lpstr>
      <vt:lpstr>Times New Roman</vt:lpstr>
      <vt:lpstr>Wingdings</vt:lpstr>
      <vt:lpstr>2_Office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Su Jiajing</dc:creator>
  <cp:lastModifiedBy>IBRAHIM SIRAJ</cp:lastModifiedBy>
  <cp:revision>208</cp:revision>
  <dcterms:created xsi:type="dcterms:W3CDTF">2019-06-19T02:08:00Z</dcterms:created>
  <dcterms:modified xsi:type="dcterms:W3CDTF">2026-02-15T08:15:12Z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2052-11.1.0.14036</vt:lpwstr>
  </property>
  <property fmtid="{D5CDD505-2E9C-101B-9397-08002B2CF9AE}" pid="3" name="ICV">
    <vt:lpwstr>A05E1846C5A840C580943081378365C3_11</vt:lpwstr>
  </property>
</Properties>
</file>