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heme/theme2.xml" ContentType="application/vnd.openxmlformats-officedocument.theme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8" r:id="rId1"/>
  </p:sldMasterIdLst>
  <p:notesMasterIdLst>
    <p:notesMasterId r:id="rId15"/>
  </p:notesMasterIdLst>
  <p:sldIdLst>
    <p:sldId id="265" r:id="rId2"/>
    <p:sldId id="331" r:id="rId3"/>
    <p:sldId id="346" r:id="rId4"/>
    <p:sldId id="347" r:id="rId5"/>
    <p:sldId id="348" r:id="rId6"/>
    <p:sldId id="349" r:id="rId7"/>
    <p:sldId id="350" r:id="rId8"/>
    <p:sldId id="351" r:id="rId9"/>
    <p:sldId id="352" r:id="rId10"/>
    <p:sldId id="353" r:id="rId11"/>
    <p:sldId id="354" r:id="rId12"/>
    <p:sldId id="345" r:id="rId13"/>
    <p:sldId id="295" r:id="rId14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98" y="11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tags" Target="../tags/tag15.xml"/><Relationship Id="rId13" Type="http://schemas.openxmlformats.org/officeDocument/2006/relationships/image" Target="../media/image2.png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12" Type="http://schemas.openxmlformats.org/officeDocument/2006/relationships/image" Target="../media/image1.png"/><Relationship Id="rId2" Type="http://schemas.openxmlformats.org/officeDocument/2006/relationships/tags" Target="../tags/tag9.xml"/><Relationship Id="rId16" Type="http://schemas.openxmlformats.org/officeDocument/2006/relationships/image" Target="../media/image5.png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11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15" Type="http://schemas.openxmlformats.org/officeDocument/2006/relationships/image" Target="../media/image4.png"/><Relationship Id="rId10" Type="http://schemas.openxmlformats.org/officeDocument/2006/relationships/tags" Target="../tags/tag17.xml"/><Relationship Id="rId4" Type="http://schemas.openxmlformats.org/officeDocument/2006/relationships/tags" Target="../tags/tag11.xml"/><Relationship Id="rId9" Type="http://schemas.openxmlformats.org/officeDocument/2006/relationships/tags" Target="../tags/tag16.xml"/><Relationship Id="rId1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image" Target="../media/image7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image" Target="../media/image6.png"/><Relationship Id="rId5" Type="http://schemas.openxmlformats.org/officeDocument/2006/relationships/tags" Target="../tags/tag22.xml"/><Relationship Id="rId10" Type="http://schemas.openxmlformats.org/officeDocument/2006/relationships/image" Target="../media/image1.png"/><Relationship Id="rId4" Type="http://schemas.openxmlformats.org/officeDocument/2006/relationships/tags" Target="../tags/tag21.xml"/><Relationship Id="rId9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image" Target="../media/image9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image" Target="../media/image8.png"/><Relationship Id="rId5" Type="http://schemas.openxmlformats.org/officeDocument/2006/relationships/tags" Target="../tags/tag30.xml"/><Relationship Id="rId10" Type="http://schemas.openxmlformats.org/officeDocument/2006/relationships/image" Target="../media/image1.png"/><Relationship Id="rId4" Type="http://schemas.openxmlformats.org/officeDocument/2006/relationships/tags" Target="../tags/tag29.xml"/><Relationship Id="rId9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image" Target="../media/image7.png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image" Target="../media/image6.png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image" Target="../media/image1.png"/><Relationship Id="rId5" Type="http://schemas.openxmlformats.org/officeDocument/2006/relationships/tags" Target="../tags/tag3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7.xml"/><Relationship Id="rId9" Type="http://schemas.openxmlformats.org/officeDocument/2006/relationships/tags" Target="../tags/tag42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image" Target="../media/image1.png"/><Relationship Id="rId3" Type="http://schemas.openxmlformats.org/officeDocument/2006/relationships/tags" Target="../tags/tag45.xml"/><Relationship Id="rId7" Type="http://schemas.openxmlformats.org/officeDocument/2006/relationships/tags" Target="../tags/tag49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image" Target="../media/image7.png"/><Relationship Id="rId10" Type="http://schemas.openxmlformats.org/officeDocument/2006/relationships/tags" Target="../tags/tag52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image" Target="../media/image11.png"/><Relationship Id="rId5" Type="http://schemas.openxmlformats.org/officeDocument/2006/relationships/tags" Target="../tags/tag58.xml"/><Relationship Id="rId10" Type="http://schemas.openxmlformats.org/officeDocument/2006/relationships/image" Target="../media/image10.png"/><Relationship Id="rId4" Type="http://schemas.openxmlformats.org/officeDocument/2006/relationships/tags" Target="../tags/tag57.xml"/><Relationship Id="rId9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image" Target="../media/image7.png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image" Target="../media/image6.png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image" Target="../media/image1.png"/><Relationship Id="rId5" Type="http://schemas.openxmlformats.org/officeDocument/2006/relationships/tags" Target="../tags/tag68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67.xml"/><Relationship Id="rId9" Type="http://schemas.openxmlformats.org/officeDocument/2006/relationships/tags" Target="../tags/tag72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image" Target="../media/image7.pn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image" Target="../media/image6.png"/><Relationship Id="rId5" Type="http://schemas.openxmlformats.org/officeDocument/2006/relationships/tags" Target="../tags/tag77.xml"/><Relationship Id="rId10" Type="http://schemas.openxmlformats.org/officeDocument/2006/relationships/image" Target="../media/image1.png"/><Relationship Id="rId4" Type="http://schemas.openxmlformats.org/officeDocument/2006/relationships/tags" Target="../tags/tag76.xml"/><Relationship Id="rId9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image" Target="../media/image7.png"/><Relationship Id="rId5" Type="http://schemas.openxmlformats.org/officeDocument/2006/relationships/tags" Target="../tags/tag85.xml"/><Relationship Id="rId10" Type="http://schemas.openxmlformats.org/officeDocument/2006/relationships/image" Target="../media/image6.png"/><Relationship Id="rId4" Type="http://schemas.openxmlformats.org/officeDocument/2006/relationships/tags" Target="../tags/tag84.xml"/><Relationship Id="rId9" Type="http://schemas.openxmlformats.org/officeDocument/2006/relationships/image" Target="../media/image1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95.xml"/><Relationship Id="rId13" Type="http://schemas.openxmlformats.org/officeDocument/2006/relationships/image" Target="../media/image13.png"/><Relationship Id="rId3" Type="http://schemas.openxmlformats.org/officeDocument/2006/relationships/tags" Target="../tags/tag90.xml"/><Relationship Id="rId7" Type="http://schemas.openxmlformats.org/officeDocument/2006/relationships/tags" Target="../tags/tag94.xml"/><Relationship Id="rId12" Type="http://schemas.openxmlformats.org/officeDocument/2006/relationships/image" Target="../media/image12.png"/><Relationship Id="rId2" Type="http://schemas.openxmlformats.org/officeDocument/2006/relationships/tags" Target="../tags/tag89.xml"/><Relationship Id="rId1" Type="http://schemas.openxmlformats.org/officeDocument/2006/relationships/tags" Target="../tags/tag88.xml"/><Relationship Id="rId6" Type="http://schemas.openxmlformats.org/officeDocument/2006/relationships/tags" Target="../tags/tag93.xml"/><Relationship Id="rId11" Type="http://schemas.openxmlformats.org/officeDocument/2006/relationships/image" Target="../media/image1.png"/><Relationship Id="rId5" Type="http://schemas.openxmlformats.org/officeDocument/2006/relationships/tags" Target="../tags/tag92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91.xml"/><Relationship Id="rId9" Type="http://schemas.openxmlformats.org/officeDocument/2006/relationships/tags" Target="../tags/tag96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99.xml"/><Relationship Id="rId7" Type="http://schemas.openxmlformats.org/officeDocument/2006/relationships/tags" Target="../tags/tag103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6" Type="http://schemas.openxmlformats.org/officeDocument/2006/relationships/tags" Target="../tags/tag102.xml"/><Relationship Id="rId11" Type="http://schemas.openxmlformats.org/officeDocument/2006/relationships/image" Target="../media/image7.png"/><Relationship Id="rId5" Type="http://schemas.openxmlformats.org/officeDocument/2006/relationships/tags" Target="../tags/tag101.xml"/><Relationship Id="rId10" Type="http://schemas.openxmlformats.org/officeDocument/2006/relationships/image" Target="../media/image6.png"/><Relationship Id="rId4" Type="http://schemas.openxmlformats.org/officeDocument/2006/relationships/tags" Target="../tags/tag100.xml"/><Relationship Id="rId9" Type="http://schemas.openxmlformats.org/officeDocument/2006/relationships/image" Target="../media/image1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3" Type="http://schemas.openxmlformats.org/officeDocument/2006/relationships/tags" Target="../tags/tag106.xml"/><Relationship Id="rId7" Type="http://schemas.openxmlformats.org/officeDocument/2006/relationships/tags" Target="../tags/tag110.xml"/><Relationship Id="rId2" Type="http://schemas.openxmlformats.org/officeDocument/2006/relationships/tags" Target="../tags/tag105.xml"/><Relationship Id="rId1" Type="http://schemas.openxmlformats.org/officeDocument/2006/relationships/tags" Target="../tags/tag104.xml"/><Relationship Id="rId6" Type="http://schemas.openxmlformats.org/officeDocument/2006/relationships/tags" Target="../tags/tag109.xml"/><Relationship Id="rId11" Type="http://schemas.openxmlformats.org/officeDocument/2006/relationships/image" Target="../media/image7.png"/><Relationship Id="rId5" Type="http://schemas.openxmlformats.org/officeDocument/2006/relationships/tags" Target="../tags/tag108.xml"/><Relationship Id="rId10" Type="http://schemas.openxmlformats.org/officeDocument/2006/relationships/image" Target="../media/image1.png"/><Relationship Id="rId4" Type="http://schemas.openxmlformats.org/officeDocument/2006/relationships/tags" Target="../tags/tag107.xml"/><Relationship Id="rId9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10" Type="http://schemas.openxmlformats.org/officeDocument/2006/relationships/image" Target="../media/image1.png"/><Relationship Id="rId4" Type="http://schemas.openxmlformats.org/officeDocument/2006/relationships/tags" Target="../tags/tag115.xml"/><Relationship Id="rId9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3" Type="http://schemas.openxmlformats.org/officeDocument/2006/relationships/tags" Target="../tags/tag122.xml"/><Relationship Id="rId7" Type="http://schemas.openxmlformats.org/officeDocument/2006/relationships/tags" Target="../tags/tag126.xml"/><Relationship Id="rId12" Type="http://schemas.openxmlformats.org/officeDocument/2006/relationships/image" Target="../media/image7.png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tags" Target="../tags/tag125.xml"/><Relationship Id="rId11" Type="http://schemas.openxmlformats.org/officeDocument/2006/relationships/image" Target="../media/image1.png"/><Relationship Id="rId5" Type="http://schemas.openxmlformats.org/officeDocument/2006/relationships/tags" Target="../tags/tag124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123.xml"/><Relationship Id="rId9" Type="http://schemas.openxmlformats.org/officeDocument/2006/relationships/tags" Target="../tags/tag128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136.xml"/><Relationship Id="rId3" Type="http://schemas.openxmlformats.org/officeDocument/2006/relationships/tags" Target="../tags/tag131.xml"/><Relationship Id="rId7" Type="http://schemas.openxmlformats.org/officeDocument/2006/relationships/tags" Target="../tags/tag135.xml"/><Relationship Id="rId2" Type="http://schemas.openxmlformats.org/officeDocument/2006/relationships/tags" Target="../tags/tag130.xml"/><Relationship Id="rId1" Type="http://schemas.openxmlformats.org/officeDocument/2006/relationships/tags" Target="../tags/tag129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10" Type="http://schemas.openxmlformats.org/officeDocument/2006/relationships/image" Target="../media/image1.png"/><Relationship Id="rId4" Type="http://schemas.openxmlformats.org/officeDocument/2006/relationships/tags" Target="../tags/tag132.xml"/><Relationship Id="rId9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144.xml"/><Relationship Id="rId13" Type="http://schemas.openxmlformats.org/officeDocument/2006/relationships/image" Target="../media/image1.png"/><Relationship Id="rId3" Type="http://schemas.openxmlformats.org/officeDocument/2006/relationships/tags" Target="../tags/tag139.xml"/><Relationship Id="rId7" Type="http://schemas.openxmlformats.org/officeDocument/2006/relationships/tags" Target="../tags/tag143.xml"/><Relationship Id="rId12" Type="http://schemas.openxmlformats.org/officeDocument/2006/relationships/slideMaster" Target="../slideMasters/slideMaster1.xml"/><Relationship Id="rId2" Type="http://schemas.openxmlformats.org/officeDocument/2006/relationships/tags" Target="../tags/tag138.xml"/><Relationship Id="rId1" Type="http://schemas.openxmlformats.org/officeDocument/2006/relationships/tags" Target="../tags/tag137.xml"/><Relationship Id="rId6" Type="http://schemas.openxmlformats.org/officeDocument/2006/relationships/tags" Target="../tags/tag142.xml"/><Relationship Id="rId11" Type="http://schemas.openxmlformats.org/officeDocument/2006/relationships/tags" Target="../tags/tag147.xml"/><Relationship Id="rId5" Type="http://schemas.openxmlformats.org/officeDocument/2006/relationships/tags" Target="../tags/tag141.xml"/><Relationship Id="rId10" Type="http://schemas.openxmlformats.org/officeDocument/2006/relationships/tags" Target="../tags/tag146.xml"/><Relationship Id="rId4" Type="http://schemas.openxmlformats.org/officeDocument/2006/relationships/tags" Target="../tags/tag140.xml"/><Relationship Id="rId9" Type="http://schemas.openxmlformats.org/officeDocument/2006/relationships/tags" Target="../tags/tag145.xml"/><Relationship Id="rId1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155.xml"/><Relationship Id="rId3" Type="http://schemas.openxmlformats.org/officeDocument/2006/relationships/tags" Target="../tags/tag150.xml"/><Relationship Id="rId7" Type="http://schemas.openxmlformats.org/officeDocument/2006/relationships/tags" Target="../tags/tag154.xml"/><Relationship Id="rId2" Type="http://schemas.openxmlformats.org/officeDocument/2006/relationships/tags" Target="../tags/tag149.xml"/><Relationship Id="rId1" Type="http://schemas.openxmlformats.org/officeDocument/2006/relationships/tags" Target="../tags/tag148.xml"/><Relationship Id="rId6" Type="http://schemas.openxmlformats.org/officeDocument/2006/relationships/tags" Target="../tags/tag153.xml"/><Relationship Id="rId11" Type="http://schemas.openxmlformats.org/officeDocument/2006/relationships/image" Target="../media/image7.png"/><Relationship Id="rId5" Type="http://schemas.openxmlformats.org/officeDocument/2006/relationships/tags" Target="../tags/tag152.xml"/><Relationship Id="rId10" Type="http://schemas.openxmlformats.org/officeDocument/2006/relationships/image" Target="../media/image1.png"/><Relationship Id="rId4" Type="http://schemas.openxmlformats.org/officeDocument/2006/relationships/tags" Target="../tags/tag151.xml"/><Relationship Id="rId9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-5556"/>
            <a:ext cx="12192000" cy="6856730"/>
          </a:xfrm>
          <a:prstGeom prst="rect">
            <a:avLst/>
          </a:prstGeom>
        </p:spPr>
      </p:pic>
      <p:pic>
        <p:nvPicPr>
          <p:cNvPr id="21" name="图片 20" descr="JY01-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2032000" cy="1009020"/>
          </a:xfrm>
          <a:prstGeom prst="rect">
            <a:avLst/>
          </a:prstGeom>
        </p:spPr>
      </p:pic>
      <p:pic>
        <p:nvPicPr>
          <p:cNvPr id="23" name="图片 22" descr="JY01-1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5611495"/>
            <a:ext cx="1257294" cy="1252220"/>
          </a:xfrm>
          <a:prstGeom prst="rect">
            <a:avLst/>
          </a:prstGeom>
        </p:spPr>
      </p:pic>
      <p:pic>
        <p:nvPicPr>
          <p:cNvPr id="22" name="图片 21" descr="JY01-1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4790440" y="2028565"/>
            <a:ext cx="7401560" cy="4829423"/>
          </a:xfrm>
          <a:prstGeom prst="rect">
            <a:avLst/>
          </a:prstGeom>
        </p:spPr>
      </p:pic>
      <p:pic>
        <p:nvPicPr>
          <p:cNvPr id="19" name="图片 18" descr="JY01-1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10250805" y="-24765"/>
            <a:ext cx="1941195" cy="3671639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6" name="标题 5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1137137" y="1044416"/>
            <a:ext cx="8927126" cy="3333296"/>
          </a:xfrm>
          <a:noFill/>
        </p:spPr>
        <p:txBody>
          <a:bodyPr wrap="square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单击此处添加</a:t>
            </a:r>
          </a:p>
          <a:p>
            <a:pPr lvl="0"/>
            <a:r>
              <a:rPr>
                <a:sym typeface="+mn-ea"/>
              </a:rPr>
              <a:t>标题</a:t>
            </a:r>
          </a:p>
        </p:txBody>
      </p:sp>
      <p:sp>
        <p:nvSpPr>
          <p:cNvPr id="7" name="副标题 6"/>
          <p:cNvSpPr txBox="1">
            <a:spLocks noGrp="1"/>
          </p:cNvSpPr>
          <p:nvPr>
            <p:ph type="subTitle" idx="2" hasCustomPrompt="1"/>
            <p:custDataLst>
              <p:tags r:id="rId10"/>
            </p:custDataLst>
          </p:nvPr>
        </p:nvSpPr>
        <p:spPr>
          <a:xfrm>
            <a:off x="1137137" y="4429560"/>
            <a:ext cx="7629063" cy="1183999"/>
          </a:xfrm>
          <a:noFill/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 kumimoji="0" lang="zh-CN" altLang="en-US" sz="2800" b="1" i="0" u="none" strike="noStrike" kern="1200" cap="all" spc="40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8" name="图片 7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7" name="图片 6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5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94" y="-318"/>
            <a:ext cx="12192000" cy="6858318"/>
          </a:xfrm>
          <a:prstGeom prst="rect">
            <a:avLst/>
          </a:prstGeom>
        </p:spPr>
      </p:pic>
      <p:pic>
        <p:nvPicPr>
          <p:cNvPr id="3" name="图片 2" descr="JY01_章节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479507" y="5458144"/>
            <a:ext cx="4703272" cy="1398270"/>
          </a:xfrm>
          <a:prstGeom prst="rect">
            <a:avLst/>
          </a:prstGeom>
        </p:spPr>
      </p:pic>
      <p:pic>
        <p:nvPicPr>
          <p:cNvPr id="2" name="图片 1" descr="JY01_章节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635" y="0"/>
            <a:ext cx="1954530" cy="6858000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ctrTitle" idx="1" hasCustomPrompt="1"/>
            <p:custDataLst>
              <p:tags r:id="rId7"/>
            </p:custDataLst>
          </p:nvPr>
        </p:nvSpPr>
        <p:spPr>
          <a:xfrm>
            <a:off x="2112431" y="2833012"/>
            <a:ext cx="7967137" cy="1200150"/>
          </a:xfrm>
          <a:noFill/>
        </p:spPr>
        <p:txBody>
          <a:bodyPr vert="horz" wrap="square" lIns="101600" tIns="38100" rIns="76200" bIns="3810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kumimoji="0" lang="zh-CN" altLang="en-US" sz="6600" b="0" i="0" u="none" strike="noStrike" kern="1200" cap="none" spc="100" normalizeH="0" baseline="0" noProof="1" dirty="0">
                <a:solidFill>
                  <a:schemeClr val="dk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文黑-85简" panose="00020600040101010101" charset="-122"/>
                <a:cs typeface="+mn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9" name="文本占位符 2"/>
          <p:cNvSpPr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2680121" y="4295417"/>
            <a:ext cx="6831757" cy="827115"/>
          </a:xfrm>
        </p:spPr>
        <p:txBody>
          <a:bodyPr vert="horz" wrap="square" lIns="101600" tIns="0" rIns="82550" bIns="0" rtlCol="0">
            <a:normAutofit/>
          </a:bodyPr>
          <a:lstStyle>
            <a:lvl1pPr marL="0" marR="0" indent="-22860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Tx/>
              <a:buNone/>
              <a:defRPr kumimoji="0" lang="zh-CN" altLang="en-US" sz="1400" b="0" i="0" u="none" strike="noStrike" kern="1200" cap="none" spc="0" normalizeH="0" baseline="0" noProof="1" dirty="0">
                <a:solidFill>
                  <a:schemeClr val="dk1">
                    <a:lumMod val="50000"/>
                    <a:lumOff val="50000"/>
                  </a:schemeClr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9" name="图片 8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8" name="图片 7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5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  <a:p>
            <a:pPr lvl="1"/>
            <a:r>
              <a:rPr>
                <a:sym typeface="+mn-ea"/>
              </a:rPr>
              <a:t>第二级</a:t>
            </a:r>
          </a:p>
          <a:p>
            <a:pPr lvl="2"/>
            <a:r>
              <a:rPr>
                <a:sym typeface="+mn-ea"/>
              </a:rPr>
              <a:t>第三级</a:t>
            </a:r>
          </a:p>
          <a:p>
            <a:pPr lvl="3"/>
            <a:r>
              <a:rPr>
                <a:sym typeface="+mn-ea"/>
              </a:rPr>
              <a:t>第四级</a:t>
            </a:r>
          </a:p>
          <a:p>
            <a:pPr lvl="4"/>
            <a:r>
              <a:rPr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 eaLnBrk="1" fontAlgn="auto" latinLnBrk="0" hangingPunct="1">
              <a:defRPr sz="160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11" name="图片 10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10" name="图片 9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90170" tIns="46990" rIns="90170" bIns="46990" anchor="ctr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6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7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8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-318"/>
            <a:ext cx="12192000" cy="6858635"/>
          </a:xfrm>
          <a:prstGeom prst="rect">
            <a:avLst/>
          </a:prstGeom>
        </p:spPr>
      </p:pic>
      <p:pic>
        <p:nvPicPr>
          <p:cNvPr id="7" name="图片 6" descr="JY01_目录页装饰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5388868"/>
            <a:ext cx="2132952" cy="1469132"/>
          </a:xfrm>
          <a:prstGeom prst="rect">
            <a:avLst/>
          </a:prstGeom>
        </p:spPr>
      </p:pic>
      <p:pic>
        <p:nvPicPr>
          <p:cNvPr id="6" name="图片 5" descr="JY01_目录页装饰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445375" y="0"/>
            <a:ext cx="4746625" cy="441148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9" name="图片 8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8" name="图片 7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5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6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9EFD9D74-47D9-4702-A33C-335B63B48DBF}" type="datetimeFigureOut">
              <a:rPr lang="zh-CN" altLang="en-US" smtClean="0"/>
              <a:t>2025/11/26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8" name="图片 7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7" name="图片 6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4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90170" tIns="46990" rIns="90170" bIns="4699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5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2" name="图片 1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94" y="-318"/>
            <a:ext cx="12192000" cy="6858318"/>
          </a:xfrm>
          <a:prstGeom prst="rect">
            <a:avLst/>
          </a:prstGeom>
        </p:spPr>
      </p:pic>
      <p:pic>
        <p:nvPicPr>
          <p:cNvPr id="6" name="图片 5" descr="JY01_结束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479507" y="5458144"/>
            <a:ext cx="4703272" cy="1398270"/>
          </a:xfrm>
          <a:prstGeom prst="rect">
            <a:avLst/>
          </a:prstGeom>
        </p:spPr>
      </p:pic>
      <p:pic>
        <p:nvPicPr>
          <p:cNvPr id="2" name="图片 1" descr="JY01_结束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35" y="0"/>
            <a:ext cx="195453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2153288" y="2533739"/>
            <a:ext cx="7885427" cy="1353881"/>
          </a:xfrm>
          <a:noFill/>
        </p:spPr>
        <p:txBody>
          <a:bodyPr vert="horz" wrap="square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7200" b="1" i="0" u="none" strike="noStrike" kern="0" cap="none" spc="3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85简" panose="00020600040101010101" charset="-122"/>
                <a:cs typeface="+mj-cs"/>
              </a:defRPr>
            </a:lvl1pPr>
          </a:lstStyle>
          <a:p>
            <a:pPr lvl="0"/>
            <a:r>
              <a:rPr>
                <a:sym typeface="+mn-ea"/>
              </a:rPr>
              <a:t>编辑标题</a:t>
            </a:r>
          </a:p>
        </p:txBody>
      </p:sp>
      <p:sp>
        <p:nvSpPr>
          <p:cNvPr id="9" name="文本占位符 2"/>
          <p:cNvSpPr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 flipH="1">
            <a:off x="2153285" y="3996025"/>
            <a:ext cx="7885428" cy="928995"/>
          </a:xfrm>
          <a:noFill/>
        </p:spPr>
        <p:txBody>
          <a:bodyPr vert="horz" wrap="square" lIns="0" tIns="0" rIns="0" bIns="0" rtlCol="0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1800" b="0" i="0" u="none" strike="noStrike" kern="0" cap="none" spc="1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单击此处添加文本</a:t>
            </a:r>
          </a:p>
        </p:txBody>
      </p:sp>
      <p:sp>
        <p:nvSpPr>
          <p:cNvPr id="10" name="副标题 3"/>
          <p:cNvSpPr>
            <a:spLocks noGrp="1"/>
          </p:cNvSpPr>
          <p:nvPr>
            <p:ph type="subTitle" idx="3" hasCustomPrompt="1"/>
            <p:custDataLst>
              <p:tags r:id="rId9"/>
            </p:custDataLst>
          </p:nvPr>
        </p:nvSpPr>
        <p:spPr>
          <a:xfrm>
            <a:off x="2153288" y="1932968"/>
            <a:ext cx="7885427" cy="492366"/>
          </a:xfrm>
          <a:noFill/>
        </p:spPr>
        <p:txBody>
          <a:bodyPr vert="horz" wrap="square" lIns="90000" tIns="46800" rIns="90000" bIns="46800" rtlCol="0">
            <a:normAutofit/>
          </a:bodyPr>
          <a:lstStyle>
            <a:lvl1pPr marL="0" marR="0" indent="-22860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2400" b="1" i="0" u="none" strike="noStrike" kern="0" cap="none" spc="600" normalizeH="0" baseline="0" noProof="1" dirty="0">
                <a:ln>
                  <a:noFill/>
                </a:ln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汉仪文黑-55简" panose="00020600040101010101" charset="-122"/>
                <a:cs typeface="+mj-cs"/>
              </a:defRPr>
            </a:lvl1pPr>
            <a:lvl2pPr marL="6858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600" u="none" strike="noStrike" kern="1200" cap="none" spc="150" normalizeH="0" baseline="0">
                <a:solidFill>
                  <a:schemeClr val="tx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>
                <a:sym typeface="+mn-ea"/>
              </a:rPr>
              <a:t>单击此处编辑副标题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0" y="317"/>
            <a:ext cx="12193257" cy="6858635"/>
          </a:xfrm>
          <a:prstGeom prst="rect">
            <a:avLst/>
          </a:prstGeom>
        </p:spPr>
      </p:pic>
      <p:pic>
        <p:nvPicPr>
          <p:cNvPr id="7" name="图片 6" descr="JY01_正文页装饰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822289" y="524194"/>
            <a:ext cx="11370346" cy="5810247"/>
          </a:xfrm>
          <a:prstGeom prst="rect">
            <a:avLst/>
          </a:prstGeom>
        </p:spPr>
      </p:pic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-318"/>
            <a:ext cx="12193257" cy="685863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293594" y="304200"/>
            <a:ext cx="11606400" cy="6249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635" y="5589270"/>
            <a:ext cx="1314622" cy="126873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635" y="-318"/>
            <a:ext cx="12192622" cy="685863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794" y="1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 anchorCtr="0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794" y="0"/>
            <a:ext cx="12192000" cy="6858318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59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0" y="5207635"/>
            <a:ext cx="1710720" cy="1651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-318"/>
            <a:ext cx="12193257" cy="6858635"/>
          </a:xfrm>
          <a:prstGeom prst="rect">
            <a:avLst/>
          </a:prstGeom>
        </p:spPr>
      </p:pic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159" y="5029202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 anchorCtr="0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8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635" y="317"/>
            <a:ext cx="12192000" cy="685863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59" y="3175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0" y="5636260"/>
            <a:ext cx="1266591" cy="12223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8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9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0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1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JY01_画板 1 副本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0" y="-318"/>
            <a:ext cx="12193257" cy="6858635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2"/>
            </p:custDataLst>
          </p:nvPr>
        </p:nvSpPr>
        <p:spPr>
          <a:xfrm>
            <a:off x="1429" y="958590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olidFill>
                <a:schemeClr val="lt1"/>
              </a:solidFill>
              <a:sym typeface="+mn-ea"/>
            </a:endParaRPr>
          </a:p>
        </p:txBody>
      </p:sp>
      <p:pic>
        <p:nvPicPr>
          <p:cNvPr id="6" name="图片 5" descr="JY01_正文页装饰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0" y="5635625"/>
            <a:ext cx="1266591" cy="122237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6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69882" y="961398"/>
            <a:ext cx="10852237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汉仪文黑-55简" panose="00020600040101010101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8" name="KSO_TEMPLATE" hidden="1"/>
          <p:cNvSpPr/>
          <p:nvPr userDrawn="1"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  <p:sldLayoutId id="2147483686" r:id="rId1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汉仪文黑-55简" panose="0002060004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Relationship Id="rId5" Type="http://schemas.openxmlformats.org/officeDocument/2006/relationships/image" Target="../media/image14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tags" Target="../tags/tag159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64.xml"/><Relationship Id="rId2" Type="http://schemas.openxmlformats.org/officeDocument/2006/relationships/tags" Target="../tags/tag163.xml"/><Relationship Id="rId1" Type="http://schemas.openxmlformats.org/officeDocument/2006/relationships/tags" Target="../tags/tag162.xml"/><Relationship Id="rId5" Type="http://schemas.openxmlformats.org/officeDocument/2006/relationships/image" Target="../media/image15.emf"/><Relationship Id="rId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66.xml"/><Relationship Id="rId7" Type="http://schemas.openxmlformats.org/officeDocument/2006/relationships/image" Target="../media/image16.emf"/><Relationship Id="rId2" Type="http://schemas.openxmlformats.org/officeDocument/2006/relationships/tags" Target="../tags/tag165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6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Relationship Id="rId4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73.xml"/><Relationship Id="rId7" Type="http://schemas.openxmlformats.org/officeDocument/2006/relationships/image" Target="../media/image19.png"/><Relationship Id="rId2" Type="http://schemas.openxmlformats.org/officeDocument/2006/relationships/tags" Target="../tags/tag172.xml"/><Relationship Id="rId1" Type="http://schemas.openxmlformats.org/officeDocument/2006/relationships/tags" Target="../tags/tag17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176.xml"/><Relationship Id="rId2" Type="http://schemas.openxmlformats.org/officeDocument/2006/relationships/tags" Target="../tags/tag175.xml"/><Relationship Id="rId1" Type="http://schemas.openxmlformats.org/officeDocument/2006/relationships/tags" Target="../tags/tag174.xml"/><Relationship Id="rId5" Type="http://schemas.openxmlformats.org/officeDocument/2006/relationships/image" Target="../media/image20.png"/><Relationship Id="rId4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" Type="http://schemas.openxmlformats.org/officeDocument/2006/relationships/tags" Target="../tags/tag177.xml"/><Relationship Id="rId5" Type="http://schemas.openxmlformats.org/officeDocument/2006/relationships/image" Target="../media/image21.png"/><Relationship Id="rId4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" Type="http://schemas.openxmlformats.org/officeDocument/2006/relationships/tags" Target="../tags/tag180.xml"/><Relationship Id="rId5" Type="http://schemas.openxmlformats.org/officeDocument/2006/relationships/image" Target="../media/image22.png"/><Relationship Id="rId4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185.xml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4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tags" Target="../tags/tag186.xml"/><Relationship Id="rId5" Type="http://schemas.openxmlformats.org/officeDocument/2006/relationships/image" Target="../media/image23.png"/><Relationship Id="rId4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" Type="http://schemas.openxmlformats.org/officeDocument/2006/relationships/tags" Target="../tags/tag189.xml"/><Relationship Id="rId4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084128" y="5658615"/>
            <a:ext cx="7629063" cy="118399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D17C5F-D582-80A6-4DE3-CCB3F46FE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125" y="466312"/>
            <a:ext cx="904875" cy="1428750"/>
          </a:xfrm>
          <a:prstGeom prst="rect">
            <a:avLst/>
          </a:prstGeom>
        </p:spPr>
      </p:pic>
      <p:sp>
        <p:nvSpPr>
          <p:cNvPr id="5" name="文本框 21">
            <a:extLst>
              <a:ext uri="{FF2B5EF4-FFF2-40B4-BE49-F238E27FC236}">
                <a16:creationId xmlns:a16="http://schemas.microsoft.com/office/drawing/2014/main" id="{8291BEAF-DC80-7114-D7E5-4D33D4D73EF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517374" y="2036310"/>
            <a:ext cx="8719930" cy="1740528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CERTIFICATE III IN AUTOMOTIVE REPAIR &amp; MAINTE</a:t>
            </a:r>
            <a:r>
              <a:rPr lang="en-US" sz="2800" b="1" kern="100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NANCE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B25F2-350A-E959-A436-C1320A9A1827}"/>
              </a:ext>
            </a:extLst>
          </p:cNvPr>
          <p:cNvSpPr txBox="1"/>
          <p:nvPr/>
        </p:nvSpPr>
        <p:spPr>
          <a:xfrm>
            <a:off x="821635" y="4015155"/>
            <a:ext cx="9415669" cy="530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00" cap="none" spc="0" normalizeH="0" baseline="0" noProof="0" dirty="0">
                <a:ln>
                  <a:noFill/>
                </a:ln>
                <a:solidFill>
                  <a:srgbClr val="FFAD63">
                    <a:lumMod val="5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SUBJECT:  </a:t>
            </a:r>
            <a:r>
              <a:rPr lang="en-US" sz="2800" b="1" kern="100" dirty="0" smtClean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VEHICLE MAINTENACE AND REPAIR</a:t>
            </a:r>
            <a:endParaRPr kumimoji="0" lang="en-US" sz="2800" b="1" i="0" u="none" strike="noStrike" kern="100" cap="none" spc="0" normalizeH="0" baseline="0" noProof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133722" y="989215"/>
            <a:ext cx="10018643" cy="370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 smtClean="0"/>
              <a:t>Chapter 3 Wash clean vehicle body and interior </a:t>
            </a: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1956263" y="291480"/>
            <a:ext cx="8719930" cy="69773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VEHICLE MAINTENACE AND REPAIR</a:t>
            </a:r>
            <a:endParaRPr lang="en-US" sz="2800" b="1" kern="1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72C70-DEE9-F1B1-E1BE-971050E5C6AC}"/>
              </a:ext>
            </a:extLst>
          </p:cNvPr>
          <p:cNvSpPr txBox="1"/>
          <p:nvPr/>
        </p:nvSpPr>
        <p:spPr>
          <a:xfrm>
            <a:off x="1524001" y="55210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1214019" y="1449215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Introduction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33722" y="1855021"/>
            <a:ext cx="906629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The "Mazda </a:t>
            </a:r>
            <a:r>
              <a:rPr lang="en-US" dirty="0" err="1"/>
              <a:t>Demio</a:t>
            </a:r>
            <a:r>
              <a:rPr lang="en-US" dirty="0"/>
              <a:t> SKYACTIV" </a:t>
            </a:r>
            <a:endParaRPr lang="en-US" dirty="0" smtClean="0"/>
          </a:p>
          <a:p>
            <a:r>
              <a:rPr lang="en-US" dirty="0" smtClean="0"/>
              <a:t>refers </a:t>
            </a:r>
            <a:r>
              <a:rPr lang="en-US" dirty="0"/>
              <a:t>to models of the Mazda </a:t>
            </a:r>
            <a:r>
              <a:rPr lang="en-US" dirty="0" err="1"/>
              <a:t>Demio</a:t>
            </a:r>
            <a:r>
              <a:rPr lang="en-US" dirty="0"/>
              <a:t> (known internationally as the Mazda2) that feature Mazda's SKYACTIV technology, </a:t>
            </a:r>
            <a:endParaRPr lang="en-US" dirty="0" smtClean="0"/>
          </a:p>
          <a:p>
            <a:r>
              <a:rPr lang="en-US" dirty="0" smtClean="0"/>
              <a:t>which </a:t>
            </a:r>
            <a:r>
              <a:rPr lang="en-US" dirty="0"/>
              <a:t>focuses on improving fuel efficiency through advanced engine design and other features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. </a:t>
            </a:r>
            <a:endParaRPr lang="en-US" dirty="0" smtClean="0">
              <a:solidFill>
                <a:srgbClr val="0A0A0A"/>
              </a:solidFill>
              <a:latin typeface="Google Sans"/>
            </a:endParaRPr>
          </a:p>
          <a:p>
            <a:r>
              <a:rPr lang="en-US" dirty="0" smtClean="0">
                <a:solidFill>
                  <a:srgbClr val="0A0A0A"/>
                </a:solidFill>
                <a:latin typeface="Google Sans"/>
              </a:rPr>
              <a:t>Specifically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, it often refers to the 2011-2012 facelifted models equipped with the SKYACTIV-G 1.3 engine, which was highly efficient for its time</a:t>
            </a:r>
            <a:r>
              <a:rPr lang="en-US" dirty="0" smtClean="0">
                <a:solidFill>
                  <a:srgbClr val="0A0A0A"/>
                </a:solidFill>
                <a:latin typeface="Google Sans"/>
              </a:rPr>
              <a:t>.</a:t>
            </a:r>
          </a:p>
          <a:p>
            <a:r>
              <a:rPr lang="en-US" dirty="0" smtClean="0">
                <a:solidFill>
                  <a:srgbClr val="0A0A0A"/>
                </a:solidFill>
                <a:latin typeface="Google Sans"/>
              </a:rPr>
              <a:t>These 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vehicles combined the engine with an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i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-stop idling system and a CVT for outstanding fuel economy. 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37791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731882" y="780849"/>
            <a:ext cx="10018643" cy="370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 smtClean="0"/>
              <a:t>Chapter 3 Wash clean vehicle body and interior </a:t>
            </a: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1956263" y="291480"/>
            <a:ext cx="8719930" cy="69773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VEHICLE MAINTENACE AND REPAIR</a:t>
            </a:r>
            <a:endParaRPr lang="en-US" sz="2800" b="1" kern="1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72C70-DEE9-F1B1-E1BE-971050E5C6AC}"/>
              </a:ext>
            </a:extLst>
          </p:cNvPr>
          <p:cNvSpPr txBox="1"/>
          <p:nvPr/>
        </p:nvSpPr>
        <p:spPr>
          <a:xfrm>
            <a:off x="601167" y="614449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601167" y="1132503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Maintenance Schedule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167" y="1585665"/>
            <a:ext cx="8489316" cy="45820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0384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3"/>
            </p:custDataLst>
          </p:nvPr>
        </p:nvSpPr>
        <p:spPr>
          <a:xfrm>
            <a:off x="1687845" y="735222"/>
            <a:ext cx="10018643" cy="370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 smtClean="0"/>
              <a:t>Chapter 3 Wash clean vehicle body and interior </a:t>
            </a:r>
          </a:p>
        </p:txBody>
      </p:sp>
      <p:sp>
        <p:nvSpPr>
          <p:cNvPr id="22" name="文本框 21"/>
          <p:cNvSpPr txBox="1"/>
          <p:nvPr>
            <p:custDataLst>
              <p:tags r:id="rId4"/>
            </p:custDataLst>
          </p:nvPr>
        </p:nvSpPr>
        <p:spPr>
          <a:xfrm>
            <a:off x="1956263" y="291480"/>
            <a:ext cx="8719930" cy="69773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VEHICLE MAINTENACE AND REPAIR</a:t>
            </a:r>
            <a:endParaRPr lang="en-US" sz="2800" b="1" kern="1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72C70-DEE9-F1B1-E1BE-971050E5C6AC}"/>
              </a:ext>
            </a:extLst>
          </p:cNvPr>
          <p:cNvSpPr txBox="1"/>
          <p:nvPr/>
        </p:nvSpPr>
        <p:spPr>
          <a:xfrm>
            <a:off x="601167" y="614449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1687845" y="1116780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Interior cleaning – Start inside Out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3158035"/>
              </p:ext>
            </p:extLst>
          </p:nvPr>
        </p:nvGraphicFramePr>
        <p:xfrm>
          <a:off x="1956263" y="1644419"/>
          <a:ext cx="7196050" cy="37859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Document" r:id="rId6" imgW="5956042" imgH="3133389" progId="Word.Document.12">
                  <p:embed/>
                </p:oleObj>
              </mc:Choice>
              <mc:Fallback>
                <p:oleObj name="Document" r:id="rId6" imgW="5956042" imgH="31333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56263" y="1644419"/>
                        <a:ext cx="7196050" cy="378598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2"/>
    </p:custDataLst>
    <p:extLst>
      <p:ext uri="{BB962C8B-B14F-4D97-AF65-F5344CB8AC3E}">
        <p14:creationId xmlns:p14="http://schemas.microsoft.com/office/powerpoint/2010/main" val="1986281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687845" y="735222"/>
            <a:ext cx="10018643" cy="370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 smtClean="0"/>
              <a:t>Chapter 3 Wash clean vehicle body and interior </a:t>
            </a: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1956263" y="291480"/>
            <a:ext cx="8719930" cy="69773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VEHICLE MAINTENACE AND REPAIR</a:t>
            </a:r>
            <a:endParaRPr lang="en-US" sz="2800" b="1" kern="1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72C70-DEE9-F1B1-E1BE-971050E5C6AC}"/>
              </a:ext>
            </a:extLst>
          </p:cNvPr>
          <p:cNvSpPr txBox="1"/>
          <p:nvPr/>
        </p:nvSpPr>
        <p:spPr>
          <a:xfrm>
            <a:off x="601167" y="614449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1687845" y="1116780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Interior cleaning – Start inside Out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87844" y="1665069"/>
            <a:ext cx="8237551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Step	Action	Key Tools &amp; Tips</a:t>
            </a:r>
          </a:p>
          <a:p>
            <a:r>
              <a:rPr lang="en-US" dirty="0"/>
              <a:t>1.	Wheels First	Clean wheels/tires with a dedicated cleaner and separate brush to avoid spreading brake dust to the paint.</a:t>
            </a:r>
          </a:p>
          <a:p>
            <a:r>
              <a:rPr lang="en-US" dirty="0"/>
              <a:t>2.	Pre-Rinse	Rinse the entire car (top to bottom) to remove loose dirt and debris.</a:t>
            </a:r>
          </a:p>
          <a:p>
            <a:r>
              <a:rPr lang="en-US" dirty="0"/>
              <a:t>3.	Two-Bucket Method	Use one bucket with soapy water, the second with clean water to rinse your wash mitt (reduces scratches).</a:t>
            </a:r>
          </a:p>
          <a:p>
            <a:r>
              <a:rPr lang="en-US" dirty="0"/>
              <a:t>4.	Wash Body	Wash top-down in straight lines using a microfiber mitt to prevent swirl marks.</a:t>
            </a:r>
          </a:p>
          <a:p>
            <a:r>
              <a:rPr lang="en-US" dirty="0"/>
              <a:t>5.	Final Rinse	Rinse thoroughly to remove all soap residue, checking crevices like the gas cap area.</a:t>
            </a:r>
          </a:p>
          <a:p>
            <a:r>
              <a:rPr lang="en-US" dirty="0"/>
              <a:t>6.	Dry	Dry immediately with a large, clean microfiber towel or chamois to prevent water spots.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687845" y="1348892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Work in shaded area to prevent soap from drying too quickly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3874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687845" y="735222"/>
            <a:ext cx="10018643" cy="370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 smtClean="0"/>
              <a:t>Chapter 3 Wash clean vehicle body and interior </a:t>
            </a: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1956263" y="291480"/>
            <a:ext cx="8719930" cy="69773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VEHICLE MAINTENACE AND REPAIR</a:t>
            </a:r>
            <a:endParaRPr lang="en-US" sz="2800" b="1" kern="1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72C70-DEE9-F1B1-E1BE-971050E5C6AC}"/>
              </a:ext>
            </a:extLst>
          </p:cNvPr>
          <p:cNvSpPr txBox="1"/>
          <p:nvPr/>
        </p:nvSpPr>
        <p:spPr>
          <a:xfrm>
            <a:off x="601167" y="614449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1687845" y="1116780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Interior cleaning – Start inside Out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87845" y="1348892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Work in shaded area to prevent soap from drying too quickly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18210" y="2034402"/>
            <a:ext cx="889738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Key Takeaway</a:t>
            </a:r>
          </a:p>
          <a:p>
            <a:r>
              <a:rPr lang="en-US" dirty="0"/>
              <a:t>Systematic Approach: Interior first, then exterior, always working top to bottom.</a:t>
            </a:r>
          </a:p>
          <a:p>
            <a:r>
              <a:rPr lang="en-US" dirty="0"/>
              <a:t>Right Tools: Use dedicated automotive cleaners and microfiber cloths/mitts to protect surfaces.</a:t>
            </a:r>
          </a:p>
          <a:p>
            <a:r>
              <a:rPr lang="en-US" dirty="0"/>
              <a:t>Shade: Work out of direct sunlight for best results.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845" y="3738361"/>
            <a:ext cx="2809875" cy="16287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6540" y="3738361"/>
            <a:ext cx="2619375" cy="162877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8097" y="3738361"/>
            <a:ext cx="2466975" cy="162877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9324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687845" y="735222"/>
            <a:ext cx="10018643" cy="370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 smtClean="0"/>
              <a:t>Chapter 3 Wash clean vehicle body and interior </a:t>
            </a: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1956263" y="291480"/>
            <a:ext cx="8719930" cy="69773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VEHICLE MAINTENACE AND REPAIR</a:t>
            </a:r>
            <a:endParaRPr lang="en-US" sz="2800" b="1" kern="1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72C70-DEE9-F1B1-E1BE-971050E5C6AC}"/>
              </a:ext>
            </a:extLst>
          </p:cNvPr>
          <p:cNvSpPr txBox="1"/>
          <p:nvPr/>
        </p:nvSpPr>
        <p:spPr>
          <a:xfrm>
            <a:off x="601167" y="614449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1687845" y="1116780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Interior cleaning – Start inside Out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87845" y="1348892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Work in shaded area to prevent soap from drying too quickly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079729" y="1897181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A0A0A"/>
                </a:solidFill>
                <a:latin typeface="Google Sans"/>
              </a:rPr>
              <a:t>List of Supplies:</a:t>
            </a:r>
            <a:endParaRPr lang="en-US" dirty="0">
              <a:solidFill>
                <a:srgbClr val="0A0A0A"/>
              </a:solidFill>
              <a:latin typeface="Google San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0A0A"/>
                </a:solidFill>
                <a:latin typeface="Google Sans"/>
              </a:rPr>
              <a:t>Two Buckets (one for soap, one for rinsing the mitt)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0A0A"/>
                </a:solidFill>
                <a:latin typeface="Google Sans"/>
              </a:rPr>
              <a:t>Grit Guards (placed in the bottom of buckets to trap dirt)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0A0A"/>
                </a:solidFill>
                <a:latin typeface="Google Sans"/>
              </a:rPr>
              <a:t>pH-Neutral Car Wash Soap (never dish soap!)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0A0A"/>
                </a:solidFill>
                <a:latin typeface="Google Sans"/>
              </a:rPr>
              <a:t>Soft Wash Mitt (microfiber or </a:t>
            </a:r>
            <a:r>
              <a:rPr lang="en-US" dirty="0" err="1">
                <a:solidFill>
                  <a:srgbClr val="0A0A0A"/>
                </a:solidFill>
                <a:latin typeface="Google Sans"/>
              </a:rPr>
              <a:t>lambswool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is ideal)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0A0A"/>
                </a:solidFill>
                <a:latin typeface="Google Sans"/>
              </a:rPr>
              <a:t>Hose with a spray nozzle or a pressure washer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0A0A"/>
                </a:solidFill>
                <a:latin typeface="Google Sans"/>
              </a:rPr>
              <a:t>Microfiber Drying Towels (for patting dry, not wiping)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A0A0A"/>
                </a:solidFill>
                <a:latin typeface="Google Sans"/>
              </a:rPr>
              <a:t>Dedicated wheel brush and cleaner</a:t>
            </a:r>
            <a:endParaRPr lang="en-US" b="0" i="0" dirty="0">
              <a:solidFill>
                <a:srgbClr val="0A0A0A"/>
              </a:solidFill>
              <a:effectLst/>
              <a:latin typeface="Google San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4290" y="3115974"/>
            <a:ext cx="4381500" cy="32861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19661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687845" y="735222"/>
            <a:ext cx="10018643" cy="370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 smtClean="0"/>
              <a:t>Chapter 3 Wash clean vehicle body and interior </a:t>
            </a: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1956263" y="291480"/>
            <a:ext cx="8719930" cy="69773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VEHICLE MAINTENACE AND REPAIR</a:t>
            </a:r>
            <a:endParaRPr lang="en-US" sz="2800" b="1" kern="1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72C70-DEE9-F1B1-E1BE-971050E5C6AC}"/>
              </a:ext>
            </a:extLst>
          </p:cNvPr>
          <p:cNvSpPr txBox="1"/>
          <p:nvPr/>
        </p:nvSpPr>
        <p:spPr>
          <a:xfrm>
            <a:off x="601167" y="614449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1687845" y="1116780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Interior cleaning – Start inside Out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87845" y="1348892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Work in shaded area to prevent soap from drying too quickly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87844" y="2039402"/>
            <a:ext cx="807129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Location is Key: Always wash in the shade (early morning or late afternoon is ideal) to prevent soap from drying on the paint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Cool Down: Ensure the car body is cool to the touch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Wheels First: Clean the dirtiest part of the car first to prevent splashing grime onto clean paint later. Use a separate bucket and brush for the wheels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Pre-Rinse (Optional Snow Foam): Use a hose to remove loose dirt and debris, or apply snow foam for extra lubrication before the contact wash.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2432" y="4671753"/>
            <a:ext cx="3014878" cy="197776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4547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687845" y="735222"/>
            <a:ext cx="10018643" cy="370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 smtClean="0"/>
              <a:t>Chapter 3 Wash clean vehicle body and interior </a:t>
            </a: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1956263" y="291480"/>
            <a:ext cx="8719930" cy="69773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VEHICLE MAINTENACE AND REPAIR</a:t>
            </a:r>
            <a:endParaRPr lang="en-US" sz="2800" b="1" kern="1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72C70-DEE9-F1B1-E1BE-971050E5C6AC}"/>
              </a:ext>
            </a:extLst>
          </p:cNvPr>
          <p:cNvSpPr txBox="1"/>
          <p:nvPr/>
        </p:nvSpPr>
        <p:spPr>
          <a:xfrm>
            <a:off x="601167" y="614449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1687845" y="1116780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Interior cleaning – Start inside Out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87845" y="1348892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Instruction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73692" y="1642723"/>
            <a:ext cx="4945712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Start at the top of the car and work your way down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Wash in straight lines (avoid circular motions which create swirls</a:t>
            </a:r>
            <a:r>
              <a:rPr lang="en-US" dirty="0" smtClean="0"/>
              <a:t>).</a:t>
            </a:r>
          </a:p>
          <a:p>
            <a:endParaRPr lang="en-US" dirty="0"/>
          </a:p>
          <a:p>
            <a:r>
              <a:rPr lang="en-US" dirty="0"/>
              <a:t>After each section (e.g., one-half of the roof), rinse the mitt in the clean water bucket to release trapped dirt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Reload the mitt with clean soap from the "Wash" bucket.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3014" y="1665069"/>
            <a:ext cx="6179128" cy="4835484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90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687845" y="735222"/>
            <a:ext cx="10018643" cy="370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 smtClean="0"/>
              <a:t>Chapter 3 Wash clean vehicle body and interior </a:t>
            </a: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1956263" y="291480"/>
            <a:ext cx="8719930" cy="69773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VEHICLE MAINTENACE AND REPAIR</a:t>
            </a:r>
            <a:endParaRPr lang="en-US" sz="2800" b="1" kern="1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72C70-DEE9-F1B1-E1BE-971050E5C6AC}"/>
              </a:ext>
            </a:extLst>
          </p:cNvPr>
          <p:cNvSpPr txBox="1"/>
          <p:nvPr/>
        </p:nvSpPr>
        <p:spPr>
          <a:xfrm>
            <a:off x="601167" y="614449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1687845" y="1116780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Interior cleaning – Start inside Out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87845" y="1348892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Rinsing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687844" y="1936268"/>
            <a:ext cx="9235079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Rinsing:</a:t>
            </a:r>
          </a:p>
          <a:p>
            <a:r>
              <a:rPr lang="en-US" dirty="0"/>
              <a:t>Rinse the entire car thoroughly with clean water, from top to bottom, ensuring no soap residue is left behind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Drying (Crucial Step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/>
              <a:t>DO NOT let the car air dry (prevents water spots).</a:t>
            </a:r>
          </a:p>
          <a:p>
            <a:r>
              <a:rPr lang="en-US" dirty="0"/>
              <a:t>Use clean, large microfiber towels.</a:t>
            </a:r>
          </a:p>
          <a:p>
            <a:r>
              <a:rPr lang="en-US" dirty="0"/>
              <a:t>Pat dry the surface rather than wiping or dragging the towel.</a:t>
            </a:r>
          </a:p>
          <a:p>
            <a:r>
              <a:rPr lang="en-US" dirty="0"/>
              <a:t>Start drying from the top down.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41159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687845" y="735222"/>
            <a:ext cx="10018643" cy="370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 smtClean="0"/>
              <a:t>Chapter 3 Wash clean vehicle body and interior </a:t>
            </a: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1956263" y="291480"/>
            <a:ext cx="8719930" cy="69773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VEHICLE MAINTENACE AND REPAIR</a:t>
            </a:r>
            <a:endParaRPr lang="en-US" sz="2800" b="1" kern="100" dirty="0">
              <a:solidFill>
                <a:schemeClr val="tx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107000"/>
              </a:lnSpc>
              <a:spcAft>
                <a:spcPts val="800"/>
              </a:spcAft>
            </a:pP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72C70-DEE9-F1B1-E1BE-971050E5C6AC}"/>
              </a:ext>
            </a:extLst>
          </p:cNvPr>
          <p:cNvSpPr txBox="1"/>
          <p:nvPr/>
        </p:nvSpPr>
        <p:spPr>
          <a:xfrm>
            <a:off x="601167" y="614449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1687845" y="1116780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Interior cleaning – Start inside Out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687845" y="1348892"/>
            <a:ext cx="7738787" cy="3161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15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1350" b="1" kern="0" dirty="0" smtClean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Extra Shine (Detailing and Protection)</a:t>
            </a:r>
            <a:endParaRPr lang="en-US" sz="1200" kern="1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687844" y="2351766"/>
            <a:ext cx="885269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Windows: Use a dedicated auto glass cleaner and microfiber towel for streak-free windows.</a:t>
            </a:r>
          </a:p>
          <a:p>
            <a:r>
              <a:rPr lang="en-US" dirty="0"/>
              <a:t>Wax/Sealant: Apply a protective wax or sealant to protect the paint and enhance shine.</a:t>
            </a:r>
          </a:p>
          <a:p>
            <a:r>
              <a:rPr lang="en-US" dirty="0"/>
              <a:t>Tires/Trim: Apply tire shine and trim dressing for a complete look.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7844" y="3980473"/>
            <a:ext cx="2476832" cy="21431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4588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687846" y="1574807"/>
            <a:ext cx="10018643" cy="37037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 dirty="0" smtClean="0"/>
              <a:t>Chapter 3 Basic Engine working principle </a:t>
            </a:r>
          </a:p>
        </p:txBody>
      </p:sp>
      <p:sp>
        <p:nvSpPr>
          <p:cNvPr id="22" name="文本框 21"/>
          <p:cNvSpPr txBox="1"/>
          <p:nvPr>
            <p:custDataLst>
              <p:tags r:id="rId3"/>
            </p:custDataLst>
          </p:nvPr>
        </p:nvSpPr>
        <p:spPr>
          <a:xfrm>
            <a:off x="1956263" y="291480"/>
            <a:ext cx="8719930" cy="69773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800" b="1" kern="100" dirty="0" smtClean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AUTOMOTIVE ENGINE PRACTICE</a:t>
            </a:r>
            <a:endParaRPr lang="en-US" sz="2800" b="1" kern="100" dirty="0">
              <a:solidFill>
                <a:schemeClr val="accent3">
                  <a:lumMod val="50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72C70-DEE9-F1B1-E1BE-971050E5C6AC}"/>
              </a:ext>
            </a:extLst>
          </p:cNvPr>
          <p:cNvSpPr txBox="1"/>
          <p:nvPr/>
        </p:nvSpPr>
        <p:spPr>
          <a:xfrm>
            <a:off x="1524001" y="552104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By Ibrahim </a:t>
            </a:r>
            <a:r>
              <a:rPr lang="en-US" altLang="zh-CN" cap="all" spc="100" dirty="0" err="1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siraj</a:t>
            </a:r>
            <a:endParaRPr lang="en-US" altLang="zh-CN" cap="all" spc="100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altLang="zh-CN" cap="all" spc="100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Maldives polytechnic</a:t>
            </a:r>
          </a:p>
        </p:txBody>
      </p:sp>
      <p:sp>
        <p:nvSpPr>
          <p:cNvPr id="2" name="Rectangle 1"/>
          <p:cNvSpPr/>
          <p:nvPr/>
        </p:nvSpPr>
        <p:spPr>
          <a:xfrm>
            <a:off x="1687845" y="1945177"/>
            <a:ext cx="7738787" cy="318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endParaRPr lang="en-US" sz="14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774277" y="1945176"/>
            <a:ext cx="1428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References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774277" y="2530770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i="1" dirty="0"/>
              <a:t>Internal Combustion Engines</a:t>
            </a:r>
            <a:r>
              <a:rPr lang="en-US" dirty="0"/>
              <a:t> by V. </a:t>
            </a:r>
            <a:r>
              <a:rPr lang="en-US" dirty="0" err="1"/>
              <a:t>Ganesan</a:t>
            </a:r>
            <a:endParaRPr lang="en-US" dirty="0"/>
          </a:p>
          <a:p>
            <a:pPr marL="285750" lvl="0" indent="-285750">
              <a:buFont typeface="Wingdings" panose="05000000000000000000" pitchFamily="2" charset="2"/>
              <a:buChar char="§"/>
            </a:pPr>
            <a:r>
              <a:rPr lang="en-US" i="1" dirty="0"/>
              <a:t>Automobile Engineering</a:t>
            </a:r>
            <a:r>
              <a:rPr lang="en-US" dirty="0"/>
              <a:t> by </a:t>
            </a:r>
            <a:r>
              <a:rPr lang="en-US" dirty="0" err="1"/>
              <a:t>Kirpal</a:t>
            </a:r>
            <a:r>
              <a:rPr lang="en-US" dirty="0"/>
              <a:t> Singh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Technical manuals: Honda, Cummins, Toyota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9630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>
            <p:custDataLst>
              <p:tags r:id="rId2"/>
            </p:custDataLst>
          </p:nvPr>
        </p:nvSpPr>
        <p:spPr>
          <a:xfrm>
            <a:off x="1192696" y="1527335"/>
            <a:ext cx="10018643" cy="408680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Courier New" panose="02070309020205020404" pitchFamily="49" charset="0"/>
              <a:buChar char="o"/>
              <a:tabLst/>
              <a:defRPr/>
            </a:pPr>
            <a:endParaRPr kumimoji="0" lang="en-US" altLang="zh-CN" sz="2400" b="1" i="0" u="none" strike="noStrike" kern="1200" cap="all" spc="10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6D334A-8353-F612-C4E0-A0790F8E500E}"/>
              </a:ext>
            </a:extLst>
          </p:cNvPr>
          <p:cNvSpPr txBox="1"/>
          <p:nvPr/>
        </p:nvSpPr>
        <p:spPr>
          <a:xfrm>
            <a:off x="3677478" y="3309126"/>
            <a:ext cx="44129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55877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Q4MGY0NjJhMzczNGQ0NjZmYzYxODFkYTNkOWQ4NT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307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  <p:tag name="KSO_WM_TEMPLATE_CATEGORY" val="custom"/>
  <p:tag name="KSO_WM_TEMPLATE_INDEX" val="2022307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AG_VERSION" val="1.0"/>
  <p:tag name="KSO_WM_TEMPLATE_CATEGORY" val="custom"/>
  <p:tag name="KSO_WM_TEMPLATE_INDEX" val="20223075"/>
  <p:tag name="KSO_WM_CHIP_COLORING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4*i*1"/>
  <p:tag name="KSO_WM_BEAUTIFY_FLAG" val="#wm#"/>
  <p:tag name="KSO_WM_TAG_VERSION" val="1.0"/>
  <p:tag name="KSO_WM_CHIP_GROUPID" val="62cb92ed67e1b3ac3a0df933"/>
  <p:tag name="KSO_WM_CHIP_XID" val="62cb92f267e1b3ac3a0dfd51"/>
  <p:tag name="KSO_WM_UNIT_DEC_AREA_ID" val="a11a73839daf4afd8c8eecb70bd8d2c5"/>
  <p:tag name="KSO_WM_CHIP_FILLAREA_FILL_RULE" val="{&quot;fill_align&quot;:&quot;c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74db68e000024515aa2d711777418aa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6*i*1"/>
  <p:tag name="KSO_WM_BEAUTIFY_FLAG" val="#wm#"/>
  <p:tag name="KSO_WM_TAG_VERSION" val="1.0"/>
  <p:tag name="KSO_WM_CHIP_GROUPID" val="62cb92ed67e1b3ac3a0df933"/>
  <p:tag name="KSO_WM_CHIP_XID" val="62cb92f267e1b3ac3a0dfc96"/>
  <p:tag name="KSO_WM_UNIT_DEC_AREA_ID" val="9fcaac9ea3384a638db80c6bdc5589bd"/>
  <p:tag name="KSO_WM_CHIP_FILLAREA_FILL_RULE" val="{&quot;fill_align&quot;:&quot;l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c0d64f86cd3483cab8a5ed4c0ff90c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8*i*1"/>
  <p:tag name="KSO_WM_BEAUTIFY_FLAG" val="#wm#"/>
  <p:tag name="KSO_WM_TAG_VERSION" val="1.0"/>
  <p:tag name="KSO_WM_CHIP_GROUPID" val="62cb92ed67e1b3ac3a0df933"/>
  <p:tag name="KSO_WM_CHIP_XID" val="62cb92f267e1b3ac3a0dfcb7"/>
  <p:tag name="KSO_WM_UNIT_DEC_AREA_ID" val="0b6e32bb8e9b4cd59a73ec1ab58588a3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6252d6d1848c46529fc1ac4283ac4f7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15*i*1"/>
  <p:tag name="KSO_WM_BEAUTIFY_FLAG" val="#wm#"/>
  <p:tag name="KSO_WM_TAG_VERSION" val="1.0"/>
  <p:tag name="KSO_WM_CHIP_GROUPID" val="62cb92ed67e1b3ac3a0df933"/>
  <p:tag name="KSO_WM_CHIP_XID" val="62cb92f267e1b3ac3a0dfd31"/>
  <p:tag name="KSO_WM_UNIT_DEC_AREA_ID" val="cedfc75459a64b91839f7c4e93fc4ab0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307ef49eb7844ab8170517694ba29cf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7*i*1"/>
  <p:tag name="KSO_WM_BEAUTIFY_FLAG" val="#wm#"/>
  <p:tag name="KSO_WM_TAG_VERSION" val="1.0"/>
  <p:tag name="KSO_WM_CHIP_GROUPID" val="62cb92ed67e1b3ac3a0df933"/>
  <p:tag name="KSO_WM_CHIP_XID" val="62cb92f267e1b3ac3a0dfcb1"/>
  <p:tag name="KSO_WM_UNIT_DEC_AREA_ID" val="d0ce6c47bdc440d196dfdadc5c19a3bf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b4fe2c4d5bb440eb7542455658eee6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2*i*1"/>
  <p:tag name="KSO_WM_BEAUTIFY_FLAG" val="#wm#"/>
  <p:tag name="KSO_WM_TAG_VERSION" val="1.0"/>
  <p:tag name="KSO_WM_CHIP_GROUPID" val="62cb92ed67e1b3ac3a0df933"/>
  <p:tag name="KSO_WM_CHIP_XID" val="62cb92f267e1b3ac3a0dfbd8"/>
  <p:tag name="KSO_WM_UNIT_DEC_AREA_ID" val="353a2ba7688d4d109d88d8fbf076f1be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c821e70711df4ae0a04b6ba18360b86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4*i*1"/>
  <p:tag name="KSO_WM_BEAUTIFY_FLAG" val="#wm#"/>
  <p:tag name="KSO_WM_TAG_VERSION" val="1.0"/>
  <p:tag name="KSO_WM_CHIP_GROUPID" val="62cb92ed67e1b3ac3a0df933"/>
  <p:tag name="KSO_WM_CHIP_XID" val="62cb92f267e1b3ac3a0dfbcb"/>
  <p:tag name="KSO_WM_UNIT_DEC_AREA_ID" val="4ab4fedb6c6640b484a0fdb113c32716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0b2380889160463abab291528e337d2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3*i*1"/>
  <p:tag name="KSO_WM_BEAUTIFY_FLAG" val="#wm#"/>
  <p:tag name="KSO_WM_TAG_VERSION" val="1.0"/>
  <p:tag name="KSO_WM_CHIP_GROUPID" val="62cb92ed67e1b3ac3a0df933"/>
  <p:tag name="KSO_WM_CHIP_XID" val="62cb92f267e1b3ac3a0dfbc7"/>
  <p:tag name="KSO_WM_UNIT_DEC_AREA_ID" val="f51db6bba423479a96c7def23f363aa5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6eb048d58f74aaaaaf7557c2b39a70c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075_1*a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UNIT_DEFAULT_FONT" val="60;66;2"/>
  <p:tag name="KSO_WM_UNIT_BLOCK" val="0"/>
  <p:tag name="KSO_WM_UNIT_DEC_AREA_ID" val="e5577524724345448ce6d9c2ce3939e0"/>
  <p:tag name="KSO_WM_CHIP_GROUPID" val="61849109a6a891b1f9dbb830"/>
  <p:tag name="KSO_WM_CHIP_XID" val="61849109a6a891b1f9dbb82d"/>
  <p:tag name="KSO_WM_CHIP_FILLAREA_FILL_RULE" val="{&quot;fill_align&quot;:&quot;cm&quot;,&quot;fill_mode&quot;:&quot;adaptive&quot;,&quot;sacle_strategy&quot;:&quot;smart&quot;}"/>
  <p:tag name="KSO_WM_ASSEMBLE_CHIP_INDEX" val="a3eb76d9cecc488caa04c4a7a8fcd523"/>
  <p:tag name="KSO_WM_UNIT_TEXT_FILL_FORE_SCHEMECOLOR_INDEX_BRIGHTNESS" val="0.15"/>
  <p:tag name="KSO_WM_UNIT_TEXT_FILL_FORE_SCHEMECOLOR_INDEX" val="13"/>
  <p:tag name="KSO_WM_UNIT_TEXT_FILL_TYPE" val="1"/>
  <p:tag name="KSO_WM_TEMPLATE_ASSEMBLE_XID" val="63156d2459d53ee3cde2290b"/>
  <p:tag name="KSO_WM_TEMPLATE_ASSEMBLE_GROUPID" val="62cb92ed67e1b3ac3a0df933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PRESET_TEXT" val="单击此处添加正文，文字是您思想的提炼，为了演示发布的良好效果，请言简意赅地阐述您的观点。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075_1*f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UNIT_DEFAULT_FONT" val="14;14;2"/>
  <p:tag name="KSO_WM_UNIT_BLOCK" val="0"/>
  <p:tag name="KSO_WM_UNIT_DEC_AREA_ID" val="35127bff71ec4a98b1f1a512400e582e"/>
  <p:tag name="KSO_WM_CHIP_GROUPID" val="61849109a6a891b1f9dbb830"/>
  <p:tag name="KSO_WM_CHIP_XID" val="61849109a6a891b1f9dbb82d"/>
  <p:tag name="KSO_WM_CHIP_FILLAREA_FILL_RULE" val="{&quot;fill_align&quot;:&quot;cm&quot;,&quot;fill_mode&quot;:&quot;adaptive&quot;,&quot;sacle_strategy&quot;:&quot;smart&quot;}"/>
  <p:tag name="KSO_WM_ASSEMBLE_CHIP_INDEX" val="a3eb76d9cecc488caa04c4a7a8fcd523"/>
  <p:tag name="KSO_WM_UNIT_TEXT_FILL_FORE_SCHEMECOLOR_INDEX_BRIGHTNESS" val="0.5"/>
  <p:tag name="KSO_WM_UNIT_TEXT_FILL_FORE_SCHEMECOLOR_INDEX" val="13"/>
  <p:tag name="KSO_WM_UNIT_TEXT_FILL_TYPE" val="1"/>
  <p:tag name="KSO_WM_TEMPLATE_ASSEMBLE_XID" val="63156d2459d53ee3cde2290b"/>
  <p:tag name="KSO_WM_TEMPLATE_ASSEMBLE_GROUPID" val="62cb92ed67e1b3ac3a0df93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6*i*1"/>
  <p:tag name="KSO_WM_BEAUTIFY_FLAG" val="#wm#"/>
  <p:tag name="KSO_WM_TAG_VERSION" val="1.0"/>
  <p:tag name="KSO_WM_CHIP_GROUPID" val="62cb92ed67e1b3ac3a0df933"/>
  <p:tag name="KSO_WM_CHIP_XID" val="62cb92f267e1b3ac3a0df99b"/>
  <p:tag name="KSO_WM_UNIT_DEC_AREA_ID" val="7ae053233a014cf5b087ba4b069db752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4d0fe025b92a4121b116f65108e5c0b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7*i*1"/>
  <p:tag name="KSO_WM_BEAUTIFY_FLAG" val="#wm#"/>
  <p:tag name="KSO_WM_TAG_VERSION" val="1.0"/>
  <p:tag name="KSO_WM_CHIP_GROUPID" val="62cb92ed67e1b3ac3a0df933"/>
  <p:tag name="KSO_WM_CHIP_XID" val="62cb92f267e1b3ac3a0df93d"/>
  <p:tag name="KSO_WM_UNIT_DEC_AREA_ID" val="7aac52c509324246a2139159652c9dce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26a1af26a8d74008b1380f22ba29d46f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8*i*1"/>
  <p:tag name="KSO_WM_BEAUTIFY_FLAG" val="#wm#"/>
  <p:tag name="KSO_WM_TAG_VERSION" val="1.0"/>
  <p:tag name="KSO_WM_CHIP_GROUPID" val="62cb92ed67e1b3ac3a0df933"/>
  <p:tag name="KSO_WM_CHIP_XID" val="62cb92f267e1b3ac3a0df990"/>
  <p:tag name="KSO_WM_UNIT_DEC_AREA_ID" val="b20fbc8bd01f4b7ebdd46d90e2647bbf"/>
  <p:tag name="KSO_WM_CHIP_FILLAREA_FILL_RULE" val="{&quot;fill_align&quot;:&quot;rt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968a292b1c74438a8be59c5e124aa1e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20*i*1"/>
  <p:tag name="KSO_WM_BEAUTIFY_FLAG" val="#wm#"/>
  <p:tag name="KSO_WM_TAG_VERSION" val="1.0"/>
  <p:tag name="KSO_WM_CHIP_GROUPID" val="62cb92ed67e1b3ac3a0df933"/>
  <p:tag name="KSO_WM_CHIP_XID" val="62cb92f267e1b3ac3a0dfaaf"/>
  <p:tag name="KSO_WM_UNIT_DEC_AREA_ID" val="511aa335ee7d4245a08946cb05b9faa4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6cad2575e594576b80f3f7814fb082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22*i*1"/>
  <p:tag name="KSO_WM_BEAUTIFY_FLAG" val="#wm#"/>
  <p:tag name="KSO_WM_TAG_VERSION" val="1.0"/>
  <p:tag name="KSO_WM_CHIP_GROUPID" val="62cb92ed67e1b3ac3a0df933"/>
  <p:tag name="KSO_WM_CHIP_XID" val="62cb92f267e1b3ac3a0dfa9c"/>
  <p:tag name="KSO_WM_UNIT_DEC_AREA_ID" val="cd0b699e343a426dbd8923da658f7258"/>
  <p:tag name="KSO_WM_CHIP_FILLAREA_FILL_RULE" val="{&quot;fill_align&quot;:&quot;r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6079dca97b54b6f8f260c458203cdd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u"/>
  <p:tag name="KSO_WM_TEMPLATE_CATEGORY" val="chip"/>
  <p:tag name="KSO_WM_TEMPLATE_INDEX" val="20223075"/>
  <p:tag name="KSO_WM_UNIT_TYPE" val="i"/>
  <p:tag name="KSO_WM_UNIT_INDEX" val="1"/>
  <p:tag name="KSO_WM_UNIT_ID" val="chip20223075_21*i*1"/>
  <p:tag name="KSO_WM_BEAUTIFY_FLAG" val="#wm#"/>
  <p:tag name="KSO_WM_TAG_VERSION" val="1.0"/>
  <p:tag name="KSO_WM_CHIP_GROUPID" val="62cb92ed67e1b3ac3a0df933"/>
  <p:tag name="KSO_WM_CHIP_XID" val="62cb92f267e1b3ac3a0dfa7d"/>
  <p:tag name="KSO_WM_UNIT_DEC_AREA_ID" val="61fe8ffa078a456db36c7c5a609a0b36"/>
  <p:tag name="KSO_WM_CHIP_FILLAREA_FILL_RULE" val="{&quot;fill_align&quot;:&quot;l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a3844cc6be254379824c635ec2fa7326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66;74;2"/>
  <p:tag name="KSO_WM_UNIT_BLOCK" val="0"/>
  <p:tag name="KSO_WM_UNIT_DEC_AREA_ID" val="024cb455de114c8590873753d08ef7c9"/>
  <p:tag name="KSO_WM_UNIT_ISCONTENTSTITLE" val="0"/>
  <p:tag name="KSO_WM_UNIT_ISNUMDGMTITLE" val="0"/>
  <p:tag name="KSO_WM_UNIT_PRESET_TEXT" val="感谢各位的观看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23075_1*a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67f268fdcbc847b9988fd24dee148e1a"/>
  <p:tag name="KSO_WM_UNIT_TEXT_FILL_FORE_SCHEMECOLOR_INDEX_BRIGHTNESS" val="0.15"/>
  <p:tag name="KSO_WM_UNIT_TEXT_FILL_FORE_SCHEMECOLOR_INDEX" val="13"/>
  <p:tag name="KSO_WM_UNIT_TEXT_FILL_TYPE" val="1"/>
  <p:tag name="KSO_WM_TEMPLATE_ASSEMBLE_XID" val="62cb942967e1b3ac3a0e02d4"/>
  <p:tag name="KSO_WM_TEMPLATE_ASSEMBLE_GROUPID" val="62cb92ed67e1b3ac3a0df933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16;18;2"/>
  <p:tag name="KSO_WM_UNIT_BLOCK" val="0"/>
  <p:tag name="KSO_WM_UNIT_DEC_AREA_ID" val="59dd0d01bf8d46bc94fd640b0712b633"/>
  <p:tag name="KSO_WM_UNIT_SUBTYPE" val="a"/>
  <p:tag name="KSO_WM_UNIT_PRESET_TEXT" val="点击此处添加正文，文字是您思想的提炼，为了演示发布的良好效果，请言简意赅地阐述您的观点。"/>
  <p:tag name="KSO_WM_UNIT_NOCLEAR" val="0"/>
  <p:tag name="KSO_WM_UNIT_VALUE" val="6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custom20223075_1*f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67f268fdcbc847b9988fd24dee148e1a"/>
  <p:tag name="KSO_WM_UNIT_TEXT_FILL_FORE_SCHEMECOLOR_INDEX_BRIGHTNESS" val="0.15"/>
  <p:tag name="KSO_WM_UNIT_TEXT_FILL_FORE_SCHEMECOLOR_INDEX" val="13"/>
  <p:tag name="KSO_WM_UNIT_TEXT_FILL_TYPE" val="1"/>
  <p:tag name="KSO_WM_TEMPLATE_ASSEMBLE_XID" val="62cb942967e1b3ac3a0e02d4"/>
  <p:tag name="KSO_WM_TEMPLATE_ASSEMBLE_GROUPID" val="62cb92ed67e1b3ac3a0df933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0;22;2"/>
  <p:tag name="KSO_WM_UNIT_BLOCK" val="0"/>
  <p:tag name="KSO_WM_UNIT_DEC_AREA_ID" val="c54f68c39bda4efea42a2b1659b9e2ea"/>
  <p:tag name="KSO_WM_UNIT_ISCONTENTSTITLE" val="0"/>
  <p:tag name="KSO_WM_UNIT_ISNUMDGMTITLE" val="0"/>
  <p:tag name="KSO_WM_UNIT_PRESET_TEXT" val="单击此处添加副标题"/>
  <p:tag name="KSO_WM_UNIT_NOCLEAR" val="0"/>
  <p:tag name="KSO_WM_UNIT_VALUE" val="3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23075_1*b*1"/>
  <p:tag name="KSO_WM_TEMPLATE_CATEGORY" val="custom"/>
  <p:tag name="KSO_WM_TEMPLATE_INDEX" val="20223075"/>
  <p:tag name="KSO_WM_UNIT_LAYERLEVEL" val="1"/>
  <p:tag name="KSO_WM_TAG_VERSION" val="1.0"/>
  <p:tag name="KSO_WM_BEAUTIFY_FLAG" val="#wm#"/>
  <p:tag name="KSO_WM_CHIP_GROUPID" val="624cf5358c72ca61f790a24e"/>
  <p:tag name="KSO_WM_CHIP_XID" val="624cf5358c72ca61f790a24d"/>
  <p:tag name="KSO_WM_CHIP_FILLAREA_FILL_RULE" val="{&quot;fill_align&quot;:&quot;lm&quot;,&quot;fill_mode&quot;:&quot;adaptive&quot;,&quot;sacle_strategy&quot;:&quot;smart&quot;}"/>
  <p:tag name="KSO_WM_ASSEMBLE_CHIP_INDEX" val="67f268fdcbc847b9988fd24dee148e1a"/>
  <p:tag name="KSO_WM_UNIT_TEXT_FILL_FORE_SCHEMECOLOR_INDEX_BRIGHTNESS" val="0.15"/>
  <p:tag name="KSO_WM_UNIT_TEXT_FILL_FORE_SCHEMECOLOR_INDEX" val="13"/>
  <p:tag name="KSO_WM_UNIT_TEXT_FILL_TYPE" val="1"/>
  <p:tag name="KSO_WM_TEMPLATE_ASSEMBLE_XID" val="62cb942967e1b3ac3a0e02d4"/>
  <p:tag name="KSO_WM_TEMPLATE_ASSEMBLE_GROUPID" val="62cb92ed67e1b3ac3a0df933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cd488bc4ebe43e69282eb89adcc0a8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7505a78c30ed4fc0916a1a33c730545e"/>
  <p:tag name="KSO_WM_SLIDE_BACKGROUND_TYPE" val="genera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w"/>
  <p:tag name="KSO_WM_TEMPLATE_CATEGORY" val="chip"/>
  <p:tag name="KSO_WM_TEMPLATE_INDEX" val="20223075"/>
  <p:tag name="KSO_WM_UNIT_TYPE" val="i"/>
  <p:tag name="KSO_WM_UNIT_INDEX" val="1"/>
  <p:tag name="KSO_WM_UNIT_ID" val="chip20223075_11*i*1"/>
  <p:tag name="KSO_WM_BEAUTIFY_FLAG" val="#wm#"/>
  <p:tag name="KSO_WM_TAG_VERSION" val="1.0"/>
  <p:tag name="KSO_WM_CHIP_GROUPID" val="62cb92ed67e1b3ac3a0df933"/>
  <p:tag name="KSO_WM_CHIP_XID" val="62cb92f267e1b3ac3a0dfc67"/>
  <p:tag name="KSO_WM_UNIT_DEC_AREA_ID" val="bbca014db4ec4cd4a2f47bc823ecca86"/>
  <p:tag name="KSO_WM_CHIP_FILLAREA_FILL_RULE" val="{&quot;fill_align&quot;:&quot;rm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f9a3247c6de407d85378c41f6e54de8"/>
  <p:tag name="KSO_WM_SLIDE_BACKGROUND_TYPE" val="genera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5a74a9a17ed410e933628120f12edf9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56e18d8b25b44b528e8e0aa62934d498"/>
  <p:tag name="KSO_WM_SLIDE_BACKGROUND_TYPE" val="genera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general"/>
  <p:tag name="KSO_WM_UNIT_TEXT_FILL_FORE_SCHEMECOLOR_INDEX_BRIGHTNESS" val="0"/>
  <p:tag name="KSO_WM_UNIT_TEXT_FILL_FORE_SCHEMECOLOR_INDEX" val="13"/>
  <p:tag name="KSO_WM_UNIT_TEXT_FILL_TYPE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c5ce45d99c9346cabff41e6ef0eb7af0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6537d4269ae34ae59ff37b0111906262"/>
  <p:tag name="KSO_WM_SLIDE_BACKGROUND_TYPE" val="fram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2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9f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c42cf1ad8d3b4eb0bc92d6509446e45a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d066acbe25924c35ba7e4d0e178721a0"/>
  <p:tag name="KSO_WM_SLIDE_BACKGROUND_TYPE" val="fram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frame"/>
  <p:tag name="KSO_WM_UNIT_TEXT_FILL_FORE_SCHEMECOLOR_INDEX_BRIGHTNESS" val="0"/>
  <p:tag name="KSO_WM_UNIT_TEXT_FILL_FORE_SCHEMECOLOR_INDEX" val="13"/>
  <p:tag name="KSO_WM_UNIT_TEXT_FILL_TYPE" val="1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2039976cc11543efbf63e0c103feb90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eb60c42fd64e447c9b8f4cd9ce8e4ce2"/>
  <p:tag name="KSO_WM_SLIDE_BACKGROUND_TYPE" val="leftRight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3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0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leftRight"/>
  <p:tag name="KSO_WM_UNIT_TEXT_FILL_FORE_SCHEMECOLOR_INDEX_BRIGHTNESS" val="0"/>
  <p:tag name="KSO_WM_UNIT_TEXT_FILL_FORE_SCHEMECOLOR_INDEX" val="13"/>
  <p:tag name="KSO_WM_UNIT_TEXT_FILL_TYPE" val="1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c2ad48e2b17a4f77b87a10486738724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a3575a3699ba4e9590b75c31e722b4ff"/>
  <p:tag name="KSO_WM_SLIDE_BACKGROUND_TYPE" val="topBotto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e58b3c5437b14b488da16b18285e6cbb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49d04b894b834011bbf293d67fba658e"/>
  <p:tag name="KSO_WM_SLIDE_BACKGROUND_TYPE" val="topBottom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topBottom"/>
  <p:tag name="KSO_WM_UNIT_TEXT_FILL_FORE_SCHEMECOLOR_INDEX_BRIGHTNESS" val="0"/>
  <p:tag name="KSO_WM_UNIT_TEXT_FILL_FORE_SCHEMECOLOR_INDEX" val="13"/>
  <p:tag name="KSO_WM_UNIT_TEXT_FILL_TYPE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cf00e2266f384317bf6fac64cc483ba7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92e98fb069d54a89a4b8b1732f73ed81"/>
  <p:tag name="KSO_WM_SLIDE_BACKGROUND_TYPE" val="bottomTop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2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ottomTop"/>
  <p:tag name="KSO_WM_UNIT_TEXT_FILL_FORE_SCHEMECOLOR_INDEX_BRIGHTNESS" val="0"/>
  <p:tag name="KSO_WM_UNIT_TEXT_FILL_FORE_SCHEMECOLOR_INDEX" val="13"/>
  <p:tag name="KSO_WM_UNIT_TEXT_FILL_TYPE" val="1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4bb42711b180428ea5bd2cfefbce329f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36697363c1ad4851b9c268ca0b1630f5"/>
  <p:tag name="KSO_WM_SLIDE_BACKGROUND_TYPE" val="navigation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3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2b1a7f510dda4678a34427de5d8de730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1bf646edba524302864a0e38be5e443b"/>
  <p:tag name="KSO_WM_SLIDE_BACKGROUND_TYPE" val="navigation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navigation"/>
  <p:tag name="KSO_WM_UNIT_TEXT_FILL_FORE_SCHEMECOLOR_INDEX_BRIGHTNESS" val="0"/>
  <p:tag name="KSO_WM_UNIT_TEXT_FILL_FORE_SCHEMECOLOR_INDEX" val="13"/>
  <p:tag name="KSO_WM_UNIT_TEXT_FILL_TYPE" val="1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v"/>
  <p:tag name="KSO_WM_TEMPLATE_CATEGORY" val="chip"/>
  <p:tag name="KSO_WM_TEMPLATE_INDEX" val="20223075"/>
  <p:tag name="KSO_WM_UNIT_TYPE" val="i"/>
  <p:tag name="KSO_WM_UNIT_INDEX" val="1"/>
  <p:tag name="KSO_WM_UNIT_ID" val="chip20223075_10*i*1"/>
  <p:tag name="KSO_WM_BEAUTIFY_FLAG" val="#wm#"/>
  <p:tag name="KSO_WM_TAG_VERSION" val="1.0"/>
  <p:tag name="KSO_WM_CHIP_GROUPID" val="62cb92ed67e1b3ac3a0df933"/>
  <p:tag name="KSO_WM_CHIP_XID" val="62cb92f267e1b3ac3a0dfc76"/>
  <p:tag name="KSO_WM_UNIT_DEC_AREA_ID" val="a69f6163a09d4335b371cbcbaaa3e57a"/>
  <p:tag name="KSO_WM_CHIP_FILLAREA_FILL_RULE" val="{&quot;fill_align&quot;:&quot;cm&quot;,&quot;fill_effect&quot;:[],&quot;fill_mode&quot;:&quot;full&quot;,&quot;sacle_strategy&quot;:&quot;stretch&quot;}"/>
  <p:tag name="KSO_WM_UNIT_DEC_SUPPORTCHANGEPIC" val="0"/>
  <p:tag name="KSO_WM_UNIT_DEC_CHANGEPICRESERVED" val="1"/>
  <p:tag name="KSO_WM_ASSEMBLE_CHIP_INDEX" val="dcb46b93d9964b6e9394b5aded1e27e0"/>
  <p:tag name="KSO_WM_SLIDE_BACKGROUND_TYPE" val="belt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bg20220522_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  <p:tag name="KSO_WM_TEMPLATE_CATEGORY" val="bg"/>
  <p:tag name="KSO_WM_TEMPLATE_INDEX" val="20220522"/>
  <p:tag name="KSO_WM_UNIT_FILL_FORE_SCHEMECOLOR_INDEX_BRIGHTNESS" val="0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CHIP_GROUPID" val="61837b50a6a891b1f9db06a2"/>
  <p:tag name="KSO_WM_CHIP_XID" val="618b765618adb49c6c1f28a4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t"/>
  <p:tag name="KSO_WM_TEMPLATE_CATEGORY" val="chip"/>
  <p:tag name="KSO_WM_TEMPLATE_INDEX" val="20223075"/>
  <p:tag name="KSO_WM_UNIT_TYPE" val="i"/>
  <p:tag name="KSO_WM_UNIT_INDEX" val="1"/>
  <p:tag name="KSO_WM_UNIT_ID" val="chip20223075_12*i*1"/>
  <p:tag name="KSO_WM_BEAUTIFY_FLAG" val="#wm#"/>
  <p:tag name="KSO_WM_TAG_VERSION" val="1.0"/>
  <p:tag name="KSO_WM_CHIP_GROUPID" val="62cb92ed67e1b3ac3a0df933"/>
  <p:tag name="KSO_WM_CHIP_XID" val="62cb92f267e1b3ac3a0dfc3e"/>
  <p:tag name="KSO_WM_UNIT_DEC_AREA_ID" val="a4ccf5ccfb9b44a896f37319a9a629a5"/>
  <p:tag name="KSO_WM_CHIP_FILLAREA_FILL_RULE" val="{&quot;fill_align&quot;:&quot;lb&quot;,&quot;fill_effect&quot;:[],&quot;fill_mode&quot;:&quot;adaptive&quot;,&quot;sacle_strategy&quot;:&quot;stretch&quot;}"/>
  <p:tag name="KSO_WM_UNIT_DEC_SUPPORTCHANGEPIC" val="0"/>
  <p:tag name="KSO_WM_UNIT_DEC_CHANGEPICRESERVED" val="1"/>
  <p:tag name="KSO_WM_ASSEMBLE_CHIP_INDEX" val="f530d658cf74450e8cb5f979b7fa71d8"/>
  <p:tag name="KSO_WM_SLIDE_BACKGROUND_TYPE" val="belt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BACKGROUND_TYPE" val="belt"/>
  <p:tag name="KSO_WM_UNIT_TEXT_FILL_FORE_SCHEMECOLOR_INDEX_BRIGHTNESS" val="0"/>
  <p:tag name="KSO_WM_UNIT_TEXT_FILL_FORE_SCHEMECOLOR_INDEX" val="13"/>
  <p:tag name="KSO_WM_UNIT_TEXT_FILL_TYPE" val="1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56;60;2"/>
  <p:tag name="KSO_WM_UNIT_BLOCK" val="0"/>
  <p:tag name="KSO_WM_UNIT_DEC_AREA_ID" val="5a98cb67407541d98bcf1eed4d3787f8"/>
  <p:tag name="KSO_WM_UNIT_ISCONTENTSTITLE" val="0"/>
  <p:tag name="KSO_WM_UNIT_ISNUMDGMTITLE" val="0"/>
  <p:tag name="KSO_WM_UNIT_PRESET_TEXT" val="单击此处添加&#10;标题"/>
  <p:tag name="KSO_WM_UNIT_NOCLEAR" val="0"/>
  <p:tag name="KSO_WM_UNIT_VALUE" val="1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20769_1*a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23075_1"/>
  <p:tag name="KSO_WM_TEMPLATE_SUBCATEGORY" val="21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23075"/>
  <p:tag name="KSO_WM_SLIDE_LAYOUT" val="a_f"/>
  <p:tag name="KSO_WM_SLIDE_LAYOUT_CNT" val="1_2"/>
  <p:tag name="KSO_WM_UNIT_SHOW_EDIT_AREA_INDICATION" val="1"/>
  <p:tag name="KSO_WM_TEMPLATE_THUMBS_INDEX" val="1、2、6、7、9、25"/>
  <p:tag name="KSO_WM_CHIP_INFOS" val="{&quot;type&quot;:0,&quot;layout_type&quot;:&quot;1_NF_LC_7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,&quot;扁平风&quot;,&quot;手绘风&quot;,&quot;立体风&quot;,&quot;炫酷&quot;,&quot;复古风&quot;,&quot;科技风&quot;,&quot;水彩风&quot;,&quot;ios风&quot;,&quot;快闪&quot;,&quot;波普风&quot;,&quot;孟菲斯&quot;,&quot;蒸汽波&quot;,&quot;MBE&quot;,&quot;剪纸风&quot;,&quot;酸性风&quot;,&quot;像素风&quot;,&quot;涂鸦风&quot;,&quot;实景&quot;]},&quot;slide_type&quot;:[&quot;title&quot;,&quot;sectionTitle&quot;,&quot;contents&quot;,&quot;endPage&quot;],&quot;useType&quot;:[&quot;ppt&quot;]}"/>
  <p:tag name="KSO_WM_CHIP_XID" val="614a9d9b1e630cfd8f114d27"/>
  <p:tag name="KSO_WM_CHIP_FILLPROP" val="[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diagram&quot;,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b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t&quot;,&quot;chip_types&quot;:[&quot;header&quot;]}],[{&quot;text_align&quot;:&quot;rm&quot;,&quot;text_direction&quot;:&quot;horizontal&quot;,&quot;support_big_font&quot;:false,&quot;picture_toward&quot;:0,&quot;picture_dockside&quot;:[],&quot;fill_id&quot;:&quot;3b50f7cce9dd429da8d2fb599840cb10&quot;,&quot;fill_align&quot;:&quot;r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l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m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t&quot;,&quot;chip_types&quot;:[&quot;header&quot;]}],[{&quot;text_align&quot;:&quot;c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,[{&quot;text_align&quot;:&quot;lm&quot;,&quot;text_direction&quot;:&quot;horizontal&quot;,&quot;support_big_font&quot;:false,&quot;picture_toward&quot;:0,&quot;picture_dockside&quot;:[],&quot;fill_id&quot;:&quot;3b50f7cce9dd429da8d2fb599840cb10&quot;,&quot;fill_align&quot;:&quot;cb&quot;,&quot;chip_types&quot;:[&quot;header&quot;]}]]"/>
  <p:tag name="KSO_WM_CHIP_DECFILLPROP" val="[]"/>
  <p:tag name="KSO_WM_CHIP_GROUPID" val="614a9d9b1e630cfd8f114d26"/>
  <p:tag name="KSO_WM_SLIDE_LAYOUT_INFO" val="{&quot;id&quot;:&quot;2022-09-05T11:30:32&quot;,&quot;margin&quot;:{&quot;bottom&quot;:3.684757709503174,&quot;left&quot;:0.9507361650466919,&quot;right&quot;:14.313993453979492,&quot;top&quot;:5.182305335998535},&quot;type&quot;:0}"/>
  <p:tag name="KSO_WM_SLIDE_BK_DARK_LIGHT" val="2"/>
  <p:tag name="KSO_WM_SLIDE_BACKGROUND_TYPE" val="general"/>
  <p:tag name="KSO_WM_SLIDE_SUPPORT_FEATURE_TYPE" val="0"/>
  <p:tag name="KSO_WM_TEMPLATE_MASTER_THUMB_INDEX" val="12"/>
  <p:tag name="KSO_WM_CHIP_COLORING" val="1"/>
  <p:tag name="KSO_WM_TEMPLATE_ASSEMBLE_XID" val="63156d2459d53ee3cde22885"/>
  <p:tag name="KSO_WM_TEMPLATE_ASSEMBLE_GROUPID" val="62cb92ed67e1b3ac3a0df933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EFAULT_FONT" val="24;30;2"/>
  <p:tag name="KSO_WM_UNIT_BLOCK" val="0"/>
  <p:tag name="KSO_WM_UNIT_DEC_AREA_ID" val="729cfe767e514265b8b6e98bba9614de"/>
  <p:tag name="KSO_WM_UNIT_ISCONTENTSTITLE" val="0"/>
  <p:tag name="KSO_WM_UNIT_ISNUMDGMTITLE" val="0"/>
  <p:tag name="KSO_WM_UNIT_PRESET_TEXT" val="单击此处添加副标题"/>
  <p:tag name="KSO_WM_UNIT_NOCLEAR" val="0"/>
  <p:tag name="KSO_WM_UNIT_VALUE" val="13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diagram20220769_1*b*1"/>
  <p:tag name="KSO_WM_TEMPLATE_CATEGORY" val="diagram"/>
  <p:tag name="KSO_WM_TEMPLATE_INDEX" val="20220769"/>
  <p:tag name="KSO_WM_UNIT_LAYERLEVEL" val="1"/>
  <p:tag name="KSO_WM_TAG_VERSION" val="1.0"/>
  <p:tag name="KSO_WM_BEAUTIFY_FLAG" val="#wm#"/>
  <p:tag name="KSO_WM_CHIP_GROUPID" val="6192042818adb49c6c1f3bc3"/>
  <p:tag name="KSO_WM_CHIP_XID" val="6192042818adb49c6c1f3bc0"/>
  <p:tag name="KSO_WM_UNIT_TEXT_FILL_FORE_SCHEMECOLOR_INDEX_BRIGHTNESS" val="0"/>
  <p:tag name="KSO_WM_UNIT_TEXT_FILL_FORE_SCHEMECOLOR_INDEX" val="5"/>
  <p:tag name="KSO_WM_UNIT_TEXT_FILL_TYPE" val="1"/>
</p:tagLst>
</file>

<file path=ppt/theme/theme1.xml><?xml version="1.0" encoding="utf-8"?>
<a:theme xmlns:a="http://schemas.openxmlformats.org/drawingml/2006/main" name="2_Office 主题​​">
  <a:themeElements>
    <a:clrScheme name="">
      <a:dk1>
        <a:srgbClr val="000000"/>
      </a:dk1>
      <a:lt1>
        <a:srgbClr val="FFFFFF"/>
      </a:lt1>
      <a:dk2>
        <a:srgbClr val="D88D7B"/>
      </a:dk2>
      <a:lt2>
        <a:srgbClr val="FFFFFF"/>
      </a:lt2>
      <a:accent1>
        <a:srgbClr val="FE7959"/>
      </a:accent1>
      <a:accent2>
        <a:srgbClr val="FE935E"/>
      </a:accent2>
      <a:accent3>
        <a:srgbClr val="FFAD63"/>
      </a:accent3>
      <a:accent4>
        <a:srgbClr val="FFA965"/>
      </a:accent4>
      <a:accent5>
        <a:srgbClr val="FF8864"/>
      </a:accent5>
      <a:accent6>
        <a:srgbClr val="FF6763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1053</TotalTime>
  <Words>723</Words>
  <Application>Microsoft Office PowerPoint</Application>
  <PresentationFormat>Widescreen</PresentationFormat>
  <Paragraphs>120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微软雅黑</vt:lpstr>
      <vt:lpstr>宋体</vt:lpstr>
      <vt:lpstr>Arial</vt:lpstr>
      <vt:lpstr>Calibri</vt:lpstr>
      <vt:lpstr>Courier New</vt:lpstr>
      <vt:lpstr>Google Sans</vt:lpstr>
      <vt:lpstr>Times New Roman</vt:lpstr>
      <vt:lpstr>Wingdings</vt:lpstr>
      <vt:lpstr>汉仪文黑-55简</vt:lpstr>
      <vt:lpstr>汉仪文黑-85简</vt:lpstr>
      <vt:lpstr>2_Office 主题​​</vt:lpstr>
      <vt:lpstr>Microsoft Word Document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Su Jiajing</dc:creator>
  <cp:lastModifiedBy>Ibrahim Siraj</cp:lastModifiedBy>
  <cp:revision>220</cp:revision>
  <dcterms:created xsi:type="dcterms:W3CDTF">2019-06-19T02:08:00Z</dcterms:created>
  <dcterms:modified xsi:type="dcterms:W3CDTF">2025-11-26T15:23:14Z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2052-11.1.0.14036</vt:lpwstr>
  </property>
  <property fmtid="{D5CDD505-2E9C-101B-9397-08002B2CF9AE}" pid="3" name="ICV">
    <vt:lpwstr>A05E1846C5A840C580943081378365C3_11</vt:lpwstr>
  </property>
</Properties>
</file>