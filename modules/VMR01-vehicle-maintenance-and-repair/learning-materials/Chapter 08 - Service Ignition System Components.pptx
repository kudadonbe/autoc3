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heme/theme2.xml" ContentType="application/vnd.openxmlformats-officedocument.theme+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8" r:id="rId1"/>
  </p:sldMasterIdLst>
  <p:notesMasterIdLst>
    <p:notesMasterId r:id="rId31"/>
  </p:notesMasterIdLst>
  <p:sldIdLst>
    <p:sldId id="348" r:id="rId2"/>
    <p:sldId id="349" r:id="rId3"/>
    <p:sldId id="350" r:id="rId4"/>
    <p:sldId id="353" r:id="rId5"/>
    <p:sldId id="351" r:id="rId6"/>
    <p:sldId id="355" r:id="rId7"/>
    <p:sldId id="356" r:id="rId8"/>
    <p:sldId id="357" r:id="rId9"/>
    <p:sldId id="358" r:id="rId10"/>
    <p:sldId id="359" r:id="rId11"/>
    <p:sldId id="360" r:id="rId12"/>
    <p:sldId id="362" r:id="rId13"/>
    <p:sldId id="363" r:id="rId14"/>
    <p:sldId id="364" r:id="rId15"/>
    <p:sldId id="365" r:id="rId16"/>
    <p:sldId id="361" r:id="rId17"/>
    <p:sldId id="366" r:id="rId18"/>
    <p:sldId id="354" r:id="rId19"/>
    <p:sldId id="352" r:id="rId20"/>
    <p:sldId id="367" r:id="rId21"/>
    <p:sldId id="368" r:id="rId22"/>
    <p:sldId id="369" r:id="rId23"/>
    <p:sldId id="370" r:id="rId24"/>
    <p:sldId id="371" r:id="rId25"/>
    <p:sldId id="372" r:id="rId26"/>
    <p:sldId id="373" r:id="rId27"/>
    <p:sldId id="374" r:id="rId28"/>
    <p:sldId id="375" r:id="rId29"/>
    <p:sldId id="295" r:id="rId30"/>
  </p:sldIdLst>
  <p:sldSz cx="12192000" cy="6858000"/>
  <p:notesSz cx="6858000" cy="9144000"/>
  <p:custDataLst>
    <p:tags r:id="rId3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68" d="100"/>
          <a:sy n="68" d="100"/>
        </p:scale>
        <p:origin x="870" y="78"/>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gs" Target="tags/tag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2025/11/25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tags" Target="../tags/tag15.xml"/><Relationship Id="rId13" Type="http://schemas.openxmlformats.org/officeDocument/2006/relationships/image" Target="../media/image2.png"/><Relationship Id="rId3" Type="http://schemas.openxmlformats.org/officeDocument/2006/relationships/tags" Target="../tags/tag10.xml"/><Relationship Id="rId7" Type="http://schemas.openxmlformats.org/officeDocument/2006/relationships/tags" Target="../tags/tag14.xml"/><Relationship Id="rId12" Type="http://schemas.openxmlformats.org/officeDocument/2006/relationships/image" Target="../media/image1.png"/><Relationship Id="rId2" Type="http://schemas.openxmlformats.org/officeDocument/2006/relationships/tags" Target="../tags/tag9.xml"/><Relationship Id="rId16" Type="http://schemas.openxmlformats.org/officeDocument/2006/relationships/image" Target="../media/image5.png"/><Relationship Id="rId1" Type="http://schemas.openxmlformats.org/officeDocument/2006/relationships/tags" Target="../tags/tag8.xml"/><Relationship Id="rId6" Type="http://schemas.openxmlformats.org/officeDocument/2006/relationships/tags" Target="../tags/tag13.xml"/><Relationship Id="rId11" Type="http://schemas.openxmlformats.org/officeDocument/2006/relationships/slideMaster" Target="../slideMasters/slideMaster1.xml"/><Relationship Id="rId5" Type="http://schemas.openxmlformats.org/officeDocument/2006/relationships/tags" Target="../tags/tag12.xml"/><Relationship Id="rId15" Type="http://schemas.openxmlformats.org/officeDocument/2006/relationships/image" Target="../media/image4.png"/><Relationship Id="rId10" Type="http://schemas.openxmlformats.org/officeDocument/2006/relationships/tags" Target="../tags/tag17.xml"/><Relationship Id="rId4" Type="http://schemas.openxmlformats.org/officeDocument/2006/relationships/tags" Target="../tags/tag11.xml"/><Relationship Id="rId9" Type="http://schemas.openxmlformats.org/officeDocument/2006/relationships/tags" Target="../tags/tag16.xml"/><Relationship Id="rId1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8" Type="http://schemas.openxmlformats.org/officeDocument/2006/relationships/tags" Target="../tags/tag25.xml"/><Relationship Id="rId3" Type="http://schemas.openxmlformats.org/officeDocument/2006/relationships/tags" Target="../tags/tag20.xml"/><Relationship Id="rId7" Type="http://schemas.openxmlformats.org/officeDocument/2006/relationships/tags" Target="../tags/tag24.xml"/><Relationship Id="rId12" Type="http://schemas.openxmlformats.org/officeDocument/2006/relationships/image" Target="../media/image7.png"/><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image" Target="../media/image6.png"/><Relationship Id="rId5" Type="http://schemas.openxmlformats.org/officeDocument/2006/relationships/tags" Target="../tags/tag22.xml"/><Relationship Id="rId10" Type="http://schemas.openxmlformats.org/officeDocument/2006/relationships/image" Target="../media/image1.png"/><Relationship Id="rId4" Type="http://schemas.openxmlformats.org/officeDocument/2006/relationships/tags" Target="../tags/tag21.xml"/><Relationship Id="rId9"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tags" Target="../tags/tag33.xml"/><Relationship Id="rId3" Type="http://schemas.openxmlformats.org/officeDocument/2006/relationships/tags" Target="../tags/tag28.xml"/><Relationship Id="rId7" Type="http://schemas.openxmlformats.org/officeDocument/2006/relationships/tags" Target="../tags/tag32.xml"/><Relationship Id="rId12" Type="http://schemas.openxmlformats.org/officeDocument/2006/relationships/image" Target="../media/image9.png"/><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tags" Target="../tags/tag31.xml"/><Relationship Id="rId11" Type="http://schemas.openxmlformats.org/officeDocument/2006/relationships/image" Target="../media/image8.png"/><Relationship Id="rId5" Type="http://schemas.openxmlformats.org/officeDocument/2006/relationships/tags" Target="../tags/tag30.xml"/><Relationship Id="rId10" Type="http://schemas.openxmlformats.org/officeDocument/2006/relationships/image" Target="../media/image1.png"/><Relationship Id="rId4" Type="http://schemas.openxmlformats.org/officeDocument/2006/relationships/tags" Target="../tags/tag29.xml"/><Relationship Id="rId9"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8" Type="http://schemas.openxmlformats.org/officeDocument/2006/relationships/tags" Target="../tags/tag41.xml"/><Relationship Id="rId13" Type="http://schemas.openxmlformats.org/officeDocument/2006/relationships/image" Target="../media/image7.png"/><Relationship Id="rId3" Type="http://schemas.openxmlformats.org/officeDocument/2006/relationships/tags" Target="../tags/tag36.xml"/><Relationship Id="rId7" Type="http://schemas.openxmlformats.org/officeDocument/2006/relationships/tags" Target="../tags/tag40.xml"/><Relationship Id="rId12" Type="http://schemas.openxmlformats.org/officeDocument/2006/relationships/image" Target="../media/image6.png"/><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tags" Target="../tags/tag39.xml"/><Relationship Id="rId11" Type="http://schemas.openxmlformats.org/officeDocument/2006/relationships/image" Target="../media/image1.png"/><Relationship Id="rId5" Type="http://schemas.openxmlformats.org/officeDocument/2006/relationships/tags" Target="../tags/tag38.xml"/><Relationship Id="rId10" Type="http://schemas.openxmlformats.org/officeDocument/2006/relationships/slideMaster" Target="../slideMasters/slideMaster1.xml"/><Relationship Id="rId4" Type="http://schemas.openxmlformats.org/officeDocument/2006/relationships/tags" Target="../tags/tag37.xml"/><Relationship Id="rId9" Type="http://schemas.openxmlformats.org/officeDocument/2006/relationships/tags" Target="../tags/tag42.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50.xml"/><Relationship Id="rId13" Type="http://schemas.openxmlformats.org/officeDocument/2006/relationships/image" Target="../media/image1.png"/><Relationship Id="rId3" Type="http://schemas.openxmlformats.org/officeDocument/2006/relationships/tags" Target="../tags/tag45.xml"/><Relationship Id="rId7" Type="http://schemas.openxmlformats.org/officeDocument/2006/relationships/tags" Target="../tags/tag49.xml"/><Relationship Id="rId12" Type="http://schemas.openxmlformats.org/officeDocument/2006/relationships/slideMaster" Target="../slideMasters/slideMaster1.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11" Type="http://schemas.openxmlformats.org/officeDocument/2006/relationships/tags" Target="../tags/tag53.xml"/><Relationship Id="rId5" Type="http://schemas.openxmlformats.org/officeDocument/2006/relationships/tags" Target="../tags/tag47.xml"/><Relationship Id="rId15" Type="http://schemas.openxmlformats.org/officeDocument/2006/relationships/image" Target="../media/image7.png"/><Relationship Id="rId10" Type="http://schemas.openxmlformats.org/officeDocument/2006/relationships/tags" Target="../tags/tag52.xml"/><Relationship Id="rId4" Type="http://schemas.openxmlformats.org/officeDocument/2006/relationships/tags" Target="../tags/tag46.xml"/><Relationship Id="rId9" Type="http://schemas.openxmlformats.org/officeDocument/2006/relationships/tags" Target="../tags/tag51.xml"/><Relationship Id="rId1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56.xml"/><Relationship Id="rId7" Type="http://schemas.openxmlformats.org/officeDocument/2006/relationships/tags" Target="../tags/tag60.xml"/><Relationship Id="rId2" Type="http://schemas.openxmlformats.org/officeDocument/2006/relationships/tags" Target="../tags/tag55.xml"/><Relationship Id="rId1" Type="http://schemas.openxmlformats.org/officeDocument/2006/relationships/tags" Target="../tags/tag54.xml"/><Relationship Id="rId6" Type="http://schemas.openxmlformats.org/officeDocument/2006/relationships/tags" Target="../tags/tag59.xml"/><Relationship Id="rId11" Type="http://schemas.openxmlformats.org/officeDocument/2006/relationships/image" Target="../media/image11.png"/><Relationship Id="rId5" Type="http://schemas.openxmlformats.org/officeDocument/2006/relationships/tags" Target="../tags/tag58.xml"/><Relationship Id="rId10" Type="http://schemas.openxmlformats.org/officeDocument/2006/relationships/image" Target="../media/image10.png"/><Relationship Id="rId4" Type="http://schemas.openxmlformats.org/officeDocument/2006/relationships/tags" Target="../tags/tag57.xml"/><Relationship Id="rId9"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63.xml"/><Relationship Id="rId2" Type="http://schemas.openxmlformats.org/officeDocument/2006/relationships/tags" Target="../tags/tag62.xml"/><Relationship Id="rId1" Type="http://schemas.openxmlformats.org/officeDocument/2006/relationships/tags" Target="../tags/tag61.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8" Type="http://schemas.openxmlformats.org/officeDocument/2006/relationships/tags" Target="../tags/tag71.xml"/><Relationship Id="rId13" Type="http://schemas.openxmlformats.org/officeDocument/2006/relationships/image" Target="../media/image7.png"/><Relationship Id="rId3" Type="http://schemas.openxmlformats.org/officeDocument/2006/relationships/tags" Target="../tags/tag66.xml"/><Relationship Id="rId7" Type="http://schemas.openxmlformats.org/officeDocument/2006/relationships/tags" Target="../tags/tag70.xml"/><Relationship Id="rId12" Type="http://schemas.openxmlformats.org/officeDocument/2006/relationships/image" Target="../media/image6.png"/><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tags" Target="../tags/tag69.xml"/><Relationship Id="rId11" Type="http://schemas.openxmlformats.org/officeDocument/2006/relationships/image" Target="../media/image1.png"/><Relationship Id="rId5" Type="http://schemas.openxmlformats.org/officeDocument/2006/relationships/tags" Target="../tags/tag68.xml"/><Relationship Id="rId10" Type="http://schemas.openxmlformats.org/officeDocument/2006/relationships/slideMaster" Target="../slideMasters/slideMaster1.xml"/><Relationship Id="rId4" Type="http://schemas.openxmlformats.org/officeDocument/2006/relationships/tags" Target="../tags/tag67.xml"/><Relationship Id="rId9" Type="http://schemas.openxmlformats.org/officeDocument/2006/relationships/tags" Target="../tags/tag72.xml"/></Relationships>
</file>

<file path=ppt/slideLayouts/_rels/slideLayout9.xml.rels><?xml version="1.0" encoding="UTF-8" standalone="yes"?>
<Relationships xmlns="http://schemas.openxmlformats.org/package/2006/relationships"><Relationship Id="rId8" Type="http://schemas.openxmlformats.org/officeDocument/2006/relationships/tags" Target="../tags/tag80.xml"/><Relationship Id="rId3" Type="http://schemas.openxmlformats.org/officeDocument/2006/relationships/tags" Target="../tags/tag75.xml"/><Relationship Id="rId7" Type="http://schemas.openxmlformats.org/officeDocument/2006/relationships/tags" Target="../tags/tag79.xml"/><Relationship Id="rId12" Type="http://schemas.openxmlformats.org/officeDocument/2006/relationships/image" Target="../media/image7.png"/><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tags" Target="../tags/tag78.xml"/><Relationship Id="rId11" Type="http://schemas.openxmlformats.org/officeDocument/2006/relationships/image" Target="../media/image6.png"/><Relationship Id="rId5" Type="http://schemas.openxmlformats.org/officeDocument/2006/relationships/tags" Target="../tags/tag77.xml"/><Relationship Id="rId10" Type="http://schemas.openxmlformats.org/officeDocument/2006/relationships/image" Target="../media/image1.png"/><Relationship Id="rId4" Type="http://schemas.openxmlformats.org/officeDocument/2006/relationships/tags" Target="../tags/tag76.xml"/><Relationship Id="rId9"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83.xml"/><Relationship Id="rId7" Type="http://schemas.openxmlformats.org/officeDocument/2006/relationships/tags" Target="../tags/tag87.xml"/><Relationship Id="rId2" Type="http://schemas.openxmlformats.org/officeDocument/2006/relationships/tags" Target="../tags/tag82.xml"/><Relationship Id="rId1" Type="http://schemas.openxmlformats.org/officeDocument/2006/relationships/tags" Target="../tags/tag81.xml"/><Relationship Id="rId6" Type="http://schemas.openxmlformats.org/officeDocument/2006/relationships/tags" Target="../tags/tag86.xml"/><Relationship Id="rId11" Type="http://schemas.openxmlformats.org/officeDocument/2006/relationships/image" Target="../media/image7.png"/><Relationship Id="rId5" Type="http://schemas.openxmlformats.org/officeDocument/2006/relationships/tags" Target="../tags/tag85.xml"/><Relationship Id="rId10" Type="http://schemas.openxmlformats.org/officeDocument/2006/relationships/image" Target="../media/image6.png"/><Relationship Id="rId4" Type="http://schemas.openxmlformats.org/officeDocument/2006/relationships/tags" Target="../tags/tag84.xml"/><Relationship Id="rId9"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95.xml"/><Relationship Id="rId13" Type="http://schemas.openxmlformats.org/officeDocument/2006/relationships/image" Target="../media/image13.png"/><Relationship Id="rId3" Type="http://schemas.openxmlformats.org/officeDocument/2006/relationships/tags" Target="../tags/tag90.xml"/><Relationship Id="rId7" Type="http://schemas.openxmlformats.org/officeDocument/2006/relationships/tags" Target="../tags/tag94.xml"/><Relationship Id="rId12" Type="http://schemas.openxmlformats.org/officeDocument/2006/relationships/image" Target="../media/image12.png"/><Relationship Id="rId2" Type="http://schemas.openxmlformats.org/officeDocument/2006/relationships/tags" Target="../tags/tag89.xml"/><Relationship Id="rId1" Type="http://schemas.openxmlformats.org/officeDocument/2006/relationships/tags" Target="../tags/tag88.xml"/><Relationship Id="rId6" Type="http://schemas.openxmlformats.org/officeDocument/2006/relationships/tags" Target="../tags/tag93.xml"/><Relationship Id="rId11" Type="http://schemas.openxmlformats.org/officeDocument/2006/relationships/image" Target="../media/image1.png"/><Relationship Id="rId5" Type="http://schemas.openxmlformats.org/officeDocument/2006/relationships/tags" Target="../tags/tag92.xml"/><Relationship Id="rId10" Type="http://schemas.openxmlformats.org/officeDocument/2006/relationships/slideMaster" Target="../slideMasters/slideMaster1.xml"/><Relationship Id="rId4" Type="http://schemas.openxmlformats.org/officeDocument/2006/relationships/tags" Target="../tags/tag91.xml"/><Relationship Id="rId9" Type="http://schemas.openxmlformats.org/officeDocument/2006/relationships/tags" Target="../tags/tag96.xml"/></Relationships>
</file>

<file path=ppt/slideLayouts/_rels/slideLayout1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99.xml"/><Relationship Id="rId7" Type="http://schemas.openxmlformats.org/officeDocument/2006/relationships/tags" Target="../tags/tag103.xml"/><Relationship Id="rId2" Type="http://schemas.openxmlformats.org/officeDocument/2006/relationships/tags" Target="../tags/tag98.xml"/><Relationship Id="rId1" Type="http://schemas.openxmlformats.org/officeDocument/2006/relationships/tags" Target="../tags/tag97.xml"/><Relationship Id="rId6" Type="http://schemas.openxmlformats.org/officeDocument/2006/relationships/tags" Target="../tags/tag102.xml"/><Relationship Id="rId11" Type="http://schemas.openxmlformats.org/officeDocument/2006/relationships/image" Target="../media/image7.png"/><Relationship Id="rId5" Type="http://schemas.openxmlformats.org/officeDocument/2006/relationships/tags" Target="../tags/tag101.xml"/><Relationship Id="rId10" Type="http://schemas.openxmlformats.org/officeDocument/2006/relationships/image" Target="../media/image6.png"/><Relationship Id="rId4" Type="http://schemas.openxmlformats.org/officeDocument/2006/relationships/tags" Target="../tags/tag100.xml"/><Relationship Id="rId9"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8" Type="http://schemas.openxmlformats.org/officeDocument/2006/relationships/tags" Target="../tags/tag111.xml"/><Relationship Id="rId3" Type="http://schemas.openxmlformats.org/officeDocument/2006/relationships/tags" Target="../tags/tag106.xml"/><Relationship Id="rId7" Type="http://schemas.openxmlformats.org/officeDocument/2006/relationships/tags" Target="../tags/tag110.xml"/><Relationship Id="rId2" Type="http://schemas.openxmlformats.org/officeDocument/2006/relationships/tags" Target="../tags/tag105.xml"/><Relationship Id="rId1" Type="http://schemas.openxmlformats.org/officeDocument/2006/relationships/tags" Target="../tags/tag104.xml"/><Relationship Id="rId6" Type="http://schemas.openxmlformats.org/officeDocument/2006/relationships/tags" Target="../tags/tag109.xml"/><Relationship Id="rId11" Type="http://schemas.openxmlformats.org/officeDocument/2006/relationships/image" Target="../media/image7.png"/><Relationship Id="rId5" Type="http://schemas.openxmlformats.org/officeDocument/2006/relationships/tags" Target="../tags/tag108.xml"/><Relationship Id="rId10" Type="http://schemas.openxmlformats.org/officeDocument/2006/relationships/image" Target="../media/image1.png"/><Relationship Id="rId4" Type="http://schemas.openxmlformats.org/officeDocument/2006/relationships/tags" Target="../tags/tag107.xml"/><Relationship Id="rId9"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8" Type="http://schemas.openxmlformats.org/officeDocument/2006/relationships/tags" Target="../tags/tag119.xml"/><Relationship Id="rId3" Type="http://schemas.openxmlformats.org/officeDocument/2006/relationships/tags" Target="../tags/tag114.xml"/><Relationship Id="rId7" Type="http://schemas.openxmlformats.org/officeDocument/2006/relationships/tags" Target="../tags/tag118.xml"/><Relationship Id="rId2" Type="http://schemas.openxmlformats.org/officeDocument/2006/relationships/tags" Target="../tags/tag113.xml"/><Relationship Id="rId1" Type="http://schemas.openxmlformats.org/officeDocument/2006/relationships/tags" Target="../tags/tag112.xml"/><Relationship Id="rId6" Type="http://schemas.openxmlformats.org/officeDocument/2006/relationships/tags" Target="../tags/tag117.xml"/><Relationship Id="rId5" Type="http://schemas.openxmlformats.org/officeDocument/2006/relationships/tags" Target="../tags/tag116.xml"/><Relationship Id="rId10" Type="http://schemas.openxmlformats.org/officeDocument/2006/relationships/image" Target="../media/image1.png"/><Relationship Id="rId4" Type="http://schemas.openxmlformats.org/officeDocument/2006/relationships/tags" Target="../tags/tag115.xml"/><Relationship Id="rId9"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127.xml"/><Relationship Id="rId3" Type="http://schemas.openxmlformats.org/officeDocument/2006/relationships/tags" Target="../tags/tag122.xml"/><Relationship Id="rId7" Type="http://schemas.openxmlformats.org/officeDocument/2006/relationships/tags" Target="../tags/tag126.xml"/><Relationship Id="rId12" Type="http://schemas.openxmlformats.org/officeDocument/2006/relationships/image" Target="../media/image7.png"/><Relationship Id="rId2" Type="http://schemas.openxmlformats.org/officeDocument/2006/relationships/tags" Target="../tags/tag121.xml"/><Relationship Id="rId1" Type="http://schemas.openxmlformats.org/officeDocument/2006/relationships/tags" Target="../tags/tag120.xml"/><Relationship Id="rId6" Type="http://schemas.openxmlformats.org/officeDocument/2006/relationships/tags" Target="../tags/tag125.xml"/><Relationship Id="rId11" Type="http://schemas.openxmlformats.org/officeDocument/2006/relationships/image" Target="../media/image1.png"/><Relationship Id="rId5" Type="http://schemas.openxmlformats.org/officeDocument/2006/relationships/tags" Target="../tags/tag124.xml"/><Relationship Id="rId10" Type="http://schemas.openxmlformats.org/officeDocument/2006/relationships/slideMaster" Target="../slideMasters/slideMaster1.xml"/><Relationship Id="rId4" Type="http://schemas.openxmlformats.org/officeDocument/2006/relationships/tags" Target="../tags/tag123.xml"/><Relationship Id="rId9" Type="http://schemas.openxmlformats.org/officeDocument/2006/relationships/tags" Target="../tags/tag128.xm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136.xml"/><Relationship Id="rId3" Type="http://schemas.openxmlformats.org/officeDocument/2006/relationships/tags" Target="../tags/tag131.xml"/><Relationship Id="rId7" Type="http://schemas.openxmlformats.org/officeDocument/2006/relationships/tags" Target="../tags/tag135.xml"/><Relationship Id="rId2" Type="http://schemas.openxmlformats.org/officeDocument/2006/relationships/tags" Target="../tags/tag130.xml"/><Relationship Id="rId1" Type="http://schemas.openxmlformats.org/officeDocument/2006/relationships/tags" Target="../tags/tag129.xml"/><Relationship Id="rId6" Type="http://schemas.openxmlformats.org/officeDocument/2006/relationships/tags" Target="../tags/tag134.xml"/><Relationship Id="rId5" Type="http://schemas.openxmlformats.org/officeDocument/2006/relationships/tags" Target="../tags/tag133.xml"/><Relationship Id="rId10" Type="http://schemas.openxmlformats.org/officeDocument/2006/relationships/image" Target="../media/image1.png"/><Relationship Id="rId4" Type="http://schemas.openxmlformats.org/officeDocument/2006/relationships/tags" Target="../tags/tag132.xml"/><Relationship Id="rId9"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144.xml"/><Relationship Id="rId13" Type="http://schemas.openxmlformats.org/officeDocument/2006/relationships/image" Target="../media/image1.png"/><Relationship Id="rId3" Type="http://schemas.openxmlformats.org/officeDocument/2006/relationships/tags" Target="../tags/tag139.xml"/><Relationship Id="rId7" Type="http://schemas.openxmlformats.org/officeDocument/2006/relationships/tags" Target="../tags/tag143.xml"/><Relationship Id="rId12" Type="http://schemas.openxmlformats.org/officeDocument/2006/relationships/slideMaster" Target="../slideMasters/slideMaster1.xml"/><Relationship Id="rId2" Type="http://schemas.openxmlformats.org/officeDocument/2006/relationships/tags" Target="../tags/tag138.xml"/><Relationship Id="rId1" Type="http://schemas.openxmlformats.org/officeDocument/2006/relationships/tags" Target="../tags/tag137.xml"/><Relationship Id="rId6" Type="http://schemas.openxmlformats.org/officeDocument/2006/relationships/tags" Target="../tags/tag142.xml"/><Relationship Id="rId11" Type="http://schemas.openxmlformats.org/officeDocument/2006/relationships/tags" Target="../tags/tag147.xml"/><Relationship Id="rId5" Type="http://schemas.openxmlformats.org/officeDocument/2006/relationships/tags" Target="../tags/tag141.xml"/><Relationship Id="rId10" Type="http://schemas.openxmlformats.org/officeDocument/2006/relationships/tags" Target="../tags/tag146.xml"/><Relationship Id="rId4" Type="http://schemas.openxmlformats.org/officeDocument/2006/relationships/tags" Target="../tags/tag140.xml"/><Relationship Id="rId9" Type="http://schemas.openxmlformats.org/officeDocument/2006/relationships/tags" Target="../tags/tag145.xml"/><Relationship Id="rId14" Type="http://schemas.openxmlformats.org/officeDocument/2006/relationships/image" Target="../media/image7.png"/></Relationships>
</file>

<file path=ppt/slideLayouts/_rels/slideLayout18.xml.rels><?xml version="1.0" encoding="UTF-8" standalone="yes"?>
<Relationships xmlns="http://schemas.openxmlformats.org/package/2006/relationships"><Relationship Id="rId8" Type="http://schemas.openxmlformats.org/officeDocument/2006/relationships/tags" Target="../tags/tag155.xml"/><Relationship Id="rId3" Type="http://schemas.openxmlformats.org/officeDocument/2006/relationships/tags" Target="../tags/tag150.xml"/><Relationship Id="rId7" Type="http://schemas.openxmlformats.org/officeDocument/2006/relationships/tags" Target="../tags/tag154.xml"/><Relationship Id="rId2" Type="http://schemas.openxmlformats.org/officeDocument/2006/relationships/tags" Target="../tags/tag149.xml"/><Relationship Id="rId1" Type="http://schemas.openxmlformats.org/officeDocument/2006/relationships/tags" Target="../tags/tag148.xml"/><Relationship Id="rId6" Type="http://schemas.openxmlformats.org/officeDocument/2006/relationships/tags" Target="../tags/tag153.xml"/><Relationship Id="rId11" Type="http://schemas.openxmlformats.org/officeDocument/2006/relationships/image" Target="../media/image7.png"/><Relationship Id="rId5" Type="http://schemas.openxmlformats.org/officeDocument/2006/relationships/tags" Target="../tags/tag152.xml"/><Relationship Id="rId10" Type="http://schemas.openxmlformats.org/officeDocument/2006/relationships/image" Target="../media/image1.png"/><Relationship Id="rId4" Type="http://schemas.openxmlformats.org/officeDocument/2006/relationships/tags" Target="../tags/tag151.xml"/><Relationship Id="rId9"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图片 3" descr="JY01_画板 1 副本"/>
          <p:cNvPicPr>
            <a:picLocks noChangeAspect="1"/>
          </p:cNvPicPr>
          <p:nvPr>
            <p:custDataLst>
              <p:tags r:id="rId1"/>
            </p:custDataLst>
          </p:nvPr>
        </p:nvPicPr>
        <p:blipFill>
          <a:blip r:embed="rId12"/>
          <a:stretch>
            <a:fillRect/>
          </a:stretch>
        </p:blipFill>
        <p:spPr>
          <a:xfrm>
            <a:off x="0" y="-5556"/>
            <a:ext cx="12192000" cy="6856730"/>
          </a:xfrm>
          <a:prstGeom prst="rect">
            <a:avLst/>
          </a:prstGeom>
        </p:spPr>
      </p:pic>
      <p:pic>
        <p:nvPicPr>
          <p:cNvPr id="21" name="图片 20" descr="JY01-13"/>
          <p:cNvPicPr>
            <a:picLocks noChangeAspect="1"/>
          </p:cNvPicPr>
          <p:nvPr>
            <p:custDataLst>
              <p:tags r:id="rId2"/>
            </p:custDataLst>
          </p:nvPr>
        </p:nvPicPr>
        <p:blipFill>
          <a:blip r:embed="rId13"/>
          <a:stretch>
            <a:fillRect/>
          </a:stretch>
        </p:blipFill>
        <p:spPr>
          <a:xfrm>
            <a:off x="0" y="0"/>
            <a:ext cx="2032000" cy="1009020"/>
          </a:xfrm>
          <a:prstGeom prst="rect">
            <a:avLst/>
          </a:prstGeom>
        </p:spPr>
      </p:pic>
      <p:pic>
        <p:nvPicPr>
          <p:cNvPr id="23" name="图片 22" descr="JY01-15"/>
          <p:cNvPicPr>
            <a:picLocks noChangeAspect="1"/>
          </p:cNvPicPr>
          <p:nvPr>
            <p:custDataLst>
              <p:tags r:id="rId3"/>
            </p:custDataLst>
          </p:nvPr>
        </p:nvPicPr>
        <p:blipFill>
          <a:blip r:embed="rId14"/>
          <a:stretch>
            <a:fillRect/>
          </a:stretch>
        </p:blipFill>
        <p:spPr>
          <a:xfrm>
            <a:off x="0" y="5611495"/>
            <a:ext cx="1257294" cy="1252220"/>
          </a:xfrm>
          <a:prstGeom prst="rect">
            <a:avLst/>
          </a:prstGeom>
        </p:spPr>
      </p:pic>
      <p:pic>
        <p:nvPicPr>
          <p:cNvPr id="22" name="图片 21" descr="JY01-16"/>
          <p:cNvPicPr>
            <a:picLocks noChangeAspect="1"/>
          </p:cNvPicPr>
          <p:nvPr>
            <p:custDataLst>
              <p:tags r:id="rId4"/>
            </p:custDataLst>
          </p:nvPr>
        </p:nvPicPr>
        <p:blipFill>
          <a:blip r:embed="rId15"/>
          <a:stretch>
            <a:fillRect/>
          </a:stretch>
        </p:blipFill>
        <p:spPr>
          <a:xfrm>
            <a:off x="4790440" y="2028565"/>
            <a:ext cx="7401560" cy="4829423"/>
          </a:xfrm>
          <a:prstGeom prst="rect">
            <a:avLst/>
          </a:prstGeom>
        </p:spPr>
      </p:pic>
      <p:pic>
        <p:nvPicPr>
          <p:cNvPr id="19" name="图片 18" descr="JY01-14"/>
          <p:cNvPicPr>
            <a:picLocks noChangeAspect="1"/>
          </p:cNvPicPr>
          <p:nvPr>
            <p:custDataLst>
              <p:tags r:id="rId5"/>
            </p:custDataLst>
          </p:nvPr>
        </p:nvPicPr>
        <p:blipFill>
          <a:blip r:embed="rId16"/>
          <a:stretch>
            <a:fillRect/>
          </a:stretch>
        </p:blipFill>
        <p:spPr>
          <a:xfrm>
            <a:off x="10250805" y="-24765"/>
            <a:ext cx="1941195" cy="3671639"/>
          </a:xfrm>
          <a:prstGeom prst="rect">
            <a:avLst/>
          </a:prstGeom>
        </p:spPr>
      </p:pic>
      <p:sp>
        <p:nvSpPr>
          <p:cNvPr id="16" name="日期占位符 15"/>
          <p:cNvSpPr>
            <a:spLocks noGrp="1"/>
          </p:cNvSpPr>
          <p:nvPr>
            <p:ph type="dt" sz="half" idx="10"/>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2025/11/25</a:t>
            </a:fld>
            <a:endParaRPr lang="zh-CN" altLang="en-US"/>
          </a:p>
        </p:txBody>
      </p:sp>
      <p:sp>
        <p:nvSpPr>
          <p:cNvPr id="17" name="页脚占位符 16"/>
          <p:cNvSpPr>
            <a:spLocks noGrp="1"/>
          </p:cNvSpPr>
          <p:nvPr>
            <p:ph type="ftr" sz="quarter" idx="11"/>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dirty="0"/>
          </a:p>
        </p:txBody>
      </p:sp>
      <p:sp>
        <p:nvSpPr>
          <p:cNvPr id="18" name="灯片编号占位符 17"/>
          <p:cNvSpPr>
            <a:spLocks noGrp="1"/>
          </p:cNvSpPr>
          <p:nvPr>
            <p:ph type="sldNum" sz="quarter" idx="12"/>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6" name="标题 5"/>
          <p:cNvSpPr txBox="1">
            <a:spLocks noGrp="1"/>
          </p:cNvSpPr>
          <p:nvPr>
            <p:ph type="title" idx="1" hasCustomPrompt="1"/>
            <p:custDataLst>
              <p:tags r:id="rId9"/>
            </p:custDataLst>
          </p:nvPr>
        </p:nvSpPr>
        <p:spPr>
          <a:xfrm>
            <a:off x="1137137" y="1044416"/>
            <a:ext cx="8927126" cy="3333296"/>
          </a:xfrm>
          <a:noFill/>
        </p:spPr>
        <p:txBody>
          <a:bodyPr wrap="square" rtlCol="0" anchor="ctr" anchorCtr="0">
            <a:normAutofit/>
          </a:bodyPr>
          <a:lstStyle>
            <a:lvl1pPr marL="0" marR="0" algn="l" defTabSz="914400" rtl="0" eaLnBrk="1" fontAlgn="auto" latinLnBrk="0" hangingPunct="1">
              <a:lnSpc>
                <a:spcPct val="110000"/>
              </a:lnSpc>
              <a:buClrTx/>
              <a:buSzTx/>
              <a:buFontTx/>
              <a:buNone/>
              <a:defRPr kumimoji="0" lang="zh-CN" altLang="en-US" sz="6000" b="1" i="0" u="none" strike="noStrike" kern="1200" cap="none" spc="0" normalizeH="0" baseline="0" noProof="1" dirty="0">
                <a:solidFill>
                  <a:schemeClr val="accent1"/>
                </a:solidFill>
                <a:latin typeface="微软雅黑" panose="020B0503020204020204" charset="-122"/>
                <a:ea typeface="微软雅黑" panose="020B0503020204020204" charset="-122"/>
                <a:cs typeface="+mn-cs"/>
              </a:defRPr>
            </a:lvl1pPr>
          </a:lstStyle>
          <a:p>
            <a:pPr lvl="0"/>
            <a:r>
              <a:rPr>
                <a:sym typeface="+mn-ea"/>
              </a:rPr>
              <a:t>单击此处添加</a:t>
            </a:r>
          </a:p>
          <a:p>
            <a:pPr lvl="0"/>
            <a:r>
              <a:rPr>
                <a:sym typeface="+mn-ea"/>
              </a:rPr>
              <a:t>标题</a:t>
            </a:r>
          </a:p>
        </p:txBody>
      </p:sp>
      <p:sp>
        <p:nvSpPr>
          <p:cNvPr id="7" name="副标题 6"/>
          <p:cNvSpPr txBox="1">
            <a:spLocks noGrp="1"/>
          </p:cNvSpPr>
          <p:nvPr>
            <p:ph type="subTitle" idx="2" hasCustomPrompt="1"/>
            <p:custDataLst>
              <p:tags r:id="rId10"/>
            </p:custDataLst>
          </p:nvPr>
        </p:nvSpPr>
        <p:spPr>
          <a:xfrm>
            <a:off x="1137137" y="4429560"/>
            <a:ext cx="7629063" cy="1183999"/>
          </a:xfrm>
          <a:noFill/>
        </p:spPr>
        <p:txBody>
          <a:bodyPr wrap="square" rtlCol="0">
            <a:normAutofit/>
          </a:bodyPr>
          <a:lstStyle>
            <a:lvl1pPr marL="0" marR="0" algn="l" defTabSz="914400" rtl="0" eaLnBrk="1" fontAlgn="auto" latinLnBrk="0" hangingPunct="1">
              <a:lnSpc>
                <a:spcPct val="120000"/>
              </a:lnSpc>
              <a:buClrTx/>
              <a:buSzTx/>
              <a:buFontTx/>
              <a:buNone/>
              <a:defRPr kumimoji="0" lang="zh-CN" altLang="en-US" sz="2800" b="1" i="0" u="none" strike="noStrike" kern="1200" cap="all" spc="400" normalizeH="0" baseline="0" noProof="1" dirty="0">
                <a:solidFill>
                  <a:schemeClr val="accent1"/>
                </a:solidFill>
                <a:uFillTx/>
                <a:latin typeface="微软雅黑" panose="020B0503020204020204" charset="-122"/>
                <a:ea typeface="微软雅黑" panose="020B0503020204020204" charset="-122"/>
                <a:cs typeface="+mn-cs"/>
              </a:defRPr>
            </a:lvl1pPr>
          </a:lstStyle>
          <a:p>
            <a:pPr lvl="0"/>
            <a:r>
              <a:rPr>
                <a:sym typeface="+mn-ea"/>
              </a:rPr>
              <a:t>单击此处添加副标题</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7"/>
            <a:ext cx="12193257" cy="6858635"/>
          </a:xfrm>
          <a:prstGeom prst="rect">
            <a:avLst/>
          </a:prstGeom>
        </p:spPr>
      </p:pic>
      <p:pic>
        <p:nvPicPr>
          <p:cNvPr id="8" name="图片 7" descr="JY01_正文页装饰2"/>
          <p:cNvPicPr>
            <a:picLocks noChangeAspect="1"/>
          </p:cNvPicPr>
          <p:nvPr>
            <p:custDataLst>
              <p:tags r:id="rId2"/>
            </p:custDataLst>
          </p:nvPr>
        </p:nvPicPr>
        <p:blipFill>
          <a:blip r:embed="rId11"/>
          <a:stretch>
            <a:fillRect/>
          </a:stretch>
        </p:blipFill>
        <p:spPr>
          <a:xfrm>
            <a:off x="822289" y="524194"/>
            <a:ext cx="11370346" cy="5810247"/>
          </a:xfrm>
          <a:prstGeom prst="rect">
            <a:avLst/>
          </a:prstGeom>
        </p:spPr>
      </p:pic>
      <p:pic>
        <p:nvPicPr>
          <p:cNvPr id="7" name="图片 6" descr="JY01_正文页装饰1"/>
          <p:cNvPicPr>
            <a:picLocks noChangeAspect="1"/>
          </p:cNvPicPr>
          <p:nvPr>
            <p:custDataLst>
              <p:tags r:id="rId3"/>
            </p:custDataLst>
          </p:nvPr>
        </p:nvPicPr>
        <p:blipFill>
          <a:blip r:embed="rId12"/>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882" y="443234"/>
            <a:ext cx="10852237" cy="441964"/>
          </a:xfrm>
        </p:spPr>
        <p:txBody>
          <a:bodyPr vert="horz" lIns="90170" tIns="46990" rIns="90170" bIns="46990" rtlCol="0" anchor="ctr"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5"/>
            </p:custDataLst>
          </p:nvPr>
        </p:nvSpPr>
        <p:spPr>
          <a:xfrm>
            <a:off x="669882" y="952508"/>
            <a:ext cx="10852237"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2025/11/25</a:t>
            </a:fld>
            <a:endParaRPr lang="zh-CN" altLang="en-US"/>
          </a:p>
        </p:txBody>
      </p:sp>
      <p:sp>
        <p:nvSpPr>
          <p:cNvPr id="5" name="页脚占位符 4"/>
          <p:cNvSpPr>
            <a:spLocks noGrp="1"/>
          </p:cNvSpPr>
          <p:nvPr>
            <p:ph type="ftr" sz="quarter" idx="11"/>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6" name="灯片编号占位符 5"/>
          <p:cNvSpPr>
            <a:spLocks noGrp="1"/>
          </p:cNvSpPr>
          <p:nvPr>
            <p:ph type="sldNum" sz="quarter" idx="12"/>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7" name="图片 6" descr="JY01_画板 1 副本"/>
          <p:cNvPicPr>
            <a:picLocks noChangeAspect="1"/>
          </p:cNvPicPr>
          <p:nvPr>
            <p:custDataLst>
              <p:tags r:id="rId1"/>
            </p:custDataLst>
          </p:nvPr>
        </p:nvPicPr>
        <p:blipFill>
          <a:blip r:embed="rId10"/>
          <a:stretch>
            <a:fillRect/>
          </a:stretch>
        </p:blipFill>
        <p:spPr>
          <a:xfrm>
            <a:off x="794" y="-318"/>
            <a:ext cx="12192000" cy="6858318"/>
          </a:xfrm>
          <a:prstGeom prst="rect">
            <a:avLst/>
          </a:prstGeom>
        </p:spPr>
      </p:pic>
      <p:pic>
        <p:nvPicPr>
          <p:cNvPr id="3" name="图片 2" descr="JY01_章节页装饰2"/>
          <p:cNvPicPr>
            <a:picLocks noChangeAspect="1"/>
          </p:cNvPicPr>
          <p:nvPr>
            <p:custDataLst>
              <p:tags r:id="rId2"/>
            </p:custDataLst>
          </p:nvPr>
        </p:nvPicPr>
        <p:blipFill>
          <a:blip r:embed="rId11"/>
          <a:stretch>
            <a:fillRect/>
          </a:stretch>
        </p:blipFill>
        <p:spPr>
          <a:xfrm>
            <a:off x="7479507" y="5458144"/>
            <a:ext cx="4703272" cy="1398270"/>
          </a:xfrm>
          <a:prstGeom prst="rect">
            <a:avLst/>
          </a:prstGeom>
        </p:spPr>
      </p:pic>
      <p:pic>
        <p:nvPicPr>
          <p:cNvPr id="2" name="图片 1" descr="JY01_章节页装饰1"/>
          <p:cNvPicPr>
            <a:picLocks noChangeAspect="1"/>
          </p:cNvPicPr>
          <p:nvPr>
            <p:custDataLst>
              <p:tags r:id="rId3"/>
            </p:custDataLst>
          </p:nvPr>
        </p:nvPicPr>
        <p:blipFill>
          <a:blip r:embed="rId12"/>
          <a:stretch>
            <a:fillRect/>
          </a:stretch>
        </p:blipFill>
        <p:spPr>
          <a:xfrm>
            <a:off x="635" y="0"/>
            <a:ext cx="1954530" cy="6858000"/>
          </a:xfrm>
          <a:prstGeom prst="rect">
            <a:avLst/>
          </a:prstGeom>
        </p:spPr>
      </p:pic>
      <p:sp>
        <p:nvSpPr>
          <p:cNvPr id="4" name="日期占位符 3"/>
          <p:cNvSpPr>
            <a:spLocks noGrp="1"/>
          </p:cNvSpPr>
          <p:nvPr>
            <p:ph type="dt" sz="half" idx="10"/>
            <p:custDataLst>
              <p:tags r:id="rId4"/>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2025/11/25</a:t>
            </a:fld>
            <a:endParaRPr lang="zh-CN" altLang="en-US"/>
          </a:p>
        </p:txBody>
      </p:sp>
      <p:sp>
        <p:nvSpPr>
          <p:cNvPr id="5" name="页脚占位符 4"/>
          <p:cNvSpPr>
            <a:spLocks noGrp="1"/>
          </p:cNvSpPr>
          <p:nvPr>
            <p:ph type="ftr" sz="quarter" idx="11"/>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6" name="灯片编号占位符 5"/>
          <p:cNvSpPr>
            <a:spLocks noGrp="1"/>
          </p:cNvSpPr>
          <p:nvPr>
            <p:ph type="sldNum" sz="quarter" idx="12"/>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
        <p:nvSpPr>
          <p:cNvPr id="8" name="标题 1"/>
          <p:cNvSpPr>
            <a:spLocks noGrp="1"/>
          </p:cNvSpPr>
          <p:nvPr>
            <p:ph type="ctrTitle" idx="1" hasCustomPrompt="1"/>
            <p:custDataLst>
              <p:tags r:id="rId7"/>
            </p:custDataLst>
          </p:nvPr>
        </p:nvSpPr>
        <p:spPr>
          <a:xfrm>
            <a:off x="2112431" y="2833012"/>
            <a:ext cx="7967137" cy="1200150"/>
          </a:xfrm>
          <a:noFill/>
        </p:spPr>
        <p:txBody>
          <a:bodyPr vert="horz" wrap="square" lIns="101600" tIns="38100" rIns="76200" bIns="38100" rtlCol="0" anchor="ctr" anchorCtr="0">
            <a:normAutofit/>
          </a:bodyPr>
          <a:lstStyle>
            <a:lvl1pPr marL="0" marR="0" algn="ctr" defTabSz="914400" rtl="0" eaLnBrk="1" fontAlgn="auto" latinLnBrk="0" hangingPunct="1">
              <a:lnSpc>
                <a:spcPct val="100000"/>
              </a:lnSpc>
              <a:spcBef>
                <a:spcPct val="0"/>
              </a:spcBef>
              <a:buClrTx/>
              <a:buSzTx/>
              <a:buFontTx/>
              <a:buNone/>
              <a:defRPr kumimoji="0" lang="zh-CN" altLang="en-US" sz="6600" b="0" i="0" u="none" strike="noStrike" kern="1200" cap="none" spc="100" normalizeH="0" baseline="0" noProof="1" dirty="0">
                <a:solidFill>
                  <a:schemeClr val="dk1">
                    <a:lumMod val="85000"/>
                    <a:lumOff val="15000"/>
                  </a:schemeClr>
                </a:solidFill>
                <a:uFillTx/>
                <a:latin typeface="Arial" panose="020B0604020202020204" pitchFamily="34" charset="0"/>
                <a:ea typeface="汉仪文黑-85简" panose="00020600040101010101" charset="-122"/>
                <a:cs typeface="+mn-cs"/>
              </a:defRPr>
            </a:lvl1pPr>
          </a:lstStyle>
          <a:p>
            <a:pPr lvl="0"/>
            <a:r>
              <a:rPr>
                <a:sym typeface="+mn-ea"/>
              </a:rPr>
              <a:t>编辑标题</a:t>
            </a:r>
          </a:p>
        </p:txBody>
      </p:sp>
      <p:sp>
        <p:nvSpPr>
          <p:cNvPr id="9" name="文本占位符 2"/>
          <p:cNvSpPr>
            <a:spLocks noGrp="1"/>
          </p:cNvSpPr>
          <p:nvPr>
            <p:ph type="body" idx="2" hasCustomPrompt="1"/>
            <p:custDataLst>
              <p:tags r:id="rId8"/>
            </p:custDataLst>
          </p:nvPr>
        </p:nvSpPr>
        <p:spPr>
          <a:xfrm>
            <a:off x="2680121" y="4295417"/>
            <a:ext cx="6831757" cy="827115"/>
          </a:xfrm>
        </p:spPr>
        <p:txBody>
          <a:bodyPr vert="horz" wrap="square" lIns="101600" tIns="0" rIns="82550" bIns="0" rtlCol="0">
            <a:normAutofit/>
          </a:bodyPr>
          <a:lstStyle>
            <a:lvl1pPr marL="0" marR="0" indent="-228600" algn="ctr" defTabSz="914400" rtl="0" eaLnBrk="1" fontAlgn="auto" latinLnBrk="0" hangingPunct="1">
              <a:lnSpc>
                <a:spcPct val="150000"/>
              </a:lnSpc>
              <a:spcBef>
                <a:spcPts val="0"/>
              </a:spcBef>
              <a:spcAft>
                <a:spcPts val="1000"/>
              </a:spcAft>
              <a:buClrTx/>
              <a:buSzTx/>
              <a:buFontTx/>
              <a:buNone/>
              <a:defRPr kumimoji="0" lang="zh-CN" altLang="en-US" sz="1400" b="0" i="0" u="none" strike="noStrike" kern="1200" cap="none" spc="0" normalizeH="0" baseline="0" noProof="1" dirty="0">
                <a:solidFill>
                  <a:schemeClr val="dk1">
                    <a:lumMod val="50000"/>
                    <a:lumOff val="50000"/>
                  </a:schemeClr>
                </a:solidFill>
                <a:uFillTx/>
                <a:latin typeface="Arial" panose="020B0604020202020204" pitchFamily="34" charset="0"/>
                <a:ea typeface="汉仪文黑-55简" panose="00020600040101010101"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a:sym typeface="+mn-ea"/>
              </a:rPr>
              <a:t>单击此处添加文本</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1"/>
          <a:stretch>
            <a:fillRect/>
          </a:stretch>
        </p:blipFill>
        <p:spPr>
          <a:xfrm>
            <a:off x="0" y="317"/>
            <a:ext cx="12193257" cy="6858635"/>
          </a:xfrm>
          <a:prstGeom prst="rect">
            <a:avLst/>
          </a:prstGeom>
        </p:spPr>
      </p:pic>
      <p:pic>
        <p:nvPicPr>
          <p:cNvPr id="9" name="图片 8" descr="JY01_正文页装饰2"/>
          <p:cNvPicPr>
            <a:picLocks noChangeAspect="1"/>
          </p:cNvPicPr>
          <p:nvPr>
            <p:custDataLst>
              <p:tags r:id="rId2"/>
            </p:custDataLst>
          </p:nvPr>
        </p:nvPicPr>
        <p:blipFill>
          <a:blip r:embed="rId12"/>
          <a:stretch>
            <a:fillRect/>
          </a:stretch>
        </p:blipFill>
        <p:spPr>
          <a:xfrm>
            <a:off x="822289" y="524194"/>
            <a:ext cx="11370346" cy="5810247"/>
          </a:xfrm>
          <a:prstGeom prst="rect">
            <a:avLst/>
          </a:prstGeom>
        </p:spPr>
      </p:pic>
      <p:pic>
        <p:nvPicPr>
          <p:cNvPr id="8" name="图片 7" descr="JY01_正文页装饰1"/>
          <p:cNvPicPr>
            <a:picLocks noChangeAspect="1"/>
          </p:cNvPicPr>
          <p:nvPr>
            <p:custDataLst>
              <p:tags r:id="rId3"/>
            </p:custDataLst>
          </p:nvPr>
        </p:nvPicPr>
        <p:blipFill>
          <a:blip r:embed="rId13"/>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882" y="443234"/>
            <a:ext cx="10852237" cy="441964"/>
          </a:xfrm>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a:sym typeface="+mn-ea"/>
              </a:rPr>
              <a:t>单击此处编辑母版标题样式</a:t>
            </a:r>
          </a:p>
        </p:txBody>
      </p:sp>
      <p:sp>
        <p:nvSpPr>
          <p:cNvPr id="3" name="内容占位符 2"/>
          <p:cNvSpPr>
            <a:spLocks noGrp="1"/>
          </p:cNvSpPr>
          <p:nvPr>
            <p:ph sz="half" idx="1"/>
            <p:custDataLst>
              <p:tags r:id="rId5"/>
            </p:custDataLst>
          </p:nvPr>
        </p:nvSpPr>
        <p:spPr>
          <a:xfrm>
            <a:off x="669930" y="952508"/>
            <a:ext cx="5283242"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4" name="内容占位符 3"/>
          <p:cNvSpPr>
            <a:spLocks noGrp="1"/>
          </p:cNvSpPr>
          <p:nvPr>
            <p:ph sz="half" idx="2"/>
            <p:custDataLst>
              <p:tags r:id="rId6"/>
            </p:custDataLst>
          </p:nvPr>
        </p:nvSpPr>
        <p:spPr>
          <a:xfrm>
            <a:off x="6238877" y="952508"/>
            <a:ext cx="5283242" cy="5388907"/>
          </a:xfrm>
        </p:spPr>
        <p:txBody>
          <a:bodyPr lIns="90170" tIns="46990" rIns="90170" bIns="46990">
            <a:normAutofit/>
          </a:bodyPr>
          <a:lstStyle>
            <a:lvl1pPr eaLnBrk="1" fontAlgn="auto" latinLnBrk="0" hangingPunct="1">
              <a:defRPr sz="1600">
                <a:solidFill>
                  <a:schemeClr val="tx1"/>
                </a:solidFill>
                <a:latin typeface="Arial" panose="020B0604020202020204" pitchFamily="34" charset="0"/>
                <a:ea typeface="汉仪文黑-55简" panose="00020600040101010101" charset="-122"/>
              </a:defRPr>
            </a:lvl1pPr>
            <a:lvl2pPr eaLnBrk="1" fontAlgn="auto" latinLnBrk="0" hangingPunct="1">
              <a:defRPr sz="1600">
                <a:solidFill>
                  <a:schemeClr val="tx1"/>
                </a:solidFill>
                <a:latin typeface="Arial" panose="020B0604020202020204" pitchFamily="34" charset="0"/>
                <a:ea typeface="汉仪文黑-55简" panose="00020600040101010101" charset="-122"/>
              </a:defRPr>
            </a:lvl2pPr>
            <a:lvl3pPr eaLnBrk="1" fontAlgn="auto" latinLnBrk="0" hangingPunct="1">
              <a:defRPr sz="1600">
                <a:solidFill>
                  <a:schemeClr val="tx1"/>
                </a:solidFill>
                <a:latin typeface="Arial" panose="020B0604020202020204" pitchFamily="34" charset="0"/>
                <a:ea typeface="汉仪文黑-55简" panose="00020600040101010101" charset="-122"/>
              </a:defRPr>
            </a:lvl3pPr>
            <a:lvl4pPr eaLnBrk="1" fontAlgn="auto" latinLnBrk="0" hangingPunct="1">
              <a:defRPr sz="1600">
                <a:solidFill>
                  <a:schemeClr val="tx1"/>
                </a:solidFill>
                <a:latin typeface="Arial" panose="020B0604020202020204" pitchFamily="34" charset="0"/>
                <a:ea typeface="汉仪文黑-55简" panose="00020600040101010101" charset="-122"/>
              </a:defRPr>
            </a:lvl4pPr>
            <a:lvl5pPr eaLnBrk="1" fontAlgn="auto" latinLnBrk="0" hangingPunct="1">
              <a:defRPr sz="160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2025/11/25</a:t>
            </a:fld>
            <a:endParaRPr lang="zh-CN" altLang="en-US"/>
          </a:p>
        </p:txBody>
      </p:sp>
      <p:sp>
        <p:nvSpPr>
          <p:cNvPr id="6" name="页脚占位符 5"/>
          <p:cNvSpPr>
            <a:spLocks noGrp="1"/>
          </p:cNvSpPr>
          <p:nvPr>
            <p:ph type="ftr" sz="quarter" idx="11"/>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7" name="灯片编号占位符 6"/>
          <p:cNvSpPr>
            <a:spLocks noGrp="1"/>
          </p:cNvSpPr>
          <p:nvPr>
            <p:ph type="sldNum" sz="quarter" idx="12"/>
            <p:custDataLst>
              <p:tags r:id="rId9"/>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pic>
        <p:nvPicPr>
          <p:cNvPr id="12" name="图片 11" descr="JY01_画板 1 副本"/>
          <p:cNvPicPr>
            <a:picLocks noChangeAspect="1"/>
          </p:cNvPicPr>
          <p:nvPr>
            <p:custDataLst>
              <p:tags r:id="rId1"/>
            </p:custDataLst>
          </p:nvPr>
        </p:nvPicPr>
        <p:blipFill>
          <a:blip r:embed="rId13"/>
          <a:stretch>
            <a:fillRect/>
          </a:stretch>
        </p:blipFill>
        <p:spPr>
          <a:xfrm>
            <a:off x="0" y="317"/>
            <a:ext cx="12193257" cy="6858635"/>
          </a:xfrm>
          <a:prstGeom prst="rect">
            <a:avLst/>
          </a:prstGeom>
        </p:spPr>
      </p:pic>
      <p:pic>
        <p:nvPicPr>
          <p:cNvPr id="11" name="图片 10" descr="JY01_正文页装饰2"/>
          <p:cNvPicPr>
            <a:picLocks noChangeAspect="1"/>
          </p:cNvPicPr>
          <p:nvPr>
            <p:custDataLst>
              <p:tags r:id="rId2"/>
            </p:custDataLst>
          </p:nvPr>
        </p:nvPicPr>
        <p:blipFill>
          <a:blip r:embed="rId14"/>
          <a:stretch>
            <a:fillRect/>
          </a:stretch>
        </p:blipFill>
        <p:spPr>
          <a:xfrm>
            <a:off x="822289" y="524194"/>
            <a:ext cx="11370346" cy="5810247"/>
          </a:xfrm>
          <a:prstGeom prst="rect">
            <a:avLst/>
          </a:prstGeom>
        </p:spPr>
      </p:pic>
      <p:pic>
        <p:nvPicPr>
          <p:cNvPr id="10" name="图片 9" descr="JY01_正文页装饰1"/>
          <p:cNvPicPr>
            <a:picLocks noChangeAspect="1"/>
          </p:cNvPicPr>
          <p:nvPr>
            <p:custDataLst>
              <p:tags r:id="rId3"/>
            </p:custDataLst>
          </p:nvPr>
        </p:nvPicPr>
        <p:blipFill>
          <a:blip r:embed="rId15"/>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882" y="443234"/>
            <a:ext cx="10852237" cy="441964"/>
          </a:xfrm>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5"/>
            </p:custDataLst>
          </p:nvPr>
        </p:nvSpPr>
        <p:spPr>
          <a:xfrm>
            <a:off x="669930" y="952508"/>
            <a:ext cx="5283242" cy="381003"/>
          </a:xfrm>
        </p:spPr>
        <p:txBody>
          <a:bodyPr lIns="90170" tIns="46990" rIns="90170" bIns="46990" anchor="ctr"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solidFill>
                <a:uFillTx/>
                <a:latin typeface="Arial" panose="020B0604020202020204" pitchFamily="34" charset="0"/>
                <a:ea typeface="汉仪文黑-55简" panose="00020600040101010101"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6"/>
            </p:custDataLst>
          </p:nvPr>
        </p:nvSpPr>
        <p:spPr>
          <a:xfrm>
            <a:off x="669925" y="1406525"/>
            <a:ext cx="5283200" cy="4934752"/>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7"/>
            </p:custDataLst>
          </p:nvPr>
        </p:nvSpPr>
        <p:spPr>
          <a:xfrm>
            <a:off x="6235750" y="952508"/>
            <a:ext cx="5283242" cy="381003"/>
          </a:xfrm>
        </p:spPr>
        <p:txBody>
          <a:bodyPr vert="horz" lIns="90170" tIns="46990" rIns="90170" bIns="46990" rtlCol="0" anchor="ctr"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8"/>
            </p:custDataLst>
          </p:nvPr>
        </p:nvSpPr>
        <p:spPr>
          <a:xfrm>
            <a:off x="6235750" y="1406525"/>
            <a:ext cx="5283242" cy="4934752"/>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9"/>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2025/11/25</a:t>
            </a:fld>
            <a:endParaRPr lang="zh-CN" altLang="en-US"/>
          </a:p>
        </p:txBody>
      </p:sp>
      <p:sp>
        <p:nvSpPr>
          <p:cNvPr id="8" name="页脚占位符 7"/>
          <p:cNvSpPr>
            <a:spLocks noGrp="1"/>
          </p:cNvSpPr>
          <p:nvPr>
            <p:ph type="ftr" sz="quarter" idx="11"/>
            <p:custDataLst>
              <p:tags r:id="rId10"/>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9" name="灯片编号占位符 8"/>
          <p:cNvSpPr>
            <a:spLocks noGrp="1"/>
          </p:cNvSpPr>
          <p:nvPr>
            <p:ph type="sldNum" sz="quarter" idx="12"/>
            <p:custDataLst>
              <p:tags r:id="rId11"/>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9"/>
          <a:stretch>
            <a:fillRect/>
          </a:stretch>
        </p:blipFill>
        <p:spPr>
          <a:xfrm>
            <a:off x="0" y="-318"/>
            <a:ext cx="12192000" cy="6858635"/>
          </a:xfrm>
          <a:prstGeom prst="rect">
            <a:avLst/>
          </a:prstGeom>
        </p:spPr>
      </p:pic>
      <p:pic>
        <p:nvPicPr>
          <p:cNvPr id="7" name="图片 6" descr="JY01_目录页装饰1"/>
          <p:cNvPicPr>
            <a:picLocks noChangeAspect="1"/>
          </p:cNvPicPr>
          <p:nvPr>
            <p:custDataLst>
              <p:tags r:id="rId2"/>
            </p:custDataLst>
          </p:nvPr>
        </p:nvPicPr>
        <p:blipFill>
          <a:blip r:embed="rId10"/>
          <a:stretch>
            <a:fillRect/>
          </a:stretch>
        </p:blipFill>
        <p:spPr>
          <a:xfrm>
            <a:off x="0" y="5388868"/>
            <a:ext cx="2132952" cy="1469132"/>
          </a:xfrm>
          <a:prstGeom prst="rect">
            <a:avLst/>
          </a:prstGeom>
        </p:spPr>
      </p:pic>
      <p:pic>
        <p:nvPicPr>
          <p:cNvPr id="6" name="图片 5" descr="JY01_目录页装饰2"/>
          <p:cNvPicPr>
            <a:picLocks noChangeAspect="1"/>
          </p:cNvPicPr>
          <p:nvPr>
            <p:custDataLst>
              <p:tags r:id="rId3"/>
            </p:custDataLst>
          </p:nvPr>
        </p:nvPicPr>
        <p:blipFill>
          <a:blip r:embed="rId11"/>
          <a:stretch>
            <a:fillRect/>
          </a:stretch>
        </p:blipFill>
        <p:spPr>
          <a:xfrm>
            <a:off x="7445375" y="0"/>
            <a:ext cx="4746625" cy="4411480"/>
          </a:xfrm>
          <a:prstGeom prst="rect">
            <a:avLst/>
          </a:prstGeom>
        </p:spPr>
      </p:pic>
      <p:sp>
        <p:nvSpPr>
          <p:cNvPr id="2" name="标题 1"/>
          <p:cNvSpPr>
            <a:spLocks noGrp="1"/>
          </p:cNvSpPr>
          <p:nvPr>
            <p:ph type="title"/>
            <p:custDataLst>
              <p:tags r:id="rId4"/>
            </p:custDataLst>
          </p:nvPr>
        </p:nvSpPr>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2025/11/25</a:t>
            </a:fld>
            <a:endParaRPr lang="zh-CN" altLang="en-US"/>
          </a:p>
        </p:txBody>
      </p:sp>
      <p:sp>
        <p:nvSpPr>
          <p:cNvPr id="4" name="页脚占位符 3"/>
          <p:cNvSpPr>
            <a:spLocks noGrp="1"/>
          </p:cNvSpPr>
          <p:nvPr>
            <p:ph type="ftr" sz="quarter" idx="11"/>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5" name="灯片编号占位符 4"/>
          <p:cNvSpPr>
            <a:spLocks noGrp="1"/>
          </p:cNvSpPr>
          <p:nvPr>
            <p:ph type="sldNum" sz="quarter" idx="12"/>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2025/11/25</a:t>
            </a:fld>
            <a:endParaRPr lang="zh-CN" altLang="en-US"/>
          </a:p>
        </p:txBody>
      </p:sp>
      <p:sp>
        <p:nvSpPr>
          <p:cNvPr id="3" name="页脚占位符 2"/>
          <p:cNvSpPr>
            <a:spLocks noGrp="1"/>
          </p:cNvSpPr>
          <p:nvPr>
            <p:ph type="ftr" sz="quarter" idx="11"/>
            <p:custDataLst>
              <p:tags r:id="rId2"/>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4" name="灯片编号占位符 3"/>
          <p:cNvSpPr>
            <a:spLocks noGrp="1"/>
          </p:cNvSpPr>
          <p:nvPr>
            <p:ph type="sldNum" sz="quarter" idx="12"/>
            <p:custDataLst>
              <p:tags r:id="rId3"/>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1"/>
          <a:stretch>
            <a:fillRect/>
          </a:stretch>
        </p:blipFill>
        <p:spPr>
          <a:xfrm>
            <a:off x="0" y="317"/>
            <a:ext cx="12193257" cy="6858635"/>
          </a:xfrm>
          <a:prstGeom prst="rect">
            <a:avLst/>
          </a:prstGeom>
        </p:spPr>
      </p:pic>
      <p:pic>
        <p:nvPicPr>
          <p:cNvPr id="9" name="图片 8" descr="JY01_正文页装饰2"/>
          <p:cNvPicPr>
            <a:picLocks noChangeAspect="1"/>
          </p:cNvPicPr>
          <p:nvPr>
            <p:custDataLst>
              <p:tags r:id="rId2"/>
            </p:custDataLst>
          </p:nvPr>
        </p:nvPicPr>
        <p:blipFill>
          <a:blip r:embed="rId12"/>
          <a:stretch>
            <a:fillRect/>
          </a:stretch>
        </p:blipFill>
        <p:spPr>
          <a:xfrm>
            <a:off x="822289" y="524194"/>
            <a:ext cx="11370346" cy="5810247"/>
          </a:xfrm>
          <a:prstGeom prst="rect">
            <a:avLst/>
          </a:prstGeom>
        </p:spPr>
      </p:pic>
      <p:pic>
        <p:nvPicPr>
          <p:cNvPr id="8" name="图片 7" descr="JY01_正文页装饰1"/>
          <p:cNvPicPr>
            <a:picLocks noChangeAspect="1"/>
          </p:cNvPicPr>
          <p:nvPr>
            <p:custDataLst>
              <p:tags r:id="rId3"/>
            </p:custDataLst>
          </p:nvPr>
        </p:nvPicPr>
        <p:blipFill>
          <a:blip r:embed="rId13"/>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930" y="443234"/>
            <a:ext cx="10852237" cy="441964"/>
          </a:xfrm>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custDataLst>
              <p:tags r:id="rId5"/>
            </p:custDataLst>
          </p:nvPr>
        </p:nvSpPr>
        <p:spPr>
          <a:xfrm>
            <a:off x="669930" y="952508"/>
            <a:ext cx="5283242" cy="5388907"/>
          </a:xfrm>
        </p:spPr>
        <p:txBody>
          <a:bodyPr vert="horz" lIns="90170" tIns="46990" rIns="90170" bIns="4699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6"/>
            </p:custDataLst>
          </p:nvPr>
        </p:nvSpPr>
        <p:spPr>
          <a:xfrm>
            <a:off x="6238925" y="952508"/>
            <a:ext cx="5283242"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9EFD9D74-47D9-4702-A33C-335B63B48DBF}" type="datetimeFigureOut">
              <a:rPr lang="zh-CN" altLang="en-US" smtClean="0"/>
              <a:t>2025/11/25</a:t>
            </a:fld>
            <a:endParaRPr lang="zh-CN" altLang="en-US" dirty="0"/>
          </a:p>
        </p:txBody>
      </p:sp>
      <p:sp>
        <p:nvSpPr>
          <p:cNvPr id="6" name="页脚占位符 5"/>
          <p:cNvSpPr>
            <a:spLocks noGrp="1"/>
          </p:cNvSpPr>
          <p:nvPr>
            <p:ph type="ftr" sz="quarter" idx="11"/>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dirty="0"/>
          </a:p>
        </p:txBody>
      </p:sp>
      <p:sp>
        <p:nvSpPr>
          <p:cNvPr id="7" name="灯片编号占位符 6"/>
          <p:cNvSpPr>
            <a:spLocks noGrp="1"/>
          </p:cNvSpPr>
          <p:nvPr>
            <p:ph type="sldNum" sz="quarter" idx="12"/>
            <p:custDataLst>
              <p:tags r:id="rId9"/>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FABC47A4-756D-490B-A52F-7D9E2C9FC05F}"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7"/>
            <a:ext cx="12193257" cy="6858635"/>
          </a:xfrm>
          <a:prstGeom prst="rect">
            <a:avLst/>
          </a:prstGeom>
        </p:spPr>
      </p:pic>
      <p:pic>
        <p:nvPicPr>
          <p:cNvPr id="8" name="图片 7" descr="JY01_正文页装饰2"/>
          <p:cNvPicPr>
            <a:picLocks noChangeAspect="1"/>
          </p:cNvPicPr>
          <p:nvPr>
            <p:custDataLst>
              <p:tags r:id="rId2"/>
            </p:custDataLst>
          </p:nvPr>
        </p:nvPicPr>
        <p:blipFill>
          <a:blip r:embed="rId11"/>
          <a:stretch>
            <a:fillRect/>
          </a:stretch>
        </p:blipFill>
        <p:spPr>
          <a:xfrm>
            <a:off x="822289" y="524194"/>
            <a:ext cx="11370346" cy="5810247"/>
          </a:xfrm>
          <a:prstGeom prst="rect">
            <a:avLst/>
          </a:prstGeom>
        </p:spPr>
      </p:pic>
      <p:pic>
        <p:nvPicPr>
          <p:cNvPr id="7" name="图片 6" descr="JY01_正文页装饰1"/>
          <p:cNvPicPr>
            <a:picLocks noChangeAspect="1"/>
          </p:cNvPicPr>
          <p:nvPr>
            <p:custDataLst>
              <p:tags r:id="rId3"/>
            </p:custDataLst>
          </p:nvPr>
        </p:nvPicPr>
        <p:blipFill>
          <a:blip r:embed="rId12"/>
          <a:stretch>
            <a:fillRect/>
          </a:stretch>
        </p:blipFill>
        <p:spPr>
          <a:xfrm>
            <a:off x="0" y="5207635"/>
            <a:ext cx="1710720" cy="1651000"/>
          </a:xfrm>
          <a:prstGeom prst="rect">
            <a:avLst/>
          </a:prstGeom>
        </p:spPr>
      </p:pic>
      <p:sp>
        <p:nvSpPr>
          <p:cNvPr id="2" name="竖排标题 1"/>
          <p:cNvSpPr>
            <a:spLocks noGrp="1"/>
          </p:cNvSpPr>
          <p:nvPr>
            <p:ph type="title" orient="vert"/>
            <p:custDataLst>
              <p:tags r:id="rId4"/>
            </p:custDataLst>
          </p:nvPr>
        </p:nvSpPr>
        <p:spPr>
          <a:xfrm>
            <a:off x="10571135" y="952508"/>
            <a:ext cx="950984" cy="5388907"/>
          </a:xfrm>
        </p:spPr>
        <p:txBody>
          <a:bodyPr vert="eaVert" lIns="90170" tIns="46990" rIns="90170" bIns="4699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5"/>
            </p:custDataLst>
          </p:nvPr>
        </p:nvSpPr>
        <p:spPr>
          <a:xfrm>
            <a:off x="669925" y="952500"/>
            <a:ext cx="9828101" cy="5388907"/>
          </a:xfrm>
        </p:spPr>
        <p:txBody>
          <a:bodyPr vert="eaVert"/>
          <a:lstStyle>
            <a:lvl1pPr indent="0" eaLnBrk="1" fontAlgn="auto" latinLnBrk="0" hangingPunct="1">
              <a:defRPr>
                <a:solidFill>
                  <a:schemeClr val="tx1"/>
                </a:solidFill>
                <a:latin typeface="Arial" panose="020B0604020202020204" pitchFamily="34" charset="0"/>
                <a:ea typeface="汉仪文黑-55简" panose="00020600040101010101" charset="-122"/>
              </a:defRPr>
            </a:lvl1pPr>
            <a:lvl2pPr indent="0" eaLnBrk="1" fontAlgn="auto" latinLnBrk="0" hangingPunct="1">
              <a:defRPr>
                <a:solidFill>
                  <a:schemeClr val="tx1"/>
                </a:solidFill>
                <a:latin typeface="Arial" panose="020B0604020202020204" pitchFamily="34" charset="0"/>
                <a:ea typeface="汉仪文黑-55简" panose="00020600040101010101" charset="-122"/>
              </a:defRPr>
            </a:lvl2pPr>
            <a:lvl3pPr indent="0" eaLnBrk="1" fontAlgn="auto" latinLnBrk="0" hangingPunct="1">
              <a:defRPr>
                <a:solidFill>
                  <a:schemeClr val="tx1"/>
                </a:solidFill>
                <a:latin typeface="Arial" panose="020B0604020202020204" pitchFamily="34" charset="0"/>
                <a:ea typeface="汉仪文黑-55简" panose="00020600040101010101" charset="-122"/>
              </a:defRPr>
            </a:lvl3pPr>
            <a:lvl4pPr indent="0" eaLnBrk="1" fontAlgn="auto" latinLnBrk="0" hangingPunct="1">
              <a:defRPr>
                <a:solidFill>
                  <a:schemeClr val="tx1"/>
                </a:solidFill>
                <a:latin typeface="Arial" panose="020B0604020202020204" pitchFamily="34" charset="0"/>
                <a:ea typeface="汉仪文黑-55简" panose="00020600040101010101" charset="-122"/>
              </a:defRPr>
            </a:lvl4pPr>
            <a:lvl5pPr indent="0" eaLnBrk="1" fontAlgn="auto" latinLnBrk="0" hangingPunct="1">
              <a:defRPr>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2025/11/25</a:t>
            </a:fld>
            <a:endParaRPr lang="zh-CN" altLang="en-US"/>
          </a:p>
        </p:txBody>
      </p:sp>
      <p:sp>
        <p:nvSpPr>
          <p:cNvPr id="5" name="页脚占位符 4"/>
          <p:cNvSpPr>
            <a:spLocks noGrp="1"/>
          </p:cNvSpPr>
          <p:nvPr>
            <p:ph type="ftr" sz="quarter" idx="11"/>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6" name="灯片编号占位符 5"/>
          <p:cNvSpPr>
            <a:spLocks noGrp="1"/>
          </p:cNvSpPr>
          <p:nvPr>
            <p:ph type="sldNum" sz="quarter" idx="12"/>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9"/>
          <a:stretch>
            <a:fillRect/>
          </a:stretch>
        </p:blipFill>
        <p:spPr>
          <a:xfrm>
            <a:off x="0" y="317"/>
            <a:ext cx="12193257" cy="6858635"/>
          </a:xfrm>
          <a:prstGeom prst="rect">
            <a:avLst/>
          </a:prstGeom>
        </p:spPr>
      </p:pic>
      <p:pic>
        <p:nvPicPr>
          <p:cNvPr id="2" name="图片 1" descr="JY01_正文页装饰2"/>
          <p:cNvPicPr>
            <a:picLocks noChangeAspect="1"/>
          </p:cNvPicPr>
          <p:nvPr>
            <p:custDataLst>
              <p:tags r:id="rId2"/>
            </p:custDataLst>
          </p:nvPr>
        </p:nvPicPr>
        <p:blipFill>
          <a:blip r:embed="rId10"/>
          <a:stretch>
            <a:fillRect/>
          </a:stretch>
        </p:blipFill>
        <p:spPr>
          <a:xfrm>
            <a:off x="822289" y="524194"/>
            <a:ext cx="11370346" cy="5810247"/>
          </a:xfrm>
          <a:prstGeom prst="rect">
            <a:avLst/>
          </a:prstGeom>
        </p:spPr>
      </p:pic>
      <p:pic>
        <p:nvPicPr>
          <p:cNvPr id="6" name="图片 5" descr="JY01_正文页装饰1"/>
          <p:cNvPicPr>
            <a:picLocks noChangeAspect="1"/>
          </p:cNvPicPr>
          <p:nvPr>
            <p:custDataLst>
              <p:tags r:id="rId3"/>
            </p:custDataLst>
          </p:nvPr>
        </p:nvPicPr>
        <p:blipFill>
          <a:blip r:embed="rId11"/>
          <a:stretch>
            <a:fillRect/>
          </a:stretch>
        </p:blipFill>
        <p:spPr>
          <a:xfrm>
            <a:off x="0" y="5207635"/>
            <a:ext cx="1710720" cy="1651000"/>
          </a:xfrm>
          <a:prstGeom prst="rect">
            <a:avLst/>
          </a:prstGeom>
        </p:spPr>
      </p:pic>
      <p:sp>
        <p:nvSpPr>
          <p:cNvPr id="3" name="日期占位符 2"/>
          <p:cNvSpPr>
            <a:spLocks noGrp="1"/>
          </p:cNvSpPr>
          <p:nvPr>
            <p:ph type="dt" sz="half" idx="10"/>
            <p:custDataLst>
              <p:tags r:id="rId4"/>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2025/11/25</a:t>
            </a:fld>
            <a:endParaRPr lang="zh-CN" altLang="en-US"/>
          </a:p>
        </p:txBody>
      </p:sp>
      <p:sp>
        <p:nvSpPr>
          <p:cNvPr id="4" name="页脚占位符 3"/>
          <p:cNvSpPr>
            <a:spLocks noGrp="1"/>
          </p:cNvSpPr>
          <p:nvPr>
            <p:ph type="ftr" sz="quarter" idx="11"/>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5" name="灯片编号占位符 4"/>
          <p:cNvSpPr>
            <a:spLocks noGrp="1"/>
          </p:cNvSpPr>
          <p:nvPr>
            <p:ph type="sldNum" sz="quarter" idx="12"/>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7"/>
            </p:custDataLst>
          </p:nvPr>
        </p:nvSpPr>
        <p:spPr>
          <a:xfrm>
            <a:off x="669930" y="952508"/>
            <a:ext cx="10852237" cy="5388907"/>
          </a:xfrm>
        </p:spPr>
        <p:txBody>
          <a:bodyPr/>
          <a:lstStyle>
            <a:lvl1pPr>
              <a:defRPr>
                <a:solidFill>
                  <a:schemeClr val="tx1"/>
                </a:solidFill>
                <a:latin typeface="Arial" panose="020B0604020202020204" pitchFamily="34" charset="0"/>
                <a:ea typeface="汉仪文黑-55简" panose="00020600040101010101" charset="-122"/>
              </a:defRPr>
            </a:lvl1pPr>
            <a:lvl2pPr>
              <a:defRPr>
                <a:solidFill>
                  <a:schemeClr val="tx1"/>
                </a:solidFill>
                <a:latin typeface="Arial" panose="020B0604020202020204" pitchFamily="34" charset="0"/>
                <a:ea typeface="汉仪文黑-55简" panose="00020600040101010101" charset="-122"/>
              </a:defRPr>
            </a:lvl2pPr>
            <a:lvl3pPr>
              <a:defRPr>
                <a:solidFill>
                  <a:schemeClr val="tx1"/>
                </a:solidFill>
                <a:latin typeface="Arial" panose="020B0604020202020204" pitchFamily="34" charset="0"/>
                <a:ea typeface="汉仪文黑-55简" panose="00020600040101010101" charset="-122"/>
              </a:defRPr>
            </a:lvl3pPr>
            <a:lvl4pPr>
              <a:defRPr>
                <a:solidFill>
                  <a:schemeClr val="tx1"/>
                </a:solidFill>
                <a:latin typeface="Arial" panose="020B0604020202020204" pitchFamily="34" charset="0"/>
                <a:ea typeface="汉仪文黑-55简" panose="00020600040101010101" charset="-122"/>
              </a:defRPr>
            </a:lvl4pPr>
            <a:lvl5pPr>
              <a:defRPr>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pic>
        <p:nvPicPr>
          <p:cNvPr id="7" name="图片 6" descr="JY01_画板 1 副本"/>
          <p:cNvPicPr>
            <a:picLocks noChangeAspect="1"/>
          </p:cNvPicPr>
          <p:nvPr>
            <p:custDataLst>
              <p:tags r:id="rId1"/>
            </p:custDataLst>
          </p:nvPr>
        </p:nvPicPr>
        <p:blipFill>
          <a:blip r:embed="rId11"/>
          <a:stretch>
            <a:fillRect/>
          </a:stretch>
        </p:blipFill>
        <p:spPr>
          <a:xfrm>
            <a:off x="794" y="-318"/>
            <a:ext cx="12192000" cy="6858318"/>
          </a:xfrm>
          <a:prstGeom prst="rect">
            <a:avLst/>
          </a:prstGeom>
        </p:spPr>
      </p:pic>
      <p:pic>
        <p:nvPicPr>
          <p:cNvPr id="6" name="图片 5" descr="JY01_结束页装饰2"/>
          <p:cNvPicPr>
            <a:picLocks noChangeAspect="1"/>
          </p:cNvPicPr>
          <p:nvPr>
            <p:custDataLst>
              <p:tags r:id="rId2"/>
            </p:custDataLst>
          </p:nvPr>
        </p:nvPicPr>
        <p:blipFill>
          <a:blip r:embed="rId12"/>
          <a:stretch>
            <a:fillRect/>
          </a:stretch>
        </p:blipFill>
        <p:spPr>
          <a:xfrm>
            <a:off x="7479507" y="5458144"/>
            <a:ext cx="4703272" cy="1398270"/>
          </a:xfrm>
          <a:prstGeom prst="rect">
            <a:avLst/>
          </a:prstGeom>
        </p:spPr>
      </p:pic>
      <p:pic>
        <p:nvPicPr>
          <p:cNvPr id="2" name="图片 1" descr="JY01_结束页装饰1"/>
          <p:cNvPicPr>
            <a:picLocks noChangeAspect="1"/>
          </p:cNvPicPr>
          <p:nvPr>
            <p:custDataLst>
              <p:tags r:id="rId3"/>
            </p:custDataLst>
          </p:nvPr>
        </p:nvPicPr>
        <p:blipFill>
          <a:blip r:embed="rId13"/>
          <a:stretch>
            <a:fillRect/>
          </a:stretch>
        </p:blipFill>
        <p:spPr>
          <a:xfrm>
            <a:off x="635" y="0"/>
            <a:ext cx="1954530" cy="6858000"/>
          </a:xfrm>
          <a:prstGeom prst="rect">
            <a:avLst/>
          </a:prstGeom>
        </p:spPr>
      </p:pic>
      <p:sp>
        <p:nvSpPr>
          <p:cNvPr id="3" name="日期占位符 2"/>
          <p:cNvSpPr>
            <a:spLocks noGrp="1"/>
          </p:cNvSpPr>
          <p:nvPr>
            <p:ph type="dt" sz="half" idx="10"/>
            <p:custDataLst>
              <p:tags r:id="rId4"/>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2025/11/25</a:t>
            </a:fld>
            <a:endParaRPr lang="zh-CN" altLang="en-US"/>
          </a:p>
        </p:txBody>
      </p:sp>
      <p:sp>
        <p:nvSpPr>
          <p:cNvPr id="4" name="页脚占位符 3"/>
          <p:cNvSpPr>
            <a:spLocks noGrp="1"/>
          </p:cNvSpPr>
          <p:nvPr>
            <p:ph type="ftr" sz="quarter" idx="11"/>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5" name="灯片编号占位符 4"/>
          <p:cNvSpPr>
            <a:spLocks noGrp="1"/>
          </p:cNvSpPr>
          <p:nvPr>
            <p:ph type="sldNum" sz="quarter" idx="12"/>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
        <p:nvSpPr>
          <p:cNvPr id="8" name="标题 1"/>
          <p:cNvSpPr>
            <a:spLocks noGrp="1"/>
          </p:cNvSpPr>
          <p:nvPr>
            <p:ph type="title" idx="1" hasCustomPrompt="1"/>
            <p:custDataLst>
              <p:tags r:id="rId7"/>
            </p:custDataLst>
          </p:nvPr>
        </p:nvSpPr>
        <p:spPr>
          <a:xfrm>
            <a:off x="2153288" y="2533739"/>
            <a:ext cx="7885427" cy="1353881"/>
          </a:xfrm>
          <a:noFill/>
        </p:spPr>
        <p:txBody>
          <a:bodyPr vert="horz" wrap="square" lIns="90000" tIns="46800" rIns="90000" bIns="46800" rtlCol="0" anchor="ctr" anchorCtr="0">
            <a:normAutofit/>
          </a:bodyPr>
          <a:lstStyle>
            <a:lvl1pPr marL="0" marR="0" algn="l" defTabSz="914400" rtl="0" eaLnBrk="1" fontAlgn="auto" latinLnBrk="0" hangingPunct="0">
              <a:lnSpc>
                <a:spcPct val="100000"/>
              </a:lnSpc>
              <a:spcBef>
                <a:spcPts val="0"/>
              </a:spcBef>
              <a:spcAft>
                <a:spcPts val="0"/>
              </a:spcAft>
              <a:buClrTx/>
              <a:buSzTx/>
              <a:buFontTx/>
              <a:buNone/>
              <a:defRPr kumimoji="0" lang="zh-CN" altLang="en-US" sz="7200" b="1" i="0" u="none" strike="noStrike" kern="0" cap="none" spc="300" normalizeH="0" baseline="0" noProof="1" dirty="0">
                <a:ln>
                  <a:noFill/>
                </a:ln>
                <a:solidFill>
                  <a:schemeClr val="dk1">
                    <a:lumMod val="85000"/>
                    <a:lumOff val="15000"/>
                  </a:schemeClr>
                </a:solidFill>
                <a:effectLst/>
                <a:uFillTx/>
                <a:latin typeface="Arial" panose="020B0604020202020204" pitchFamily="34" charset="0"/>
                <a:ea typeface="汉仪文黑-85简" panose="00020600040101010101" charset="-122"/>
                <a:cs typeface="+mj-cs"/>
              </a:defRPr>
            </a:lvl1pPr>
          </a:lstStyle>
          <a:p>
            <a:pPr lvl="0"/>
            <a:r>
              <a:rPr>
                <a:sym typeface="+mn-ea"/>
              </a:rPr>
              <a:t>编辑标题</a:t>
            </a:r>
          </a:p>
        </p:txBody>
      </p:sp>
      <p:sp>
        <p:nvSpPr>
          <p:cNvPr id="9" name="文本占位符 2"/>
          <p:cNvSpPr>
            <a:spLocks noGrp="1"/>
          </p:cNvSpPr>
          <p:nvPr>
            <p:ph type="body" idx="2" hasCustomPrompt="1"/>
            <p:custDataLst>
              <p:tags r:id="rId8"/>
            </p:custDataLst>
          </p:nvPr>
        </p:nvSpPr>
        <p:spPr>
          <a:xfrm flipH="1">
            <a:off x="2153285" y="3996025"/>
            <a:ext cx="7885428" cy="928995"/>
          </a:xfrm>
          <a:noFill/>
        </p:spPr>
        <p:txBody>
          <a:bodyPr vert="horz" wrap="square" lIns="0" tIns="0" rIns="0" bIns="0" rtlCol="0">
            <a:normAutofit/>
          </a:bodyPr>
          <a:lstStyle>
            <a:lvl1pPr marL="0" marR="0" indent="-228600" algn="l" defTabSz="914400" rtl="0" eaLnBrk="1" fontAlgn="auto" latinLnBrk="0" hangingPunct="0">
              <a:lnSpc>
                <a:spcPct val="125000"/>
              </a:lnSpc>
              <a:spcBef>
                <a:spcPts val="0"/>
              </a:spcBef>
              <a:spcAft>
                <a:spcPts val="0"/>
              </a:spcAft>
              <a:buClrTx/>
              <a:buSzTx/>
              <a:buFontTx/>
              <a:buNone/>
              <a:defRPr kumimoji="0" lang="zh-CN" altLang="en-US" sz="1800" b="0" i="0" u="none" strike="noStrike" kern="0" cap="none" spc="100" normalizeH="0" baseline="0" noProof="1" dirty="0">
                <a:ln>
                  <a:noFill/>
                </a:ln>
                <a:solidFill>
                  <a:schemeClr val="dk1">
                    <a:lumMod val="85000"/>
                    <a:lumOff val="15000"/>
                  </a:schemeClr>
                </a:solidFill>
                <a:effectLst/>
                <a:uFillTx/>
                <a:latin typeface="Arial" panose="020B0604020202020204" pitchFamily="34" charset="0"/>
                <a:ea typeface="汉仪文黑-55简" panose="00020600040101010101" charset="-122"/>
                <a:cs typeface="+mj-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a:sym typeface="+mn-ea"/>
              </a:rPr>
              <a:t>单击此处添加文本</a:t>
            </a:r>
          </a:p>
        </p:txBody>
      </p:sp>
      <p:sp>
        <p:nvSpPr>
          <p:cNvPr id="10" name="副标题 3"/>
          <p:cNvSpPr>
            <a:spLocks noGrp="1"/>
          </p:cNvSpPr>
          <p:nvPr>
            <p:ph type="subTitle" idx="3" hasCustomPrompt="1"/>
            <p:custDataLst>
              <p:tags r:id="rId9"/>
            </p:custDataLst>
          </p:nvPr>
        </p:nvSpPr>
        <p:spPr>
          <a:xfrm>
            <a:off x="2153288" y="1932968"/>
            <a:ext cx="7885427" cy="492366"/>
          </a:xfrm>
          <a:noFill/>
        </p:spPr>
        <p:txBody>
          <a:bodyPr vert="horz" wrap="square" lIns="90000" tIns="46800" rIns="90000" bIns="46800" rtlCol="0">
            <a:normAutofit/>
          </a:bodyPr>
          <a:lstStyle>
            <a:lvl1pPr marL="0" marR="0" indent="-228600" algn="l" defTabSz="914400" rtl="0" eaLnBrk="1" fontAlgn="auto" latinLnBrk="0" hangingPunct="0">
              <a:lnSpc>
                <a:spcPct val="100000"/>
              </a:lnSpc>
              <a:spcBef>
                <a:spcPts val="0"/>
              </a:spcBef>
              <a:spcAft>
                <a:spcPts val="0"/>
              </a:spcAft>
              <a:buClrTx/>
              <a:buSzTx/>
              <a:buFontTx/>
              <a:buNone/>
              <a:defRPr kumimoji="0" lang="zh-CN" altLang="en-US" sz="2400" b="1" i="0" u="none" strike="noStrike" kern="0" cap="none" spc="600" normalizeH="0" baseline="0" noProof="1" dirty="0">
                <a:ln>
                  <a:noFill/>
                </a:ln>
                <a:solidFill>
                  <a:schemeClr val="dk1">
                    <a:lumMod val="85000"/>
                    <a:lumOff val="15000"/>
                  </a:schemeClr>
                </a:solidFill>
                <a:effectLst/>
                <a:uFillTx/>
                <a:latin typeface="Arial" panose="020B0604020202020204" pitchFamily="34" charset="0"/>
                <a:ea typeface="汉仪文黑-55简" panose="00020600040101010101" charset="-122"/>
                <a:cs typeface="+mj-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a:sym typeface="+mn-ea"/>
              </a:rPr>
              <a:t>单击此处编辑副标题</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通用">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9"/>
          <a:stretch>
            <a:fillRect/>
          </a:stretch>
        </p:blipFill>
        <p:spPr>
          <a:xfrm>
            <a:off x="0" y="317"/>
            <a:ext cx="12193257" cy="6858635"/>
          </a:xfrm>
          <a:prstGeom prst="rect">
            <a:avLst/>
          </a:prstGeom>
        </p:spPr>
      </p:pic>
      <p:pic>
        <p:nvPicPr>
          <p:cNvPr id="7" name="图片 6" descr="JY01_正文页装饰2"/>
          <p:cNvPicPr>
            <a:picLocks noChangeAspect="1"/>
          </p:cNvPicPr>
          <p:nvPr>
            <p:custDataLst>
              <p:tags r:id="rId2"/>
            </p:custDataLst>
          </p:nvPr>
        </p:nvPicPr>
        <p:blipFill>
          <a:blip r:embed="rId10"/>
          <a:stretch>
            <a:fillRect/>
          </a:stretch>
        </p:blipFill>
        <p:spPr>
          <a:xfrm>
            <a:off x="822289" y="524194"/>
            <a:ext cx="11370346" cy="5810247"/>
          </a:xfrm>
          <a:prstGeom prst="rect">
            <a:avLst/>
          </a:prstGeom>
        </p:spPr>
      </p:pic>
      <p:pic>
        <p:nvPicPr>
          <p:cNvPr id="6" name="图片 5" descr="JY01_正文页装饰1"/>
          <p:cNvPicPr>
            <a:picLocks noChangeAspect="1"/>
          </p:cNvPicPr>
          <p:nvPr>
            <p:custDataLst>
              <p:tags r:id="rId3"/>
            </p:custDataLst>
          </p:nvPr>
        </p:nvPicPr>
        <p:blipFill>
          <a:blip r:embed="rId11"/>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p:txBody>
          <a:bodyPr/>
          <a:lstStyle>
            <a:lvl1pPr>
              <a:defRPr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2025/11/25</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相框">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8"/>
            <a:ext cx="12193257" cy="6858635"/>
          </a:xfrm>
          <a:prstGeom prst="rect">
            <a:avLst/>
          </a:prstGeom>
        </p:spPr>
      </p:pic>
      <p:sp>
        <p:nvSpPr>
          <p:cNvPr id="8" name="矩形 7"/>
          <p:cNvSpPr/>
          <p:nvPr>
            <p:custDataLst>
              <p:tags r:id="rId2"/>
            </p:custDataLst>
          </p:nvPr>
        </p:nvSpPr>
        <p:spPr>
          <a:xfrm>
            <a:off x="293594" y="304200"/>
            <a:ext cx="11606400" cy="6249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pic>
        <p:nvPicPr>
          <p:cNvPr id="6" name="图片 5" descr="JY01_正文页装饰1"/>
          <p:cNvPicPr>
            <a:picLocks noChangeAspect="1"/>
          </p:cNvPicPr>
          <p:nvPr>
            <p:custDataLst>
              <p:tags r:id="rId3"/>
            </p:custDataLst>
          </p:nvPr>
        </p:nvPicPr>
        <p:blipFill>
          <a:blip r:embed="rId11"/>
          <a:stretch>
            <a:fillRect/>
          </a:stretch>
        </p:blipFill>
        <p:spPr>
          <a:xfrm>
            <a:off x="635" y="5589270"/>
            <a:ext cx="1314622" cy="1268730"/>
          </a:xfrm>
          <a:prstGeom prst="rect">
            <a:avLst/>
          </a:prstGeom>
        </p:spPr>
      </p:pic>
      <p:sp>
        <p:nvSpPr>
          <p:cNvPr id="2" name="标题 1"/>
          <p:cNvSpPr>
            <a:spLocks noGrp="1"/>
          </p:cNvSpPr>
          <p:nvPr>
            <p:ph type="title" hasCustomPrompt="1"/>
            <p:custDataLst>
              <p:tags r:id="rId4"/>
            </p:custDataLst>
          </p:nvPr>
        </p:nvSpPr>
        <p:spPr>
          <a:xfrm>
            <a:off x="1281600" y="1249200"/>
            <a:ext cx="9626400" cy="723600"/>
          </a:xfrm>
        </p:spPr>
        <p:txBody>
          <a:bodyPr anchor="ctr"/>
          <a:lstStyle>
            <a:lvl1pPr>
              <a:defRPr sz="3200" baseline="0">
                <a:solidFill>
                  <a:schemeClr val="tx1"/>
                </a:solidFill>
                <a:latin typeface="Arial" panose="020B0604020202020204" pitchFamily="34" charset="0"/>
                <a:ea typeface="汉仪文黑-55简" panose="00020600040101010101" charset="-122"/>
              </a:defRPr>
            </a:lvl1pPr>
          </a:lstStyle>
          <a:p>
            <a:r>
              <a:rPr lang="zh-CN" altLang="en-US" dirty="0"/>
              <a:t>单击此处编辑标题</a:t>
            </a:r>
          </a:p>
        </p:txBody>
      </p:sp>
      <p:sp>
        <p:nvSpPr>
          <p:cNvPr id="7" name="内容占位符 6"/>
          <p:cNvSpPr>
            <a:spLocks noGrp="1"/>
          </p:cNvSpPr>
          <p:nvPr>
            <p:ph sz="quarter" idx="13"/>
            <p:custDataLst>
              <p:tags r:id="rId5"/>
            </p:custDataLst>
          </p:nvPr>
        </p:nvSpPr>
        <p:spPr>
          <a:xfrm>
            <a:off x="1281113" y="2163600"/>
            <a:ext cx="9626600" cy="34452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6"/>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2025/11/25</a:t>
            </a:fld>
            <a:endParaRPr lang="zh-CN" altLang="en-US"/>
          </a:p>
        </p:txBody>
      </p:sp>
      <p:sp>
        <p:nvSpPr>
          <p:cNvPr id="4" name="页脚占位符 3"/>
          <p:cNvSpPr>
            <a:spLocks noGrp="1"/>
          </p:cNvSpPr>
          <p:nvPr>
            <p:ph type="ftr" sz="quarter" idx="11"/>
            <p:custDataLst>
              <p:tags r:id="rId7"/>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左右">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10"/>
          <a:stretch>
            <a:fillRect/>
          </a:stretch>
        </p:blipFill>
        <p:spPr>
          <a:xfrm>
            <a:off x="635" y="-318"/>
            <a:ext cx="12192622" cy="6858635"/>
          </a:xfrm>
          <a:prstGeom prst="rect">
            <a:avLst/>
          </a:prstGeom>
        </p:spPr>
      </p:pic>
      <p:sp>
        <p:nvSpPr>
          <p:cNvPr id="6" name="矩形 5"/>
          <p:cNvSpPr/>
          <p:nvPr>
            <p:custDataLst>
              <p:tags r:id="rId2"/>
            </p:custDataLst>
          </p:nvPr>
        </p:nvSpPr>
        <p:spPr>
          <a:xfrm>
            <a:off x="794" y="1"/>
            <a:ext cx="4823460" cy="686625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olidFill>
                <a:schemeClr val="lt1"/>
              </a:solidFill>
              <a:sym typeface="+mn-ea"/>
            </a:endParaRPr>
          </a:p>
        </p:txBody>
      </p:sp>
      <p:sp>
        <p:nvSpPr>
          <p:cNvPr id="2" name="标题 1"/>
          <p:cNvSpPr>
            <a:spLocks noGrp="1"/>
          </p:cNvSpPr>
          <p:nvPr>
            <p:ph type="title" hasCustomPrompt="1"/>
            <p:custDataLst>
              <p:tags r:id="rId3"/>
            </p:custDataLst>
          </p:nvPr>
        </p:nvSpPr>
        <p:spPr>
          <a:xfrm>
            <a:off x="583200" y="770400"/>
            <a:ext cx="3960000" cy="882000"/>
          </a:xfrm>
        </p:spPr>
        <p:txBody>
          <a:bodyPr anchor="ctr" anchorCtr="0"/>
          <a:lstStyle>
            <a:lvl1pPr>
              <a:defRPr sz="3600" baseline="0">
                <a:solidFill>
                  <a:schemeClr val="tx1"/>
                </a:solidFill>
                <a:latin typeface="Arial" panose="020B0604020202020204" pitchFamily="34" charset="0"/>
                <a:ea typeface="汉仪文黑-55简" panose="00020600040101010101" charset="-122"/>
              </a:defRPr>
            </a:lvl1pPr>
          </a:lstStyle>
          <a:p>
            <a:r>
              <a:rPr lang="zh-CN" altLang="en-US" dirty="0"/>
              <a:t>单击编辑标题</a:t>
            </a:r>
          </a:p>
        </p:txBody>
      </p:sp>
      <p:sp>
        <p:nvSpPr>
          <p:cNvPr id="3" name="日期占位符 2"/>
          <p:cNvSpPr>
            <a:spLocks noGrp="1"/>
          </p:cNvSpPr>
          <p:nvPr>
            <p:ph type="dt" sz="half" idx="10"/>
            <p:custDataLst>
              <p:tags r:id="rId4"/>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2025/11/25</a:t>
            </a:fld>
            <a:endParaRPr lang="zh-CN" altLang="en-US"/>
          </a:p>
        </p:txBody>
      </p:sp>
      <p:sp>
        <p:nvSpPr>
          <p:cNvPr id="4" name="页脚占位符 3"/>
          <p:cNvSpPr>
            <a:spLocks noGrp="1"/>
          </p:cNvSpPr>
          <p:nvPr>
            <p:ph type="ftr" sz="quarter" idx="11"/>
            <p:custDataLst>
              <p:tags r:id="rId5"/>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7"/>
            </p:custDataLst>
          </p:nvPr>
        </p:nvSpPr>
        <p:spPr>
          <a:xfrm>
            <a:off x="586800" y="1764000"/>
            <a:ext cx="3956400" cy="40932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8"/>
            </p:custDataLst>
          </p:nvPr>
        </p:nvSpPr>
        <p:spPr>
          <a:xfrm>
            <a:off x="5101200" y="769938"/>
            <a:ext cx="6480000" cy="5087937"/>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上下">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1"/>
          <a:stretch>
            <a:fillRect/>
          </a:stretch>
        </p:blipFill>
        <p:spPr>
          <a:xfrm>
            <a:off x="794" y="0"/>
            <a:ext cx="12192000" cy="6858318"/>
          </a:xfrm>
          <a:prstGeom prst="rect">
            <a:avLst/>
          </a:prstGeom>
        </p:spPr>
      </p:pic>
      <p:sp>
        <p:nvSpPr>
          <p:cNvPr id="8" name="矩形 7"/>
          <p:cNvSpPr/>
          <p:nvPr>
            <p:custDataLst>
              <p:tags r:id="rId2"/>
            </p:custDataLst>
          </p:nvPr>
        </p:nvSpPr>
        <p:spPr>
          <a:xfrm>
            <a:off x="159" y="0"/>
            <a:ext cx="12192000" cy="2664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pic>
        <p:nvPicPr>
          <p:cNvPr id="6" name="图片 5" descr="JY01_正文页装饰1"/>
          <p:cNvPicPr>
            <a:picLocks noChangeAspect="1"/>
          </p:cNvPicPr>
          <p:nvPr>
            <p:custDataLst>
              <p:tags r:id="rId3"/>
            </p:custDataLst>
          </p:nvPr>
        </p:nvPicPr>
        <p:blipFill>
          <a:blip r:embed="rId12"/>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12000" y="781200"/>
            <a:ext cx="10976400" cy="626400"/>
          </a:xfrm>
        </p:spPr>
        <p:txBody>
          <a:bodyPr anchor="ctr"/>
          <a:lstStyle>
            <a:lvl1pPr algn="ctr">
              <a:defRPr sz="3600"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2025/11/25</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612000" y="1659600"/>
            <a:ext cx="10975975" cy="828000"/>
          </a:xfrm>
        </p:spPr>
        <p:txBody>
          <a:bodyPr/>
          <a:lstStyle>
            <a:lvl1pPr algn="ct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
        <p:nvSpPr>
          <p:cNvPr id="9" name="内容占位符 8"/>
          <p:cNvSpPr>
            <a:spLocks noGrp="1"/>
          </p:cNvSpPr>
          <p:nvPr>
            <p:ph sz="quarter" idx="14"/>
            <p:custDataLst>
              <p:tags r:id="rId9"/>
            </p:custDataLst>
          </p:nvPr>
        </p:nvSpPr>
        <p:spPr>
          <a:xfrm>
            <a:off x="612775" y="2808000"/>
            <a:ext cx="10965600" cy="34308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下上">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10"/>
          <a:stretch>
            <a:fillRect/>
          </a:stretch>
        </p:blipFill>
        <p:spPr>
          <a:xfrm>
            <a:off x="0" y="-318"/>
            <a:ext cx="12193257" cy="6858635"/>
          </a:xfrm>
          <a:prstGeom prst="rect">
            <a:avLst/>
          </a:prstGeom>
        </p:spPr>
      </p:pic>
      <p:sp>
        <p:nvSpPr>
          <p:cNvPr id="6" name="矩形 5"/>
          <p:cNvSpPr/>
          <p:nvPr>
            <p:custDataLst>
              <p:tags r:id="rId2"/>
            </p:custDataLst>
          </p:nvPr>
        </p:nvSpPr>
        <p:spPr>
          <a:xfrm>
            <a:off x="159" y="5029202"/>
            <a:ext cx="12192000" cy="18287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sp>
        <p:nvSpPr>
          <p:cNvPr id="2" name="标题 1"/>
          <p:cNvSpPr>
            <a:spLocks noGrp="1"/>
          </p:cNvSpPr>
          <p:nvPr>
            <p:ph type="title"/>
            <p:custDataLst>
              <p:tags r:id="rId3"/>
            </p:custDataLst>
          </p:nvPr>
        </p:nvSpPr>
        <p:spPr>
          <a:xfrm>
            <a:off x="604800" y="669600"/>
            <a:ext cx="10976400" cy="565200"/>
          </a:xfrm>
        </p:spPr>
        <p:txBody>
          <a:bodyPr anchor="ctr" anchorCtr="0"/>
          <a:lstStyle>
            <a:lvl1pPr algn="ctr">
              <a:defRPr sz="3200"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2025/11/25</a:t>
            </a:fld>
            <a:endParaRPr lang="zh-CN" altLang="en-US"/>
          </a:p>
        </p:txBody>
      </p:sp>
      <p:sp>
        <p:nvSpPr>
          <p:cNvPr id="4" name="页脚占位符 3"/>
          <p:cNvSpPr>
            <a:spLocks noGrp="1"/>
          </p:cNvSpPr>
          <p:nvPr>
            <p:ph type="ftr" sz="quarter" idx="11"/>
            <p:custDataLst>
              <p:tags r:id="rId5"/>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7"/>
            </p:custDataLst>
          </p:nvPr>
        </p:nvSpPr>
        <p:spPr>
          <a:xfrm>
            <a:off x="604837" y="1681200"/>
            <a:ext cx="10990800" cy="32112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8"/>
            </p:custDataLst>
          </p:nvPr>
        </p:nvSpPr>
        <p:spPr>
          <a:xfrm>
            <a:off x="594000" y="5180400"/>
            <a:ext cx="11001600" cy="1011600"/>
          </a:xfrm>
        </p:spPr>
        <p:txBody>
          <a:bodyPr/>
          <a:lstStyle>
            <a:lvl1pP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导航">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3"/>
          <a:stretch>
            <a:fillRect/>
          </a:stretch>
        </p:blipFill>
        <p:spPr>
          <a:xfrm>
            <a:off x="635" y="317"/>
            <a:ext cx="12192000" cy="6858635"/>
          </a:xfrm>
          <a:prstGeom prst="rect">
            <a:avLst/>
          </a:prstGeom>
        </p:spPr>
      </p:pic>
      <p:sp>
        <p:nvSpPr>
          <p:cNvPr id="8" name="矩形 7"/>
          <p:cNvSpPr/>
          <p:nvPr>
            <p:custDataLst>
              <p:tags r:id="rId2"/>
            </p:custDataLst>
          </p:nvPr>
        </p:nvSpPr>
        <p:spPr>
          <a:xfrm>
            <a:off x="159" y="3175"/>
            <a:ext cx="12192000" cy="9144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pic>
        <p:nvPicPr>
          <p:cNvPr id="6" name="图片 5" descr="JY01_正文页装饰1"/>
          <p:cNvPicPr>
            <a:picLocks noChangeAspect="1"/>
          </p:cNvPicPr>
          <p:nvPr>
            <p:custDataLst>
              <p:tags r:id="rId3"/>
            </p:custDataLst>
          </p:nvPr>
        </p:nvPicPr>
        <p:blipFill>
          <a:blip r:embed="rId14"/>
          <a:stretch>
            <a:fillRect/>
          </a:stretch>
        </p:blipFill>
        <p:spPr>
          <a:xfrm>
            <a:off x="0" y="5636260"/>
            <a:ext cx="1266591" cy="1222375"/>
          </a:xfrm>
          <a:prstGeom prst="rect">
            <a:avLst/>
          </a:prstGeom>
        </p:spPr>
      </p:pic>
      <p:sp>
        <p:nvSpPr>
          <p:cNvPr id="2" name="标题 1"/>
          <p:cNvSpPr>
            <a:spLocks noGrp="1"/>
          </p:cNvSpPr>
          <p:nvPr>
            <p:ph type="title"/>
            <p:custDataLst>
              <p:tags r:id="rId4"/>
            </p:custDataLst>
          </p:nvPr>
        </p:nvSpPr>
        <p:spPr>
          <a:xfrm>
            <a:off x="579600" y="237600"/>
            <a:ext cx="11037600" cy="441964"/>
          </a:xfrm>
        </p:spPr>
        <p:txBody>
          <a:bodyPr/>
          <a:lstStyle>
            <a:lvl1pPr>
              <a:defRPr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2025/11/25</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8"/>
            </p:custDataLst>
          </p:nvPr>
        </p:nvSpPr>
        <p:spPr>
          <a:xfrm>
            <a:off x="579600" y="1663200"/>
            <a:ext cx="5342400" cy="28944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9"/>
            </p:custDataLst>
          </p:nvPr>
        </p:nvSpPr>
        <p:spPr>
          <a:xfrm>
            <a:off x="6242400" y="1663200"/>
            <a:ext cx="5367600" cy="28944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10"/>
            </p:custDataLst>
          </p:nvPr>
        </p:nvSpPr>
        <p:spPr>
          <a:xfrm>
            <a:off x="572400" y="4816800"/>
            <a:ext cx="5342400" cy="781200"/>
          </a:xfrm>
        </p:spPr>
        <p:txBody>
          <a:bodyPr/>
          <a:lstStyle>
            <a:lvl1pP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11"/>
            </p:custDataLst>
          </p:nvPr>
        </p:nvSpPr>
        <p:spPr>
          <a:xfrm>
            <a:off x="6253200" y="4813200"/>
            <a:ext cx="5367600" cy="781200"/>
          </a:xfrm>
        </p:spPr>
        <p:txBody>
          <a:bodyPr/>
          <a:lstStyle>
            <a:lvl1pP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腰带">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8"/>
            <a:ext cx="12193257" cy="6858635"/>
          </a:xfrm>
          <a:prstGeom prst="rect">
            <a:avLst/>
          </a:prstGeom>
        </p:spPr>
      </p:pic>
      <p:sp>
        <p:nvSpPr>
          <p:cNvPr id="8" name="矩形 7"/>
          <p:cNvSpPr/>
          <p:nvPr>
            <p:custDataLst>
              <p:tags r:id="rId2"/>
            </p:custDataLst>
          </p:nvPr>
        </p:nvSpPr>
        <p:spPr>
          <a:xfrm>
            <a:off x="1429" y="958590"/>
            <a:ext cx="12192000" cy="4939553"/>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pic>
        <p:nvPicPr>
          <p:cNvPr id="6" name="图片 5" descr="JY01_正文页装饰1"/>
          <p:cNvPicPr>
            <a:picLocks noChangeAspect="1"/>
          </p:cNvPicPr>
          <p:nvPr>
            <p:custDataLst>
              <p:tags r:id="rId3"/>
            </p:custDataLst>
          </p:nvPr>
        </p:nvPicPr>
        <p:blipFill>
          <a:blip r:embed="rId11"/>
          <a:stretch>
            <a:fillRect/>
          </a:stretch>
        </p:blipFill>
        <p:spPr>
          <a:xfrm>
            <a:off x="0" y="5635625"/>
            <a:ext cx="1266591" cy="1222375"/>
          </a:xfrm>
          <a:prstGeom prst="rect">
            <a:avLst/>
          </a:prstGeom>
        </p:spPr>
      </p:pic>
      <p:sp>
        <p:nvSpPr>
          <p:cNvPr id="2" name="标题 1"/>
          <p:cNvSpPr>
            <a:spLocks noGrp="1"/>
          </p:cNvSpPr>
          <p:nvPr>
            <p:ph type="title" hasCustomPrompt="1"/>
            <p:custDataLst>
              <p:tags r:id="rId4"/>
            </p:custDataLst>
          </p:nvPr>
        </p:nvSpPr>
        <p:spPr>
          <a:xfrm>
            <a:off x="1522800" y="1339200"/>
            <a:ext cx="9144000" cy="2386800"/>
          </a:xfrm>
        </p:spPr>
        <p:txBody>
          <a:bodyPr anchor="b"/>
          <a:lstStyle>
            <a:lvl1pPr algn="ctr">
              <a:defRPr sz="6000" baseline="0">
                <a:solidFill>
                  <a:schemeClr val="tx1"/>
                </a:solidFill>
                <a:latin typeface="Arial" panose="020B0604020202020204" pitchFamily="34" charset="0"/>
                <a:ea typeface="汉仪文黑-55简" panose="00020600040101010101" charset="-122"/>
              </a:defRPr>
            </a:lvl1pPr>
          </a:lstStyle>
          <a:p>
            <a:r>
              <a:rPr lang="zh-CN" altLang="en-US" dirty="0"/>
              <a:t>单击此处编辑标题</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2025/11/25</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1522413" y="3862800"/>
            <a:ext cx="9144000" cy="1656000"/>
          </a:xfrm>
        </p:spPr>
        <p:txBody>
          <a:bodyPr/>
          <a:lstStyle>
            <a:lvl1pPr algn="ct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ags" Target="../tags/tag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6.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0"/>
            </p:custDataLst>
          </p:nvPr>
        </p:nvSpPr>
        <p:spPr>
          <a:xfrm>
            <a:off x="669882" y="443230"/>
            <a:ext cx="10852237" cy="441964"/>
          </a:xfrm>
          <a:prstGeom prst="rect">
            <a:avLst/>
          </a:prstGeom>
        </p:spPr>
        <p:txBody>
          <a:bodyPr vert="horz" wrap="square"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21"/>
            </p:custDataLst>
          </p:nvPr>
        </p:nvSpPr>
        <p:spPr>
          <a:xfrm>
            <a:off x="669882" y="961398"/>
            <a:ext cx="10852237" cy="5388907"/>
          </a:xfrm>
          <a:prstGeom prst="rect">
            <a:avLst/>
          </a:prstGeom>
        </p:spPr>
        <p:txBody>
          <a:bodyPr vert="horz" wrap="square" lIns="90170" tIns="46990" rIns="90170" bIns="4699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2"/>
            </p:custDataLst>
          </p:nvPr>
        </p:nvSpPr>
        <p:spPr>
          <a:xfrm>
            <a:off x="879742" y="6349833"/>
            <a:ext cx="2700000" cy="316800"/>
          </a:xfrm>
          <a:prstGeom prst="rect">
            <a:avLst/>
          </a:prstGeom>
        </p:spPr>
        <p:txBody>
          <a:bodyPr vert="horz" wrap="square" lIns="91440" tIns="45720" rIns="91440" bIns="45720" rtlCol="0" anchor="ctr">
            <a:normAutofit/>
          </a:bodyPr>
          <a:lstStyle>
            <a:lvl1pPr algn="l">
              <a:defRPr sz="1200">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2025/11/25</a:t>
            </a:fld>
            <a:endParaRPr lang="zh-CN" altLang="en-US"/>
          </a:p>
        </p:txBody>
      </p:sp>
      <p:sp>
        <p:nvSpPr>
          <p:cNvPr id="5" name="页脚占位符 4"/>
          <p:cNvSpPr>
            <a:spLocks noGrp="1"/>
          </p:cNvSpPr>
          <p:nvPr>
            <p:ph type="ftr" sz="quarter" idx="3"/>
            <p:custDataLst>
              <p:tags r:id="rId23"/>
            </p:custDataLst>
          </p:nvPr>
        </p:nvSpPr>
        <p:spPr>
          <a:xfrm>
            <a:off x="4116000" y="6349833"/>
            <a:ext cx="3960000" cy="316800"/>
          </a:xfrm>
          <a:prstGeom prst="rect">
            <a:avLst/>
          </a:prstGeom>
        </p:spPr>
        <p:txBody>
          <a:bodyPr vert="horz" wrap="square" lIns="91440" tIns="45720" rIns="91440" bIns="45720" rtlCol="0" anchor="ctr">
            <a:normAutofit/>
          </a:bodyPr>
          <a:lstStyle>
            <a:lvl1pPr algn="ctr">
              <a:defRPr sz="1200">
                <a:solidFill>
                  <a:schemeClr val="tx1">
                    <a:tint val="75000"/>
                  </a:schemeClr>
                </a:solidFill>
                <a:latin typeface="Arial" panose="020B0604020202020204" pitchFamily="34" charset="0"/>
                <a:ea typeface="汉仪文黑-55简" panose="00020600040101010101" charset="-122"/>
              </a:defRPr>
            </a:lvl1pPr>
          </a:lstStyle>
          <a:p>
            <a:endParaRPr lang="zh-CN" altLang="en-US" dirty="0"/>
          </a:p>
        </p:txBody>
      </p:sp>
      <p:sp>
        <p:nvSpPr>
          <p:cNvPr id="6" name="灯片编号占位符 5"/>
          <p:cNvSpPr>
            <a:spLocks noGrp="1"/>
          </p:cNvSpPr>
          <p:nvPr>
            <p:ph type="sldNum" sz="quarter" idx="4"/>
            <p:custDataLst>
              <p:tags r:id="rId24"/>
            </p:custDataLst>
          </p:nvPr>
        </p:nvSpPr>
        <p:spPr>
          <a:xfrm>
            <a:off x="8610600" y="6349833"/>
            <a:ext cx="2700000" cy="316800"/>
          </a:xfrm>
          <a:prstGeom prst="rect">
            <a:avLst/>
          </a:prstGeom>
        </p:spPr>
        <p:txBody>
          <a:bodyPr vert="horz" wrap="square" lIns="91440" tIns="45720" rIns="91440" bIns="45720" rtlCol="0" anchor="ctr">
            <a:normAutofit/>
          </a:bodyPr>
          <a:lstStyle>
            <a:lvl1pPr algn="r">
              <a:defRPr sz="1200">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8" name="KSO_TEMPLATE" hidden="1"/>
          <p:cNvSpPr/>
          <p:nvPr userDrawn="1">
            <p:custDataLst>
              <p:tags r:id="rId25"/>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 id="2147483685" r:id="rId17"/>
    <p:sldLayoutId id="2147483686" r:id="rId18"/>
  </p:sldLayoutIdLst>
  <p:txStyles>
    <p:titleStyle>
      <a:lvl1pPr algn="l" defTabSz="914400" rtl="0" eaLnBrk="1" fontAlgn="auto" latinLnBrk="0" hangingPunct="1">
        <a:lnSpc>
          <a:spcPct val="100000"/>
        </a:lnSpc>
        <a:spcBef>
          <a:spcPct val="0"/>
        </a:spcBef>
        <a:buNone/>
        <a:defRPr sz="2400" b="1" u="none" strike="noStrike" kern="1200" cap="none" spc="200" normalizeH="0">
          <a:solidFill>
            <a:schemeClr val="tx1"/>
          </a:solidFill>
          <a:uFillTx/>
          <a:latin typeface="Arial" panose="020B0604020202020204" pitchFamily="34" charset="0"/>
          <a:ea typeface="汉仪文黑-55简" panose="00020600040101010101"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58.xml"/><Relationship Id="rId2" Type="http://schemas.openxmlformats.org/officeDocument/2006/relationships/tags" Target="../tags/tag157.xml"/><Relationship Id="rId1" Type="http://schemas.openxmlformats.org/officeDocument/2006/relationships/tags" Target="../tags/tag156.xml"/><Relationship Id="rId5" Type="http://schemas.openxmlformats.org/officeDocument/2006/relationships/image" Target="../media/image14.png"/><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tags" Target="../tags/tag161.xml"/><Relationship Id="rId2" Type="http://schemas.openxmlformats.org/officeDocument/2006/relationships/tags" Target="../tags/tag160.xml"/><Relationship Id="rId1" Type="http://schemas.openxmlformats.org/officeDocument/2006/relationships/tags" Target="../tags/tag159.xml"/><Relationship Id="rId4"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tags" Target="../tags/tag164.xml"/><Relationship Id="rId2" Type="http://schemas.openxmlformats.org/officeDocument/2006/relationships/tags" Target="../tags/tag163.xml"/><Relationship Id="rId1" Type="http://schemas.openxmlformats.org/officeDocument/2006/relationships/tags" Target="../tags/tag162.xml"/><Relationship Id="rId5" Type="http://schemas.openxmlformats.org/officeDocument/2006/relationships/image" Target="../media/image15.png"/><Relationship Id="rId4"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tags" Target="../tags/tag167.xml"/><Relationship Id="rId2" Type="http://schemas.openxmlformats.org/officeDocument/2006/relationships/tags" Target="../tags/tag166.xml"/><Relationship Id="rId1" Type="http://schemas.openxmlformats.org/officeDocument/2006/relationships/tags" Target="../tags/tag165.xml"/><Relationship Id="rId5" Type="http://schemas.openxmlformats.org/officeDocument/2006/relationships/image" Target="../media/image16.png"/><Relationship Id="rId4"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tags" Target="../tags/tag170.xml"/><Relationship Id="rId2" Type="http://schemas.openxmlformats.org/officeDocument/2006/relationships/tags" Target="../tags/tag169.xml"/><Relationship Id="rId1" Type="http://schemas.openxmlformats.org/officeDocument/2006/relationships/tags" Target="../tags/tag168.xml"/><Relationship Id="rId4"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tags" Target="../tags/tag173.xml"/><Relationship Id="rId2" Type="http://schemas.openxmlformats.org/officeDocument/2006/relationships/tags" Target="../tags/tag172.xml"/><Relationship Id="rId1" Type="http://schemas.openxmlformats.org/officeDocument/2006/relationships/tags" Target="../tags/tag171.xml"/><Relationship Id="rId5" Type="http://schemas.openxmlformats.org/officeDocument/2006/relationships/image" Target="../media/image17.png"/><Relationship Id="rId4"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tags" Target="../tags/tag176.xml"/><Relationship Id="rId2" Type="http://schemas.openxmlformats.org/officeDocument/2006/relationships/tags" Target="../tags/tag175.xml"/><Relationship Id="rId1" Type="http://schemas.openxmlformats.org/officeDocument/2006/relationships/tags" Target="../tags/tag174.xml"/><Relationship Id="rId4"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tags" Target="../tags/tag179.xml"/><Relationship Id="rId2" Type="http://schemas.openxmlformats.org/officeDocument/2006/relationships/tags" Target="../tags/tag178.xml"/><Relationship Id="rId1" Type="http://schemas.openxmlformats.org/officeDocument/2006/relationships/tags" Target="../tags/tag177.xml"/><Relationship Id="rId5" Type="http://schemas.openxmlformats.org/officeDocument/2006/relationships/image" Target="../media/image18.png"/><Relationship Id="rId4"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tags" Target="../tags/tag182.xml"/><Relationship Id="rId2" Type="http://schemas.openxmlformats.org/officeDocument/2006/relationships/tags" Target="../tags/tag181.xml"/><Relationship Id="rId1" Type="http://schemas.openxmlformats.org/officeDocument/2006/relationships/tags" Target="../tags/tag180.xml"/><Relationship Id="rId4"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tags" Target="../tags/tag185.xml"/><Relationship Id="rId2" Type="http://schemas.openxmlformats.org/officeDocument/2006/relationships/tags" Target="../tags/tag184.xml"/><Relationship Id="rId1" Type="http://schemas.openxmlformats.org/officeDocument/2006/relationships/tags" Target="../tags/tag183.xml"/><Relationship Id="rId5" Type="http://schemas.openxmlformats.org/officeDocument/2006/relationships/image" Target="../media/image19.png"/><Relationship Id="rId4"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tags" Target="../tags/tag188.xml"/><Relationship Id="rId2" Type="http://schemas.openxmlformats.org/officeDocument/2006/relationships/tags" Target="../tags/tag187.xml"/><Relationship Id="rId1" Type="http://schemas.openxmlformats.org/officeDocument/2006/relationships/tags" Target="../tags/tag186.xml"/><Relationship Id="rId4"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tags" Target="../tags/tag191.xml"/><Relationship Id="rId2" Type="http://schemas.openxmlformats.org/officeDocument/2006/relationships/tags" Target="../tags/tag190.xml"/><Relationship Id="rId1" Type="http://schemas.openxmlformats.org/officeDocument/2006/relationships/tags" Target="../tags/tag189.xml"/><Relationship Id="rId5" Type="http://schemas.openxmlformats.org/officeDocument/2006/relationships/image" Target="../media/image20.png"/><Relationship Id="rId4"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tags" Target="../tags/tag194.xml"/><Relationship Id="rId2" Type="http://schemas.openxmlformats.org/officeDocument/2006/relationships/tags" Target="../tags/tag193.xml"/><Relationship Id="rId1" Type="http://schemas.openxmlformats.org/officeDocument/2006/relationships/tags" Target="../tags/tag192.xml"/><Relationship Id="rId4"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tags" Target="../tags/tag197.xml"/><Relationship Id="rId2" Type="http://schemas.openxmlformats.org/officeDocument/2006/relationships/tags" Target="../tags/tag196.xml"/><Relationship Id="rId1" Type="http://schemas.openxmlformats.org/officeDocument/2006/relationships/tags" Target="../tags/tag195.xml"/><Relationship Id="rId5" Type="http://schemas.openxmlformats.org/officeDocument/2006/relationships/image" Target="../media/image21.png"/><Relationship Id="rId4"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tags" Target="../tags/tag200.xml"/><Relationship Id="rId2" Type="http://schemas.openxmlformats.org/officeDocument/2006/relationships/tags" Target="../tags/tag199.xml"/><Relationship Id="rId1" Type="http://schemas.openxmlformats.org/officeDocument/2006/relationships/tags" Target="../tags/tag198.xml"/><Relationship Id="rId4"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tags" Target="../tags/tag203.xml"/><Relationship Id="rId2" Type="http://schemas.openxmlformats.org/officeDocument/2006/relationships/tags" Target="../tags/tag202.xml"/><Relationship Id="rId1" Type="http://schemas.openxmlformats.org/officeDocument/2006/relationships/tags" Target="../tags/tag201.xml"/><Relationship Id="rId6" Type="http://schemas.openxmlformats.org/officeDocument/2006/relationships/image" Target="../media/image22.jpeg"/><Relationship Id="rId5" Type="http://schemas.openxmlformats.org/officeDocument/2006/relationships/slideLayout" Target="../slideLayouts/slideLayout1.xml"/><Relationship Id="rId4" Type="http://schemas.openxmlformats.org/officeDocument/2006/relationships/video" Target="https://www.youtube.com/embed/MVu-msCNWGQ?feature=oembed" TargetMode="External"/></Relationships>
</file>

<file path=ppt/slides/_rels/slide17.xml.rels><?xml version="1.0" encoding="UTF-8" standalone="yes"?>
<Relationships xmlns="http://schemas.openxmlformats.org/package/2006/relationships"><Relationship Id="rId3" Type="http://schemas.openxmlformats.org/officeDocument/2006/relationships/tags" Target="../tags/tag206.xml"/><Relationship Id="rId2" Type="http://schemas.openxmlformats.org/officeDocument/2006/relationships/tags" Target="../tags/tag205.xml"/><Relationship Id="rId1" Type="http://schemas.openxmlformats.org/officeDocument/2006/relationships/tags" Target="../tags/tag204.xml"/><Relationship Id="rId5" Type="http://schemas.openxmlformats.org/officeDocument/2006/relationships/image" Target="../media/image23.png"/><Relationship Id="rId4"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tags" Target="../tags/tag209.xml"/><Relationship Id="rId2" Type="http://schemas.openxmlformats.org/officeDocument/2006/relationships/tags" Target="../tags/tag208.xml"/><Relationship Id="rId1" Type="http://schemas.openxmlformats.org/officeDocument/2006/relationships/tags" Target="../tags/tag207.xml"/><Relationship Id="rId5" Type="http://schemas.openxmlformats.org/officeDocument/2006/relationships/image" Target="../media/image24.png"/><Relationship Id="rId4"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tags" Target="../tags/tag212.xml"/><Relationship Id="rId2" Type="http://schemas.openxmlformats.org/officeDocument/2006/relationships/tags" Target="../tags/tag211.xml"/><Relationship Id="rId1" Type="http://schemas.openxmlformats.org/officeDocument/2006/relationships/tags" Target="../tags/tag210.xml"/><Relationship Id="rId4"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tags" Target="../tags/tag215.xml"/><Relationship Id="rId2" Type="http://schemas.openxmlformats.org/officeDocument/2006/relationships/tags" Target="../tags/tag214.xml"/><Relationship Id="rId1" Type="http://schemas.openxmlformats.org/officeDocument/2006/relationships/tags" Target="../tags/tag213.xml"/><Relationship Id="rId5" Type="http://schemas.openxmlformats.org/officeDocument/2006/relationships/image" Target="../media/image25.png"/><Relationship Id="rId4"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tags" Target="../tags/tag218.xml"/><Relationship Id="rId2" Type="http://schemas.openxmlformats.org/officeDocument/2006/relationships/tags" Target="../tags/tag217.xml"/><Relationship Id="rId1" Type="http://schemas.openxmlformats.org/officeDocument/2006/relationships/tags" Target="../tags/tag216.xml"/><Relationship Id="rId5" Type="http://schemas.openxmlformats.org/officeDocument/2006/relationships/image" Target="../media/image26.png"/><Relationship Id="rId4"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tags" Target="../tags/tag221.xml"/><Relationship Id="rId2" Type="http://schemas.openxmlformats.org/officeDocument/2006/relationships/tags" Target="../tags/tag220.xml"/><Relationship Id="rId1" Type="http://schemas.openxmlformats.org/officeDocument/2006/relationships/tags" Target="../tags/tag219.xml"/><Relationship Id="rId5" Type="http://schemas.openxmlformats.org/officeDocument/2006/relationships/image" Target="../media/image27.png"/><Relationship Id="rId4"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tags" Target="../tags/tag224.xml"/><Relationship Id="rId2" Type="http://schemas.openxmlformats.org/officeDocument/2006/relationships/tags" Target="../tags/tag223.xml"/><Relationship Id="rId1" Type="http://schemas.openxmlformats.org/officeDocument/2006/relationships/tags" Target="../tags/tag222.xml"/><Relationship Id="rId4"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tags" Target="../tags/tag227.xml"/><Relationship Id="rId2" Type="http://schemas.openxmlformats.org/officeDocument/2006/relationships/tags" Target="../tags/tag226.xml"/><Relationship Id="rId1" Type="http://schemas.openxmlformats.org/officeDocument/2006/relationships/tags" Target="../tags/tag225.xml"/><Relationship Id="rId4"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tags" Target="../tags/tag230.xml"/><Relationship Id="rId2" Type="http://schemas.openxmlformats.org/officeDocument/2006/relationships/tags" Target="../tags/tag229.xml"/><Relationship Id="rId1" Type="http://schemas.openxmlformats.org/officeDocument/2006/relationships/tags" Target="../tags/tag228.xml"/><Relationship Id="rId5" Type="http://schemas.openxmlformats.org/officeDocument/2006/relationships/image" Target="../media/image28.png"/><Relationship Id="rId4"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tags" Target="../tags/tag233.xml"/><Relationship Id="rId2" Type="http://schemas.openxmlformats.org/officeDocument/2006/relationships/tags" Target="../tags/tag232.xml"/><Relationship Id="rId1" Type="http://schemas.openxmlformats.org/officeDocument/2006/relationships/tags" Target="../tags/tag231.xml"/><Relationship Id="rId6" Type="http://schemas.openxmlformats.org/officeDocument/2006/relationships/image" Target="../media/image29.jpeg"/><Relationship Id="rId5" Type="http://schemas.openxmlformats.org/officeDocument/2006/relationships/slideLayout" Target="../slideLayouts/slideLayout1.xml"/><Relationship Id="rId4" Type="http://schemas.openxmlformats.org/officeDocument/2006/relationships/video" Target="https://www.youtube.com/embed/-rB0v8C6Jag?feature=oembed" TargetMode="External"/></Relationships>
</file>

<file path=ppt/slides/_rels/slide27.xml.rels><?xml version="1.0" encoding="UTF-8" standalone="yes"?>
<Relationships xmlns="http://schemas.openxmlformats.org/package/2006/relationships"><Relationship Id="rId3" Type="http://schemas.openxmlformats.org/officeDocument/2006/relationships/tags" Target="../tags/tag236.xml"/><Relationship Id="rId2" Type="http://schemas.openxmlformats.org/officeDocument/2006/relationships/tags" Target="../tags/tag235.xml"/><Relationship Id="rId1" Type="http://schemas.openxmlformats.org/officeDocument/2006/relationships/tags" Target="../tags/tag234.xml"/><Relationship Id="rId6" Type="http://schemas.openxmlformats.org/officeDocument/2006/relationships/image" Target="../media/image30.jpeg"/><Relationship Id="rId5" Type="http://schemas.openxmlformats.org/officeDocument/2006/relationships/slideLayout" Target="../slideLayouts/slideLayout1.xml"/><Relationship Id="rId4" Type="http://schemas.openxmlformats.org/officeDocument/2006/relationships/video" Target="https://www.youtube.com/embed/TqQE0xkCJ8c?feature=oembed" TargetMode="External"/></Relationships>
</file>

<file path=ppt/slides/_rels/slide28.xml.rels><?xml version="1.0" encoding="UTF-8" standalone="yes"?>
<Relationships xmlns="http://schemas.openxmlformats.org/package/2006/relationships"><Relationship Id="rId3" Type="http://schemas.openxmlformats.org/officeDocument/2006/relationships/tags" Target="../tags/tag239.xml"/><Relationship Id="rId2" Type="http://schemas.openxmlformats.org/officeDocument/2006/relationships/tags" Target="../tags/tag238.xml"/><Relationship Id="rId1" Type="http://schemas.openxmlformats.org/officeDocument/2006/relationships/tags" Target="../tags/tag237.xml"/><Relationship Id="rId5" Type="http://schemas.openxmlformats.org/officeDocument/2006/relationships/image" Target="../media/image31.png"/><Relationship Id="rId4"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41.xml"/><Relationship Id="rId1" Type="http://schemas.openxmlformats.org/officeDocument/2006/relationships/tags" Target="../tags/tag2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084128" y="5658615"/>
            <a:ext cx="7629063" cy="1183999"/>
          </a:xfrm>
          <a:prstGeom prst="rect">
            <a:avLst/>
          </a:prstGeom>
          <a:noFill/>
        </p:spPr>
        <p:txBody>
          <a:bodyPr wrap="square" rtlCol="0">
            <a:norm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pic>
        <p:nvPicPr>
          <p:cNvPr id="4" name="Picture 3">
            <a:extLst>
              <a:ext uri="{FF2B5EF4-FFF2-40B4-BE49-F238E27FC236}">
                <a16:creationId xmlns:a16="http://schemas.microsoft.com/office/drawing/2014/main" id="{55D17C5F-D582-80A6-4DE3-CCB3F46FECDE}"/>
              </a:ext>
            </a:extLst>
          </p:cNvPr>
          <p:cNvPicPr>
            <a:picLocks noChangeAspect="1"/>
          </p:cNvPicPr>
          <p:nvPr/>
        </p:nvPicPr>
        <p:blipFill>
          <a:blip r:embed="rId5"/>
          <a:stretch>
            <a:fillRect/>
          </a:stretch>
        </p:blipFill>
        <p:spPr>
          <a:xfrm>
            <a:off x="5191125" y="466312"/>
            <a:ext cx="904875" cy="1428750"/>
          </a:xfrm>
          <a:prstGeom prst="rect">
            <a:avLst/>
          </a:prstGeom>
        </p:spPr>
      </p:pic>
      <p:sp>
        <p:nvSpPr>
          <p:cNvPr id="5" name="文本框 21">
            <a:extLst>
              <a:ext uri="{FF2B5EF4-FFF2-40B4-BE49-F238E27FC236}">
                <a16:creationId xmlns:a16="http://schemas.microsoft.com/office/drawing/2014/main" id="{8291BEAF-DC80-7114-D7E5-4D33D4D73EFF}"/>
              </a:ext>
            </a:extLst>
          </p:cNvPr>
          <p:cNvSpPr txBox="1"/>
          <p:nvPr>
            <p:custDataLst>
              <p:tags r:id="rId3"/>
            </p:custDataLst>
          </p:nvPr>
        </p:nvSpPr>
        <p:spPr>
          <a:xfrm>
            <a:off x="1517374" y="2036310"/>
            <a:ext cx="8719930" cy="1740528"/>
          </a:xfrm>
          <a:prstGeom prst="rect">
            <a:avLst/>
          </a:prstGeom>
          <a:noFill/>
        </p:spPr>
        <p:txBody>
          <a:bodyPr wrap="square" rtlCol="0" anchor="ctr" anchorCtr="0">
            <a:normAutofit/>
          </a:bodyPr>
          <a:lstStyle/>
          <a:p>
            <a:pPr algn="ctr">
              <a:lnSpc>
                <a:spcPct val="107000"/>
              </a:lnSpc>
              <a:spcAft>
                <a:spcPts val="800"/>
              </a:spcAft>
            </a:pPr>
            <a:r>
              <a:rPr lang="en-US" sz="2800" b="1" kern="100" dirty="0">
                <a:solidFill>
                  <a:schemeClr val="accent3">
                    <a:lumMod val="50000"/>
                  </a:schemeClr>
                </a:solidFill>
                <a:effectLst/>
                <a:latin typeface="Times New Roman" panose="02020603050405020304" pitchFamily="18" charset="0"/>
                <a:ea typeface="Calibri" panose="020F0502020204030204" pitchFamily="34" charset="0"/>
                <a:cs typeface="Arial" panose="020B0604020202020204" pitchFamily="34" charset="0"/>
              </a:rPr>
              <a:t>CERTIFICATE III IN AUTOMOTIVE REPAIR &amp; MAINTE</a:t>
            </a: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NANCE</a:t>
            </a: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7" name="TextBox 6">
            <a:extLst>
              <a:ext uri="{FF2B5EF4-FFF2-40B4-BE49-F238E27FC236}">
                <a16:creationId xmlns:a16="http://schemas.microsoft.com/office/drawing/2014/main" id="{5B8B25F2-350A-E959-A436-C1320A9A1827}"/>
              </a:ext>
            </a:extLst>
          </p:cNvPr>
          <p:cNvSpPr txBox="1"/>
          <p:nvPr/>
        </p:nvSpPr>
        <p:spPr>
          <a:xfrm>
            <a:off x="821635" y="4015155"/>
            <a:ext cx="9415669" cy="530594"/>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2800" b="1" i="0" u="none" strike="noStrike" kern="100" cap="none" spc="0" normalizeH="0" baseline="0" noProof="0" dirty="0">
                <a:ln>
                  <a:noFill/>
                </a:ln>
                <a:solidFill>
                  <a:srgbClr val="FFAD63">
                    <a:lumMod val="50000"/>
                  </a:srgbClr>
                </a:solidFill>
                <a:effectLst/>
                <a:uLnTx/>
                <a:uFillTx/>
                <a:latin typeface="Times New Roman" panose="02020603050405020304" pitchFamily="18" charset="0"/>
                <a:ea typeface="Calibri" panose="020F0502020204030204" pitchFamily="34" charset="0"/>
                <a:cs typeface="Arial" panose="020B0604020202020204" pitchFamily="34" charset="0"/>
              </a:rPr>
              <a:t>SUBJECT:  </a:t>
            </a: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kumimoji="0" lang="en-US" sz="2800" b="1" i="0" u="none" strike="noStrike" kern="100" cap="none" spc="0" normalizeH="0" baseline="0" noProof="0" dirty="0">
              <a:ln>
                <a:noFill/>
              </a:ln>
              <a:solidFill>
                <a:schemeClr val="accent3">
                  <a:lumMod val="50000"/>
                </a:schemeClr>
              </a:solidFill>
              <a:effectLst/>
              <a:uLnTx/>
              <a:uFillTx/>
              <a:latin typeface="Calibri" panose="020F0502020204030204" pitchFamily="34" charset="0"/>
              <a:ea typeface="Calibri" panose="020F050202020403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23744317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021236" y="1065539"/>
            <a:ext cx="10018643" cy="370371"/>
          </a:xfrm>
          <a:prstGeom prst="rect">
            <a:avLst/>
          </a:prstGeom>
          <a:noFill/>
        </p:spPr>
        <p:txBody>
          <a:bodyPr wrap="square" rtlCol="0">
            <a:noAutofit/>
          </a:bodyPr>
          <a:lstStyle/>
          <a:p>
            <a:r>
              <a:rPr lang="en-US" b="1" dirty="0"/>
              <a:t>Chapter 8 Service Ignition System Components</a:t>
            </a:r>
          </a:p>
        </p:txBody>
      </p:sp>
      <p:sp>
        <p:nvSpPr>
          <p:cNvPr id="22" name="文本框 21"/>
          <p:cNvSpPr txBox="1"/>
          <p:nvPr>
            <p:custDataLst>
              <p:tags r:id="rId3"/>
            </p:custDataLst>
          </p:nvPr>
        </p:nvSpPr>
        <p:spPr>
          <a:xfrm>
            <a:off x="1524001" y="462038"/>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825204" y="1461076"/>
            <a:ext cx="7738787" cy="35753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600" b="1" kern="0" dirty="0">
                <a:latin typeface="Times New Roman" panose="02020603050405020304" pitchFamily="18" charset="0"/>
                <a:ea typeface="Times New Roman" panose="02020603050405020304" pitchFamily="18" charset="0"/>
                <a:cs typeface="Arial" panose="020B0604020202020204" pitchFamily="34" charset="0"/>
              </a:rPr>
              <a:t>Introduction</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6" name="Rectangle 5"/>
          <p:cNvSpPr/>
          <p:nvPr/>
        </p:nvSpPr>
        <p:spPr>
          <a:xfrm>
            <a:off x="1021236" y="1856827"/>
            <a:ext cx="10658930" cy="1477328"/>
          </a:xfrm>
          <a:prstGeom prst="rect">
            <a:avLst/>
          </a:prstGeom>
        </p:spPr>
        <p:txBody>
          <a:bodyPr wrap="square">
            <a:spAutoFit/>
          </a:bodyPr>
          <a:lstStyle/>
          <a:p>
            <a:r>
              <a:rPr lang="en-US" dirty="0"/>
              <a:t>A car's ignition system is responsible for igniting the air-fuel mixture in the engine to start and run the vehicle. It uses components like the battery, ignition switch, ignition coil, and spark plugs to create a high-voltage spark at the precise moment needed for combustion. Older systems used mechanical points and a distributor, while modern systems use electronic controls for greater reliability and efficiency.</a:t>
            </a:r>
          </a:p>
        </p:txBody>
      </p:sp>
      <p:sp>
        <p:nvSpPr>
          <p:cNvPr id="7" name="Rectangle 6"/>
          <p:cNvSpPr/>
          <p:nvPr/>
        </p:nvSpPr>
        <p:spPr>
          <a:xfrm>
            <a:off x="1021236" y="3622798"/>
            <a:ext cx="10658930" cy="923330"/>
          </a:xfrm>
          <a:prstGeom prst="rect">
            <a:avLst/>
          </a:prstGeom>
        </p:spPr>
        <p:txBody>
          <a:bodyPr wrap="square">
            <a:spAutoFit/>
          </a:bodyPr>
          <a:lstStyle/>
          <a:p>
            <a:r>
              <a:rPr lang="en-US" dirty="0"/>
              <a:t>The purpose of a car's ignition system is to generate a high-voltage electrical spark that ignites the compressed air-fuel mixture within the engine's cylinders, creating the combustion needed to power the vehicle</a:t>
            </a:r>
          </a:p>
        </p:txBody>
      </p:sp>
    </p:spTree>
    <p:custDataLst>
      <p:tags r:id="rId1"/>
    </p:custDataLst>
    <p:extLst>
      <p:ext uri="{BB962C8B-B14F-4D97-AF65-F5344CB8AC3E}">
        <p14:creationId xmlns:p14="http://schemas.microsoft.com/office/powerpoint/2010/main" val="8160073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825204" y="819058"/>
            <a:ext cx="10018643" cy="370371"/>
          </a:xfrm>
          <a:prstGeom prst="rect">
            <a:avLst/>
          </a:prstGeom>
          <a:noFill/>
        </p:spPr>
        <p:txBody>
          <a:bodyPr wrap="square" rtlCol="0">
            <a:noAutofit/>
          </a:bodyPr>
          <a:lstStyle/>
          <a:p>
            <a:r>
              <a:rPr lang="en-US" b="1" dirty="0"/>
              <a:t>Chapter 8 Service Ignition System Components</a:t>
            </a:r>
          </a:p>
        </p:txBody>
      </p:sp>
      <p:sp>
        <p:nvSpPr>
          <p:cNvPr id="22" name="文本框 21"/>
          <p:cNvSpPr txBox="1"/>
          <p:nvPr>
            <p:custDataLst>
              <p:tags r:id="rId3"/>
            </p:custDataLst>
          </p:nvPr>
        </p:nvSpPr>
        <p:spPr>
          <a:xfrm>
            <a:off x="1524001" y="462038"/>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669986" y="6210000"/>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506027" y="1159773"/>
            <a:ext cx="7738787" cy="390363"/>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b="1" dirty="0"/>
              <a:t>How the Ignition System Works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4" name="Rectangle 3"/>
          <p:cNvSpPr/>
          <p:nvPr/>
        </p:nvSpPr>
        <p:spPr>
          <a:xfrm>
            <a:off x="582977" y="2391794"/>
            <a:ext cx="7942046" cy="3539430"/>
          </a:xfrm>
          <a:prstGeom prst="rect">
            <a:avLst/>
          </a:prstGeom>
        </p:spPr>
        <p:txBody>
          <a:bodyPr wrap="square">
            <a:spAutoFit/>
          </a:bodyPr>
          <a:lstStyle/>
          <a:p>
            <a:r>
              <a:rPr lang="en-US" sz="1600" b="1" dirty="0"/>
              <a:t>Primary Circuit</a:t>
            </a:r>
            <a:r>
              <a:rPr lang="en-US" sz="1600" dirty="0"/>
              <a:t>: The 12-volt current from the car battery flows through the ignition switch and into the primary windings of the ignition coil. This flow of current creates a magnetic field around the coil.</a:t>
            </a:r>
          </a:p>
          <a:p>
            <a:endParaRPr lang="en-US" sz="1600" dirty="0"/>
          </a:p>
          <a:p>
            <a:r>
              <a:rPr lang="en-US" sz="1600" b="1" dirty="0"/>
              <a:t>Secondary Circuit</a:t>
            </a:r>
            <a:r>
              <a:rPr lang="en-US" sz="1600" dirty="0"/>
              <a:t>: A triggering mechanism (such as breaker points or an electronic sensor) momentarily interrupts the current flow in the primary circuit. This causes the magnetic field to collapse rapidly, which induces a very high voltage (up to 40,000 to 100,000 volts in modern systems) in the secondary windings of the coil.</a:t>
            </a:r>
          </a:p>
          <a:p>
            <a:endParaRPr lang="en-US" sz="1600" dirty="0"/>
          </a:p>
          <a:p>
            <a:r>
              <a:rPr lang="en-US" sz="1600" b="1" dirty="0"/>
              <a:t>Distribution and Ignition</a:t>
            </a:r>
            <a:r>
              <a:rPr lang="en-US" sz="1600" dirty="0"/>
              <a:t>: This high voltage is then directed to the appropriate spark plug in the correct cylinder at the precise moment (timing is crucial for engine performance). The voltage arcs across the gap at the tip of the spark plug, creating a powerful spark that ignites the air-fuel mixture, causing combustion and forcing the piston down.</a:t>
            </a:r>
          </a:p>
        </p:txBody>
      </p:sp>
      <p:sp>
        <p:nvSpPr>
          <p:cNvPr id="5" name="Rectangle 4"/>
          <p:cNvSpPr/>
          <p:nvPr/>
        </p:nvSpPr>
        <p:spPr>
          <a:xfrm>
            <a:off x="582975" y="1647799"/>
            <a:ext cx="10895161" cy="646331"/>
          </a:xfrm>
          <a:prstGeom prst="rect">
            <a:avLst/>
          </a:prstGeom>
        </p:spPr>
        <p:txBody>
          <a:bodyPr wrap="square">
            <a:spAutoFit/>
          </a:bodyPr>
          <a:lstStyle/>
          <a:p>
            <a:r>
              <a:rPr lang="en-US" dirty="0"/>
              <a:t>The ignition system functions in two circuits: a primary low-voltage circuit and a secondary high-voltage circuit.</a:t>
            </a:r>
          </a:p>
        </p:txBody>
      </p:sp>
      <p:pic>
        <p:nvPicPr>
          <p:cNvPr id="6" name="Picture 5">
            <a:extLst>
              <a:ext uri="{FF2B5EF4-FFF2-40B4-BE49-F238E27FC236}">
                <a16:creationId xmlns:a16="http://schemas.microsoft.com/office/drawing/2014/main" id="{003BBC53-7C2C-46D1-0321-9C33A9F4EADC}"/>
              </a:ext>
            </a:extLst>
          </p:cNvPr>
          <p:cNvPicPr>
            <a:picLocks noChangeAspect="1"/>
          </p:cNvPicPr>
          <p:nvPr/>
        </p:nvPicPr>
        <p:blipFill>
          <a:blip r:embed="rId5"/>
          <a:stretch>
            <a:fillRect/>
          </a:stretch>
        </p:blipFill>
        <p:spPr>
          <a:xfrm>
            <a:off x="8874375" y="2294130"/>
            <a:ext cx="2603761" cy="3339353"/>
          </a:xfrm>
          <a:prstGeom prst="rect">
            <a:avLst/>
          </a:prstGeom>
        </p:spPr>
      </p:pic>
    </p:spTree>
    <p:custDataLst>
      <p:tags r:id="rId1"/>
    </p:custDataLst>
    <p:extLst>
      <p:ext uri="{BB962C8B-B14F-4D97-AF65-F5344CB8AC3E}">
        <p14:creationId xmlns:p14="http://schemas.microsoft.com/office/powerpoint/2010/main" val="21900557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825204" y="819058"/>
            <a:ext cx="10018643" cy="370371"/>
          </a:xfrm>
          <a:prstGeom prst="rect">
            <a:avLst/>
          </a:prstGeom>
          <a:noFill/>
        </p:spPr>
        <p:txBody>
          <a:bodyPr wrap="square" rtlCol="0">
            <a:noAutofit/>
          </a:bodyPr>
          <a:lstStyle/>
          <a:p>
            <a:r>
              <a:rPr lang="en-US" b="1" dirty="0"/>
              <a:t>Chapter 8 Service Ignition System Components</a:t>
            </a:r>
          </a:p>
        </p:txBody>
      </p:sp>
      <p:sp>
        <p:nvSpPr>
          <p:cNvPr id="22" name="文本框 21"/>
          <p:cNvSpPr txBox="1"/>
          <p:nvPr>
            <p:custDataLst>
              <p:tags r:id="rId3"/>
            </p:custDataLst>
          </p:nvPr>
        </p:nvSpPr>
        <p:spPr>
          <a:xfrm>
            <a:off x="1524001" y="462038"/>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669986" y="6210000"/>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506027" y="1159773"/>
            <a:ext cx="7738787" cy="390363"/>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b="1" dirty="0"/>
              <a:t>How the Ignition System Works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5" name="Rectangle 4"/>
          <p:cNvSpPr/>
          <p:nvPr/>
        </p:nvSpPr>
        <p:spPr>
          <a:xfrm>
            <a:off x="582975" y="1647799"/>
            <a:ext cx="10895161" cy="646331"/>
          </a:xfrm>
          <a:prstGeom prst="rect">
            <a:avLst/>
          </a:prstGeom>
        </p:spPr>
        <p:txBody>
          <a:bodyPr wrap="square">
            <a:spAutoFit/>
          </a:bodyPr>
          <a:lstStyle/>
          <a:p>
            <a:r>
              <a:rPr lang="en-US" dirty="0"/>
              <a:t>The ignition system functions in two circuits: a primary low-voltage circuit and a secondary high-voltage circuit.</a:t>
            </a:r>
          </a:p>
        </p:txBody>
      </p:sp>
      <p:pic>
        <p:nvPicPr>
          <p:cNvPr id="6" name="Picture 5"/>
          <p:cNvPicPr>
            <a:picLocks noChangeAspect="1"/>
          </p:cNvPicPr>
          <p:nvPr/>
        </p:nvPicPr>
        <p:blipFill>
          <a:blip r:embed="rId5"/>
          <a:stretch>
            <a:fillRect/>
          </a:stretch>
        </p:blipFill>
        <p:spPr>
          <a:xfrm>
            <a:off x="669985" y="2498695"/>
            <a:ext cx="6032739" cy="3923637"/>
          </a:xfrm>
          <a:prstGeom prst="rect">
            <a:avLst/>
          </a:prstGeom>
        </p:spPr>
      </p:pic>
    </p:spTree>
    <p:custDataLst>
      <p:tags r:id="rId1"/>
    </p:custDataLst>
    <p:extLst>
      <p:ext uri="{BB962C8B-B14F-4D97-AF65-F5344CB8AC3E}">
        <p14:creationId xmlns:p14="http://schemas.microsoft.com/office/powerpoint/2010/main" val="29447997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021236" y="1065539"/>
            <a:ext cx="10018643" cy="370371"/>
          </a:xfrm>
          <a:prstGeom prst="rect">
            <a:avLst/>
          </a:prstGeom>
          <a:noFill/>
        </p:spPr>
        <p:txBody>
          <a:bodyPr wrap="square" rtlCol="0">
            <a:noAutofit/>
          </a:bodyPr>
          <a:lstStyle/>
          <a:p>
            <a:r>
              <a:rPr lang="en-US" b="1" dirty="0"/>
              <a:t>Chapter 8 Service Ignition System Components</a:t>
            </a:r>
          </a:p>
        </p:txBody>
      </p:sp>
      <p:sp>
        <p:nvSpPr>
          <p:cNvPr id="22" name="文本框 21"/>
          <p:cNvSpPr txBox="1"/>
          <p:nvPr>
            <p:custDataLst>
              <p:tags r:id="rId3"/>
            </p:custDataLst>
          </p:nvPr>
        </p:nvSpPr>
        <p:spPr>
          <a:xfrm>
            <a:off x="1524001" y="462038"/>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825204" y="6164609"/>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825204" y="1461076"/>
            <a:ext cx="7738787" cy="35753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600" b="1" kern="0" dirty="0">
                <a:latin typeface="Times New Roman" panose="02020603050405020304" pitchFamily="18" charset="0"/>
                <a:ea typeface="Times New Roman" panose="02020603050405020304" pitchFamily="18" charset="0"/>
                <a:cs typeface="Arial" panose="020B0604020202020204" pitchFamily="34" charset="0"/>
              </a:rPr>
              <a:t>Key Components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4" name="Rectangle 3"/>
          <p:cNvSpPr/>
          <p:nvPr/>
        </p:nvSpPr>
        <p:spPr>
          <a:xfrm>
            <a:off x="541281" y="1821390"/>
            <a:ext cx="10978551" cy="3293209"/>
          </a:xfrm>
          <a:prstGeom prst="rect">
            <a:avLst/>
          </a:prstGeom>
        </p:spPr>
        <p:txBody>
          <a:bodyPr wrap="square">
            <a:spAutoFit/>
          </a:bodyPr>
          <a:lstStyle/>
          <a:p>
            <a:r>
              <a:rPr lang="en-US" sz="1600" dirty="0"/>
              <a:t>The main components of an ignition system typically include:</a:t>
            </a:r>
          </a:p>
          <a:p>
            <a:endParaRPr lang="en-US" sz="1600" dirty="0"/>
          </a:p>
          <a:p>
            <a:r>
              <a:rPr lang="en-US" sz="1600" b="1" dirty="0"/>
              <a:t>Battery</a:t>
            </a:r>
            <a:r>
              <a:rPr lang="en-US" sz="1600" dirty="0"/>
              <a:t>: Provides the initial low-voltage electrical energy to power the system.</a:t>
            </a:r>
          </a:p>
          <a:p>
            <a:r>
              <a:rPr lang="en-US" sz="1600" b="1" dirty="0"/>
              <a:t>Ignition Switch</a:t>
            </a:r>
            <a:r>
              <a:rPr lang="en-US" sz="1600" dirty="0"/>
              <a:t>: Controls the flow of electricity from the battery to the rest of the ignition system, allowing the driver to start the car.</a:t>
            </a:r>
          </a:p>
          <a:p>
            <a:r>
              <a:rPr lang="en-US" sz="1600" b="1" dirty="0"/>
              <a:t>Ignition Coil: </a:t>
            </a:r>
            <a:r>
              <a:rPr lang="en-US" sz="1600" dirty="0"/>
              <a:t>Acts as a transformer, converting the battery's low voltage into the extremely high voltage needed for the spark plugs.</a:t>
            </a:r>
          </a:p>
          <a:p>
            <a:r>
              <a:rPr lang="en-US" sz="1600" b="1" dirty="0"/>
              <a:t>Spark Plugs</a:t>
            </a:r>
            <a:r>
              <a:rPr lang="en-US" sz="1600" dirty="0"/>
              <a:t>: Located in the engine cylinders, these devices generate the actual spark that ignites the air-fuel mixture.</a:t>
            </a:r>
          </a:p>
          <a:p>
            <a:r>
              <a:rPr lang="en-US" sz="1600" b="1" dirty="0"/>
              <a:t>Distributor (in older systems): </a:t>
            </a:r>
            <a:r>
              <a:rPr lang="en-US" sz="1600" dirty="0"/>
              <a:t>A mechanical device that routes the high-voltage current from the coil to each spark plug in the correct firing order. This system also uses points and a condenser.</a:t>
            </a:r>
          </a:p>
          <a:p>
            <a:r>
              <a:rPr lang="en-US" sz="1600" b="1" dirty="0"/>
              <a:t>Engine Control Unit (ECU) / Ignition Module (in modern systems): </a:t>
            </a:r>
            <a:r>
              <a:rPr lang="en-US" sz="1600" dirty="0"/>
              <a:t>In modern cars, an ECU or ignition module uses sensors (like crankshaft and camshaft position sensors) to determine the precise ignition timing electronically, eliminating the need for a mechanical distributor</a:t>
            </a:r>
          </a:p>
        </p:txBody>
      </p:sp>
    </p:spTree>
    <p:custDataLst>
      <p:tags r:id="rId1"/>
    </p:custDataLst>
    <p:extLst>
      <p:ext uri="{BB962C8B-B14F-4D97-AF65-F5344CB8AC3E}">
        <p14:creationId xmlns:p14="http://schemas.microsoft.com/office/powerpoint/2010/main" val="40287866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EE7683-276F-2573-F226-CB859F4F826B}"/>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F6AC9F70-E046-46E1-68ED-3B7E89B49CB3}"/>
              </a:ext>
            </a:extLst>
          </p:cNvPr>
          <p:cNvSpPr txBox="1"/>
          <p:nvPr>
            <p:custDataLst>
              <p:tags r:id="rId2"/>
            </p:custDataLst>
          </p:nvPr>
        </p:nvSpPr>
        <p:spPr>
          <a:xfrm>
            <a:off x="874644" y="790792"/>
            <a:ext cx="10018643" cy="370371"/>
          </a:xfrm>
          <a:prstGeom prst="rect">
            <a:avLst/>
          </a:prstGeom>
          <a:noFill/>
        </p:spPr>
        <p:txBody>
          <a:bodyPr wrap="square" rtlCol="0">
            <a:noAutofit/>
          </a:bodyPr>
          <a:lstStyle/>
          <a:p>
            <a:r>
              <a:rPr lang="en-US" b="1" dirty="0"/>
              <a:t>Chapter 8 Service Ignition System Components</a:t>
            </a:r>
          </a:p>
        </p:txBody>
      </p:sp>
      <p:sp>
        <p:nvSpPr>
          <p:cNvPr id="22" name="文本框 21">
            <a:extLst>
              <a:ext uri="{FF2B5EF4-FFF2-40B4-BE49-F238E27FC236}">
                <a16:creationId xmlns:a16="http://schemas.microsoft.com/office/drawing/2014/main" id="{12095A01-4D35-D19F-AE01-187891EEA764}"/>
              </a:ext>
            </a:extLst>
          </p:cNvPr>
          <p:cNvSpPr txBox="1"/>
          <p:nvPr>
            <p:custDataLst>
              <p:tags r:id="rId3"/>
            </p:custDataLst>
          </p:nvPr>
        </p:nvSpPr>
        <p:spPr>
          <a:xfrm>
            <a:off x="1524001" y="462038"/>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2B7ABF19-55FD-D980-9F7E-FCB5DD1FA3C6}"/>
              </a:ext>
            </a:extLst>
          </p:cNvPr>
          <p:cNvSpPr txBox="1"/>
          <p:nvPr/>
        </p:nvSpPr>
        <p:spPr>
          <a:xfrm>
            <a:off x="825204" y="6164609"/>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6A9B61E1-D808-2E81-5DEC-1FACD1FA56DF}"/>
              </a:ext>
            </a:extLst>
          </p:cNvPr>
          <p:cNvSpPr/>
          <p:nvPr/>
        </p:nvSpPr>
        <p:spPr>
          <a:xfrm>
            <a:off x="874644" y="1159773"/>
            <a:ext cx="7738787" cy="35753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600" b="1" kern="0" dirty="0">
                <a:latin typeface="Times New Roman" panose="02020603050405020304" pitchFamily="18" charset="0"/>
                <a:ea typeface="Times New Roman" panose="02020603050405020304" pitchFamily="18" charset="0"/>
                <a:cs typeface="Arial" panose="020B0604020202020204" pitchFamily="34" charset="0"/>
              </a:rPr>
              <a:t>Key Components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616D58BC-DDBE-F883-2A60-A2114A146F3F}"/>
              </a:ext>
            </a:extLst>
          </p:cNvPr>
          <p:cNvSpPr/>
          <p:nvPr/>
        </p:nvSpPr>
        <p:spPr>
          <a:xfrm>
            <a:off x="606724" y="1488527"/>
            <a:ext cx="10978551" cy="830997"/>
          </a:xfrm>
          <a:prstGeom prst="rect">
            <a:avLst/>
          </a:prstGeom>
        </p:spPr>
        <p:txBody>
          <a:bodyPr wrap="square">
            <a:spAutoFit/>
          </a:bodyPr>
          <a:lstStyle/>
          <a:p>
            <a:r>
              <a:rPr lang="en-US" sz="1600" dirty="0"/>
              <a:t>The main components of an ignition system typically include:</a:t>
            </a:r>
          </a:p>
          <a:p>
            <a:endParaRPr lang="en-US" sz="1600" dirty="0"/>
          </a:p>
          <a:p>
            <a:r>
              <a:rPr lang="en-US" sz="1600" b="1" dirty="0"/>
              <a:t>Battery</a:t>
            </a:r>
            <a:r>
              <a:rPr lang="en-US" sz="1600" dirty="0"/>
              <a:t>: Provides the initial low-voltage electrical energy to power the system.</a:t>
            </a:r>
          </a:p>
        </p:txBody>
      </p:sp>
      <p:sp>
        <p:nvSpPr>
          <p:cNvPr id="6" name="TextBox 5">
            <a:extLst>
              <a:ext uri="{FF2B5EF4-FFF2-40B4-BE49-F238E27FC236}">
                <a16:creationId xmlns:a16="http://schemas.microsoft.com/office/drawing/2014/main" id="{B33147B2-0010-1F8D-2CA8-4B26F217A4E0}"/>
              </a:ext>
            </a:extLst>
          </p:cNvPr>
          <p:cNvSpPr txBox="1"/>
          <p:nvPr/>
        </p:nvSpPr>
        <p:spPr>
          <a:xfrm>
            <a:off x="606724" y="2441573"/>
            <a:ext cx="10978550" cy="923330"/>
          </a:xfrm>
          <a:prstGeom prst="rect">
            <a:avLst/>
          </a:prstGeom>
          <a:noFill/>
        </p:spPr>
        <p:txBody>
          <a:bodyPr wrap="square">
            <a:spAutoFit/>
          </a:bodyPr>
          <a:lstStyle/>
          <a:p>
            <a:r>
              <a:rPr lang="en-US" dirty="0"/>
              <a:t>A vehicle battery is a rechargeable energy source that stores chemical energy and converts it into electrical energy to start a vehicle and power its electrical components, such as lights, radio, and air conditioning</a:t>
            </a:r>
          </a:p>
        </p:txBody>
      </p:sp>
      <p:sp>
        <p:nvSpPr>
          <p:cNvPr id="8" name="TextBox 7">
            <a:extLst>
              <a:ext uri="{FF2B5EF4-FFF2-40B4-BE49-F238E27FC236}">
                <a16:creationId xmlns:a16="http://schemas.microsoft.com/office/drawing/2014/main" id="{D96EDD3B-00C0-8C26-15EC-DD5504F86E81}"/>
              </a:ext>
            </a:extLst>
          </p:cNvPr>
          <p:cNvSpPr txBox="1"/>
          <p:nvPr/>
        </p:nvSpPr>
        <p:spPr>
          <a:xfrm>
            <a:off x="606724" y="3564426"/>
            <a:ext cx="10436414" cy="1200329"/>
          </a:xfrm>
          <a:prstGeom prst="rect">
            <a:avLst/>
          </a:prstGeom>
          <a:noFill/>
        </p:spPr>
        <p:txBody>
          <a:bodyPr wrap="square">
            <a:spAutoFit/>
          </a:bodyPr>
          <a:lstStyle/>
          <a:p>
            <a:r>
              <a:rPr lang="en-US" b="1" dirty="0"/>
              <a:t>Primary function</a:t>
            </a:r>
            <a:r>
              <a:rPr lang="en-US" dirty="0"/>
              <a:t>: To provide the high electrical current needed to start the engine and power the starter motor.</a:t>
            </a:r>
          </a:p>
          <a:p>
            <a:r>
              <a:rPr lang="en-US" b="1" dirty="0"/>
              <a:t>Secondary function</a:t>
            </a:r>
            <a:r>
              <a:rPr lang="en-US" dirty="0"/>
              <a:t>: To power all electrical accessories (like lights, wipers, and the radio) and regulate voltage, especially when the engine is off or when electrical demand is high.</a:t>
            </a:r>
          </a:p>
        </p:txBody>
      </p:sp>
      <p:pic>
        <p:nvPicPr>
          <p:cNvPr id="9" name="Picture 8">
            <a:extLst>
              <a:ext uri="{FF2B5EF4-FFF2-40B4-BE49-F238E27FC236}">
                <a16:creationId xmlns:a16="http://schemas.microsoft.com/office/drawing/2014/main" id="{0DF31517-6736-B685-1357-9C9532F73018}"/>
              </a:ext>
            </a:extLst>
          </p:cNvPr>
          <p:cNvPicPr>
            <a:picLocks noChangeAspect="1"/>
          </p:cNvPicPr>
          <p:nvPr/>
        </p:nvPicPr>
        <p:blipFill>
          <a:blip r:embed="rId5"/>
          <a:stretch>
            <a:fillRect/>
          </a:stretch>
        </p:blipFill>
        <p:spPr>
          <a:xfrm>
            <a:off x="8863819" y="4582774"/>
            <a:ext cx="2286000" cy="1905000"/>
          </a:xfrm>
          <a:prstGeom prst="rect">
            <a:avLst/>
          </a:prstGeom>
        </p:spPr>
      </p:pic>
    </p:spTree>
    <p:custDataLst>
      <p:tags r:id="rId1"/>
    </p:custDataLst>
    <p:extLst>
      <p:ext uri="{BB962C8B-B14F-4D97-AF65-F5344CB8AC3E}">
        <p14:creationId xmlns:p14="http://schemas.microsoft.com/office/powerpoint/2010/main" val="31621378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5AD71-5CE2-5903-3406-6BF23B1DC4D6}"/>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6F795666-5542-B9F8-45F6-1BA0EDF302B2}"/>
              </a:ext>
            </a:extLst>
          </p:cNvPr>
          <p:cNvSpPr txBox="1"/>
          <p:nvPr>
            <p:custDataLst>
              <p:tags r:id="rId2"/>
            </p:custDataLst>
          </p:nvPr>
        </p:nvSpPr>
        <p:spPr>
          <a:xfrm>
            <a:off x="1021236" y="1065539"/>
            <a:ext cx="10018643" cy="370371"/>
          </a:xfrm>
          <a:prstGeom prst="rect">
            <a:avLst/>
          </a:prstGeom>
          <a:noFill/>
        </p:spPr>
        <p:txBody>
          <a:bodyPr wrap="square" rtlCol="0">
            <a:noAutofit/>
          </a:bodyPr>
          <a:lstStyle/>
          <a:p>
            <a:r>
              <a:rPr lang="en-US" b="1" dirty="0"/>
              <a:t>Chapter 8 Service Ignition System Components</a:t>
            </a:r>
          </a:p>
        </p:txBody>
      </p:sp>
      <p:sp>
        <p:nvSpPr>
          <p:cNvPr id="22" name="文本框 21">
            <a:extLst>
              <a:ext uri="{FF2B5EF4-FFF2-40B4-BE49-F238E27FC236}">
                <a16:creationId xmlns:a16="http://schemas.microsoft.com/office/drawing/2014/main" id="{693F91AF-7D85-2913-B7B0-BC59F3F63BAB}"/>
              </a:ext>
            </a:extLst>
          </p:cNvPr>
          <p:cNvSpPr txBox="1"/>
          <p:nvPr>
            <p:custDataLst>
              <p:tags r:id="rId3"/>
            </p:custDataLst>
          </p:nvPr>
        </p:nvSpPr>
        <p:spPr>
          <a:xfrm>
            <a:off x="1524001" y="462038"/>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04C4F36F-9C66-9283-DFF2-507E6EAB0CEF}"/>
              </a:ext>
            </a:extLst>
          </p:cNvPr>
          <p:cNvSpPr txBox="1"/>
          <p:nvPr/>
        </p:nvSpPr>
        <p:spPr>
          <a:xfrm>
            <a:off x="825204" y="6164609"/>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B800616A-3205-3F19-517B-F331743DACF1}"/>
              </a:ext>
            </a:extLst>
          </p:cNvPr>
          <p:cNvSpPr/>
          <p:nvPr/>
        </p:nvSpPr>
        <p:spPr>
          <a:xfrm>
            <a:off x="825204" y="1461076"/>
            <a:ext cx="7738787" cy="35753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600" b="1" kern="0" dirty="0">
                <a:latin typeface="Times New Roman" panose="02020603050405020304" pitchFamily="18" charset="0"/>
                <a:ea typeface="Times New Roman" panose="02020603050405020304" pitchFamily="18" charset="0"/>
                <a:cs typeface="Arial" panose="020B0604020202020204" pitchFamily="34" charset="0"/>
              </a:rPr>
              <a:t>Key Components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FC254351-443E-4462-D85C-C0833CF8030B}"/>
              </a:ext>
            </a:extLst>
          </p:cNvPr>
          <p:cNvSpPr/>
          <p:nvPr/>
        </p:nvSpPr>
        <p:spPr>
          <a:xfrm>
            <a:off x="541281" y="1821390"/>
            <a:ext cx="10978551" cy="1077218"/>
          </a:xfrm>
          <a:prstGeom prst="rect">
            <a:avLst/>
          </a:prstGeom>
        </p:spPr>
        <p:txBody>
          <a:bodyPr wrap="square">
            <a:spAutoFit/>
          </a:bodyPr>
          <a:lstStyle/>
          <a:p>
            <a:r>
              <a:rPr lang="en-US" sz="1600" dirty="0"/>
              <a:t>The main components of an ignition system typically include:</a:t>
            </a:r>
          </a:p>
          <a:p>
            <a:endParaRPr lang="en-US" sz="1600" dirty="0"/>
          </a:p>
          <a:p>
            <a:r>
              <a:rPr lang="en-US" sz="1600" b="1" dirty="0"/>
              <a:t>Ignition Switch</a:t>
            </a:r>
            <a:r>
              <a:rPr lang="en-US" sz="1600" dirty="0"/>
              <a:t>: Controls the flow of electricity from the battery to the rest of the ignition system, allowing the driver to start the car.</a:t>
            </a:r>
          </a:p>
        </p:txBody>
      </p:sp>
      <p:sp>
        <p:nvSpPr>
          <p:cNvPr id="6" name="TextBox 5">
            <a:extLst>
              <a:ext uri="{FF2B5EF4-FFF2-40B4-BE49-F238E27FC236}">
                <a16:creationId xmlns:a16="http://schemas.microsoft.com/office/drawing/2014/main" id="{8B411E93-EA11-AF3C-3705-AAAC462ADEC5}"/>
              </a:ext>
            </a:extLst>
          </p:cNvPr>
          <p:cNvSpPr txBox="1"/>
          <p:nvPr/>
        </p:nvSpPr>
        <p:spPr>
          <a:xfrm>
            <a:off x="541280" y="2920270"/>
            <a:ext cx="11148971" cy="646331"/>
          </a:xfrm>
          <a:prstGeom prst="rect">
            <a:avLst/>
          </a:prstGeom>
          <a:noFill/>
        </p:spPr>
        <p:txBody>
          <a:bodyPr wrap="square">
            <a:spAutoFit/>
          </a:bodyPr>
          <a:lstStyle/>
          <a:p>
            <a:r>
              <a:rPr lang="en-US" dirty="0"/>
              <a:t>A vehicle ignition switch is a crucial electrical component that controls the car's power systems, from turning on accessories like the radio to starting the engine.</a:t>
            </a:r>
          </a:p>
        </p:txBody>
      </p:sp>
      <p:sp>
        <p:nvSpPr>
          <p:cNvPr id="8" name="TextBox 7">
            <a:extLst>
              <a:ext uri="{FF2B5EF4-FFF2-40B4-BE49-F238E27FC236}">
                <a16:creationId xmlns:a16="http://schemas.microsoft.com/office/drawing/2014/main" id="{FA8652CC-FB88-1BC3-9904-C9F3C540D330}"/>
              </a:ext>
            </a:extLst>
          </p:cNvPr>
          <p:cNvSpPr txBox="1"/>
          <p:nvPr/>
        </p:nvSpPr>
        <p:spPr>
          <a:xfrm>
            <a:off x="541280" y="3642598"/>
            <a:ext cx="11331852" cy="923330"/>
          </a:xfrm>
          <a:prstGeom prst="rect">
            <a:avLst/>
          </a:prstGeom>
          <a:noFill/>
        </p:spPr>
        <p:txBody>
          <a:bodyPr wrap="square">
            <a:spAutoFit/>
          </a:bodyPr>
          <a:lstStyle/>
          <a:p>
            <a:r>
              <a:rPr lang="en-US" dirty="0"/>
              <a:t> It functions as the central control for starting the car, directing power from the battery to the starter motor and other essential systems like the ignition and fuel systems. In modern vehicles, it also communicates with anti-theft systems, using a key fob with a push-button start or a coded key for a traditional ignition</a:t>
            </a:r>
          </a:p>
        </p:txBody>
      </p:sp>
    </p:spTree>
    <p:custDataLst>
      <p:tags r:id="rId1"/>
    </p:custDataLst>
    <p:extLst>
      <p:ext uri="{BB962C8B-B14F-4D97-AF65-F5344CB8AC3E}">
        <p14:creationId xmlns:p14="http://schemas.microsoft.com/office/powerpoint/2010/main" val="19163997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399693-A9CC-5E0D-1491-E5DFABCF3070}"/>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8DADCBC8-CF84-63AB-65FB-ECCD55CDA38D}"/>
              </a:ext>
            </a:extLst>
          </p:cNvPr>
          <p:cNvSpPr txBox="1"/>
          <p:nvPr>
            <p:custDataLst>
              <p:tags r:id="rId2"/>
            </p:custDataLst>
          </p:nvPr>
        </p:nvSpPr>
        <p:spPr>
          <a:xfrm>
            <a:off x="1021236" y="1065539"/>
            <a:ext cx="10018643" cy="370371"/>
          </a:xfrm>
          <a:prstGeom prst="rect">
            <a:avLst/>
          </a:prstGeom>
          <a:noFill/>
        </p:spPr>
        <p:txBody>
          <a:bodyPr wrap="square" rtlCol="0">
            <a:noAutofit/>
          </a:bodyPr>
          <a:lstStyle/>
          <a:p>
            <a:r>
              <a:rPr lang="en-US" b="1" dirty="0"/>
              <a:t>Chapter 8 Service Ignition System Components</a:t>
            </a:r>
          </a:p>
        </p:txBody>
      </p:sp>
      <p:sp>
        <p:nvSpPr>
          <p:cNvPr id="22" name="文本框 21">
            <a:extLst>
              <a:ext uri="{FF2B5EF4-FFF2-40B4-BE49-F238E27FC236}">
                <a16:creationId xmlns:a16="http://schemas.microsoft.com/office/drawing/2014/main" id="{B586D8F6-BA73-3E9D-EBA6-BF4514CCAC45}"/>
              </a:ext>
            </a:extLst>
          </p:cNvPr>
          <p:cNvSpPr txBox="1"/>
          <p:nvPr>
            <p:custDataLst>
              <p:tags r:id="rId3"/>
            </p:custDataLst>
          </p:nvPr>
        </p:nvSpPr>
        <p:spPr>
          <a:xfrm>
            <a:off x="1524001" y="462038"/>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50E62ABC-EA4A-A62F-0C02-68CA8F545DE0}"/>
              </a:ext>
            </a:extLst>
          </p:cNvPr>
          <p:cNvSpPr txBox="1"/>
          <p:nvPr/>
        </p:nvSpPr>
        <p:spPr>
          <a:xfrm>
            <a:off x="825204" y="6164609"/>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443EDAE0-01F1-CFB3-0EFA-251A74E473E5}"/>
              </a:ext>
            </a:extLst>
          </p:cNvPr>
          <p:cNvSpPr/>
          <p:nvPr/>
        </p:nvSpPr>
        <p:spPr>
          <a:xfrm>
            <a:off x="825204" y="1461076"/>
            <a:ext cx="7738787" cy="35753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600" b="1" kern="0" dirty="0">
                <a:latin typeface="Times New Roman" panose="02020603050405020304" pitchFamily="18" charset="0"/>
                <a:ea typeface="Times New Roman" panose="02020603050405020304" pitchFamily="18" charset="0"/>
                <a:cs typeface="Arial" panose="020B0604020202020204" pitchFamily="34" charset="0"/>
              </a:rPr>
              <a:t>Key Components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D6FFD660-21A5-294C-206B-1122DCBE343A}"/>
              </a:ext>
            </a:extLst>
          </p:cNvPr>
          <p:cNvSpPr/>
          <p:nvPr/>
        </p:nvSpPr>
        <p:spPr>
          <a:xfrm>
            <a:off x="541281" y="1821390"/>
            <a:ext cx="10978551" cy="1077218"/>
          </a:xfrm>
          <a:prstGeom prst="rect">
            <a:avLst/>
          </a:prstGeom>
        </p:spPr>
        <p:txBody>
          <a:bodyPr wrap="square">
            <a:spAutoFit/>
          </a:bodyPr>
          <a:lstStyle/>
          <a:p>
            <a:r>
              <a:rPr lang="en-US" sz="1600" dirty="0"/>
              <a:t>The main components of an ignition system typically include:</a:t>
            </a:r>
          </a:p>
          <a:p>
            <a:endParaRPr lang="en-US" sz="1600" dirty="0"/>
          </a:p>
          <a:p>
            <a:r>
              <a:rPr lang="en-US" sz="1600" b="1" dirty="0"/>
              <a:t>Ignition Switch</a:t>
            </a:r>
            <a:r>
              <a:rPr lang="en-US" sz="1600" dirty="0"/>
              <a:t>: Controls the flow of electricity from the battery to the rest of the ignition system, allowing the driver to start the car.</a:t>
            </a:r>
          </a:p>
        </p:txBody>
      </p:sp>
      <p:sp>
        <p:nvSpPr>
          <p:cNvPr id="7" name="TextBox 6">
            <a:extLst>
              <a:ext uri="{FF2B5EF4-FFF2-40B4-BE49-F238E27FC236}">
                <a16:creationId xmlns:a16="http://schemas.microsoft.com/office/drawing/2014/main" id="{3F5539FA-FC95-7349-D6B9-865CD96E5316}"/>
              </a:ext>
            </a:extLst>
          </p:cNvPr>
          <p:cNvSpPr txBox="1"/>
          <p:nvPr/>
        </p:nvSpPr>
        <p:spPr>
          <a:xfrm>
            <a:off x="541280" y="2999661"/>
            <a:ext cx="10978551" cy="2031325"/>
          </a:xfrm>
          <a:prstGeom prst="rect">
            <a:avLst/>
          </a:prstGeom>
          <a:noFill/>
        </p:spPr>
        <p:txBody>
          <a:bodyPr wrap="square">
            <a:spAutoFit/>
          </a:bodyPr>
          <a:lstStyle/>
          <a:p>
            <a:r>
              <a:rPr lang="en-US" b="1" dirty="0"/>
              <a:t>Powers accessories</a:t>
            </a:r>
            <a:r>
              <a:rPr lang="en-US" dirty="0"/>
              <a:t>: In different modes (e.g., "ACC" or "ON"), the switch powers various vehicle accessories such as the radio, power windows, and air conditioning.</a:t>
            </a:r>
          </a:p>
          <a:p>
            <a:r>
              <a:rPr lang="en-US" b="1" dirty="0"/>
              <a:t>Starts the engine</a:t>
            </a:r>
            <a:r>
              <a:rPr lang="en-US" dirty="0"/>
              <a:t>: When turned to the "START" position, it sends a powerful electrical charge from the battery to the starter motor to crank the engine and initiate the ignition process.</a:t>
            </a:r>
          </a:p>
          <a:p>
            <a:r>
              <a:rPr lang="en-US" b="1" dirty="0"/>
              <a:t>Controls vehicle power</a:t>
            </a:r>
            <a:r>
              <a:rPr lang="en-US" dirty="0"/>
              <a:t>: It acts as the main switch to turn the vehicle's entire electrical system on and off.</a:t>
            </a:r>
          </a:p>
          <a:p>
            <a:r>
              <a:rPr lang="en-US" b="1" dirty="0"/>
              <a:t>Enhances security: </a:t>
            </a:r>
            <a:r>
              <a:rPr lang="en-US" dirty="0"/>
              <a:t>Modern ignition switches often incorporate security features that require a coded key or a compatible key fob to be present before the engine will star</a:t>
            </a:r>
          </a:p>
        </p:txBody>
      </p:sp>
      <p:pic>
        <p:nvPicPr>
          <p:cNvPr id="9" name="Picture 8">
            <a:extLst>
              <a:ext uri="{FF2B5EF4-FFF2-40B4-BE49-F238E27FC236}">
                <a16:creationId xmlns:a16="http://schemas.microsoft.com/office/drawing/2014/main" id="{477FEDD3-C03D-F23D-854F-C9738D098CB2}"/>
              </a:ext>
            </a:extLst>
          </p:cNvPr>
          <p:cNvPicPr>
            <a:picLocks noChangeAspect="1"/>
          </p:cNvPicPr>
          <p:nvPr/>
        </p:nvPicPr>
        <p:blipFill>
          <a:blip r:embed="rId5"/>
          <a:stretch>
            <a:fillRect/>
          </a:stretch>
        </p:blipFill>
        <p:spPr>
          <a:xfrm>
            <a:off x="9172368" y="4667815"/>
            <a:ext cx="2143125" cy="2143125"/>
          </a:xfrm>
          <a:prstGeom prst="rect">
            <a:avLst/>
          </a:prstGeom>
        </p:spPr>
      </p:pic>
    </p:spTree>
    <p:custDataLst>
      <p:tags r:id="rId1"/>
    </p:custDataLst>
    <p:extLst>
      <p:ext uri="{BB962C8B-B14F-4D97-AF65-F5344CB8AC3E}">
        <p14:creationId xmlns:p14="http://schemas.microsoft.com/office/powerpoint/2010/main" val="22571878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E1F2F-34C6-EB1A-0652-11BC7663D697}"/>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9F617D57-4056-CF3D-11BC-7D1A33064282}"/>
              </a:ext>
            </a:extLst>
          </p:cNvPr>
          <p:cNvSpPr txBox="1"/>
          <p:nvPr>
            <p:custDataLst>
              <p:tags r:id="rId2"/>
            </p:custDataLst>
          </p:nvPr>
        </p:nvSpPr>
        <p:spPr>
          <a:xfrm>
            <a:off x="1021236" y="1065539"/>
            <a:ext cx="10018643" cy="370371"/>
          </a:xfrm>
          <a:prstGeom prst="rect">
            <a:avLst/>
          </a:prstGeom>
          <a:noFill/>
        </p:spPr>
        <p:txBody>
          <a:bodyPr wrap="square" rtlCol="0">
            <a:noAutofit/>
          </a:bodyPr>
          <a:lstStyle/>
          <a:p>
            <a:r>
              <a:rPr lang="en-US" b="1" dirty="0"/>
              <a:t>Chapter 8 Service Ignition System Components</a:t>
            </a:r>
          </a:p>
        </p:txBody>
      </p:sp>
      <p:sp>
        <p:nvSpPr>
          <p:cNvPr id="22" name="文本框 21">
            <a:extLst>
              <a:ext uri="{FF2B5EF4-FFF2-40B4-BE49-F238E27FC236}">
                <a16:creationId xmlns:a16="http://schemas.microsoft.com/office/drawing/2014/main" id="{88694CBF-0CE6-A8A3-6138-550D04496B7A}"/>
              </a:ext>
            </a:extLst>
          </p:cNvPr>
          <p:cNvSpPr txBox="1"/>
          <p:nvPr>
            <p:custDataLst>
              <p:tags r:id="rId3"/>
            </p:custDataLst>
          </p:nvPr>
        </p:nvSpPr>
        <p:spPr>
          <a:xfrm>
            <a:off x="1524001" y="462038"/>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A7900FC6-778D-EF7B-DC00-0A00F4EB24D9}"/>
              </a:ext>
            </a:extLst>
          </p:cNvPr>
          <p:cNvSpPr txBox="1"/>
          <p:nvPr/>
        </p:nvSpPr>
        <p:spPr>
          <a:xfrm>
            <a:off x="825204" y="6164609"/>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5E825A5E-300E-3051-805F-FFFB6E93D42E}"/>
              </a:ext>
            </a:extLst>
          </p:cNvPr>
          <p:cNvSpPr/>
          <p:nvPr/>
        </p:nvSpPr>
        <p:spPr>
          <a:xfrm>
            <a:off x="825204" y="1461076"/>
            <a:ext cx="7738787" cy="35753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600" b="1" kern="0" dirty="0">
                <a:latin typeface="Times New Roman" panose="02020603050405020304" pitchFamily="18" charset="0"/>
                <a:ea typeface="Times New Roman" panose="02020603050405020304" pitchFamily="18" charset="0"/>
                <a:cs typeface="Arial" panose="020B0604020202020204" pitchFamily="34" charset="0"/>
              </a:rPr>
              <a:t>Key Components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84E00C23-67E9-8B17-866E-6F15C1E9F24C}"/>
              </a:ext>
            </a:extLst>
          </p:cNvPr>
          <p:cNvSpPr/>
          <p:nvPr/>
        </p:nvSpPr>
        <p:spPr>
          <a:xfrm>
            <a:off x="541281" y="1821390"/>
            <a:ext cx="10978551" cy="1077218"/>
          </a:xfrm>
          <a:prstGeom prst="rect">
            <a:avLst/>
          </a:prstGeom>
        </p:spPr>
        <p:txBody>
          <a:bodyPr wrap="square">
            <a:spAutoFit/>
          </a:bodyPr>
          <a:lstStyle/>
          <a:p>
            <a:r>
              <a:rPr lang="en-US" sz="1600" dirty="0"/>
              <a:t>The main components of an ignition system typically include:</a:t>
            </a:r>
          </a:p>
          <a:p>
            <a:endParaRPr lang="en-US" sz="1600" dirty="0"/>
          </a:p>
          <a:p>
            <a:r>
              <a:rPr lang="en-US" sz="1600" b="1" dirty="0"/>
              <a:t>Ignition Switch</a:t>
            </a:r>
            <a:r>
              <a:rPr lang="en-US" sz="1600" dirty="0"/>
              <a:t>: Controls the flow of electricity from the battery to the rest of the ignition system, allowing the driver to start the car.</a:t>
            </a:r>
          </a:p>
        </p:txBody>
      </p:sp>
      <p:sp>
        <p:nvSpPr>
          <p:cNvPr id="6" name="TextBox 5">
            <a:extLst>
              <a:ext uri="{FF2B5EF4-FFF2-40B4-BE49-F238E27FC236}">
                <a16:creationId xmlns:a16="http://schemas.microsoft.com/office/drawing/2014/main" id="{07128B2B-A386-E921-995B-50D80F7EFA9E}"/>
              </a:ext>
            </a:extLst>
          </p:cNvPr>
          <p:cNvSpPr txBox="1"/>
          <p:nvPr/>
        </p:nvSpPr>
        <p:spPr>
          <a:xfrm>
            <a:off x="541280" y="3959393"/>
            <a:ext cx="10978551" cy="1477328"/>
          </a:xfrm>
          <a:prstGeom prst="rect">
            <a:avLst/>
          </a:prstGeom>
          <a:noFill/>
        </p:spPr>
        <p:txBody>
          <a:bodyPr wrap="square">
            <a:spAutoFit/>
          </a:bodyPr>
          <a:lstStyle/>
          <a:p>
            <a:r>
              <a:rPr lang="en-US" b="1" dirty="0"/>
              <a:t>Key-operated: </a:t>
            </a:r>
            <a:r>
              <a:rPr lang="en-US" dirty="0"/>
              <a:t>A traditional switch that requires a physical key to be turned, often with multiple positions like LOCK, ACC, ON, and START.</a:t>
            </a:r>
          </a:p>
          <a:p>
            <a:endParaRPr lang="en-US" dirty="0"/>
          </a:p>
          <a:p>
            <a:r>
              <a:rPr lang="en-US" b="1" dirty="0"/>
              <a:t>Push-button: </a:t>
            </a:r>
            <a:r>
              <a:rPr lang="en-US" dirty="0"/>
              <a:t>A more modern version where a button activates the ignition after the system verifies the presence of a coded key fob, which communicates wirelessly with the ca</a:t>
            </a:r>
          </a:p>
        </p:txBody>
      </p:sp>
      <p:sp>
        <p:nvSpPr>
          <p:cNvPr id="10" name="TextBox 9">
            <a:extLst>
              <a:ext uri="{FF2B5EF4-FFF2-40B4-BE49-F238E27FC236}">
                <a16:creationId xmlns:a16="http://schemas.microsoft.com/office/drawing/2014/main" id="{5BA3964D-E02C-E272-2301-13D19B01B5E2}"/>
              </a:ext>
            </a:extLst>
          </p:cNvPr>
          <p:cNvSpPr txBox="1"/>
          <p:nvPr/>
        </p:nvSpPr>
        <p:spPr>
          <a:xfrm>
            <a:off x="541280" y="3226117"/>
            <a:ext cx="6098344" cy="369332"/>
          </a:xfrm>
          <a:prstGeom prst="rect">
            <a:avLst/>
          </a:prstGeom>
          <a:noFill/>
        </p:spPr>
        <p:txBody>
          <a:bodyPr wrap="square">
            <a:spAutoFit/>
          </a:bodyPr>
          <a:lstStyle/>
          <a:p>
            <a:r>
              <a:rPr lang="en-US" b="1" dirty="0"/>
              <a:t>Types of ignition switches</a:t>
            </a:r>
          </a:p>
        </p:txBody>
      </p:sp>
    </p:spTree>
    <p:custDataLst>
      <p:tags r:id="rId1"/>
    </p:custDataLst>
    <p:extLst>
      <p:ext uri="{BB962C8B-B14F-4D97-AF65-F5344CB8AC3E}">
        <p14:creationId xmlns:p14="http://schemas.microsoft.com/office/powerpoint/2010/main" val="513778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181C6-D0C8-798D-0DE3-AF48243E5187}"/>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698F0069-2C47-7A41-73D1-0BA4C13DCB0C}"/>
              </a:ext>
            </a:extLst>
          </p:cNvPr>
          <p:cNvSpPr txBox="1"/>
          <p:nvPr>
            <p:custDataLst>
              <p:tags r:id="rId2"/>
            </p:custDataLst>
          </p:nvPr>
        </p:nvSpPr>
        <p:spPr>
          <a:xfrm>
            <a:off x="1086678" y="1107517"/>
            <a:ext cx="10018643" cy="370371"/>
          </a:xfrm>
          <a:prstGeom prst="rect">
            <a:avLst/>
          </a:prstGeom>
          <a:noFill/>
        </p:spPr>
        <p:txBody>
          <a:bodyPr wrap="square" rtlCol="0">
            <a:noAutofit/>
          </a:bodyPr>
          <a:lstStyle/>
          <a:p>
            <a:r>
              <a:rPr lang="en-US" b="1" dirty="0"/>
              <a:t>Chapter 8 Service Ignition System Components</a:t>
            </a:r>
          </a:p>
        </p:txBody>
      </p:sp>
      <p:sp>
        <p:nvSpPr>
          <p:cNvPr id="22" name="文本框 21">
            <a:extLst>
              <a:ext uri="{FF2B5EF4-FFF2-40B4-BE49-F238E27FC236}">
                <a16:creationId xmlns:a16="http://schemas.microsoft.com/office/drawing/2014/main" id="{0FB765FF-1487-D155-09E2-8BEB9BCD80BF}"/>
              </a:ext>
            </a:extLst>
          </p:cNvPr>
          <p:cNvSpPr txBox="1"/>
          <p:nvPr>
            <p:custDataLst>
              <p:tags r:id="rId3"/>
            </p:custDataLst>
          </p:nvPr>
        </p:nvSpPr>
        <p:spPr>
          <a:xfrm>
            <a:off x="1524001" y="462038"/>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4BB2841F-168C-7FBD-A078-244231CECC41}"/>
              </a:ext>
            </a:extLst>
          </p:cNvPr>
          <p:cNvSpPr txBox="1"/>
          <p:nvPr/>
        </p:nvSpPr>
        <p:spPr>
          <a:xfrm>
            <a:off x="825204" y="6164609"/>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7420F310-2A60-C722-5E2D-2CCFFC81EBCF}"/>
              </a:ext>
            </a:extLst>
          </p:cNvPr>
          <p:cNvSpPr/>
          <p:nvPr/>
        </p:nvSpPr>
        <p:spPr>
          <a:xfrm>
            <a:off x="825204" y="1461076"/>
            <a:ext cx="7738787" cy="35753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600" b="1" kern="0" dirty="0">
                <a:latin typeface="Times New Roman" panose="02020603050405020304" pitchFamily="18" charset="0"/>
                <a:ea typeface="Times New Roman" panose="02020603050405020304" pitchFamily="18" charset="0"/>
                <a:cs typeface="Arial" panose="020B0604020202020204" pitchFamily="34" charset="0"/>
              </a:rPr>
              <a:t>Key Components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CE011304-9496-8B8C-42AC-0B63E10EE0B3}"/>
              </a:ext>
            </a:extLst>
          </p:cNvPr>
          <p:cNvSpPr/>
          <p:nvPr/>
        </p:nvSpPr>
        <p:spPr>
          <a:xfrm>
            <a:off x="541281" y="1821390"/>
            <a:ext cx="10978551" cy="1077218"/>
          </a:xfrm>
          <a:prstGeom prst="rect">
            <a:avLst/>
          </a:prstGeom>
        </p:spPr>
        <p:txBody>
          <a:bodyPr wrap="square">
            <a:spAutoFit/>
          </a:bodyPr>
          <a:lstStyle/>
          <a:p>
            <a:r>
              <a:rPr lang="en-US" sz="1600" dirty="0"/>
              <a:t>The main components of an ignition system typically include:</a:t>
            </a:r>
          </a:p>
          <a:p>
            <a:endParaRPr lang="en-US" sz="1600" dirty="0"/>
          </a:p>
          <a:p>
            <a:r>
              <a:rPr lang="en-US" sz="1600" b="1" dirty="0"/>
              <a:t>Ignition Coil: </a:t>
            </a:r>
            <a:r>
              <a:rPr lang="en-US" sz="1600" dirty="0"/>
              <a:t>Acts as a transformer, converting the battery's low voltage into the extremely high voltage needed for the spark plugs.</a:t>
            </a:r>
          </a:p>
        </p:txBody>
      </p:sp>
      <p:sp>
        <p:nvSpPr>
          <p:cNvPr id="6" name="TextBox 5">
            <a:extLst>
              <a:ext uri="{FF2B5EF4-FFF2-40B4-BE49-F238E27FC236}">
                <a16:creationId xmlns:a16="http://schemas.microsoft.com/office/drawing/2014/main" id="{376DF1E6-F8E6-D7C4-FEE5-5A12408BB610}"/>
              </a:ext>
            </a:extLst>
          </p:cNvPr>
          <p:cNvSpPr txBox="1"/>
          <p:nvPr/>
        </p:nvSpPr>
        <p:spPr>
          <a:xfrm>
            <a:off x="541280" y="2989945"/>
            <a:ext cx="11444393" cy="646331"/>
          </a:xfrm>
          <a:prstGeom prst="rect">
            <a:avLst/>
          </a:prstGeom>
          <a:noFill/>
        </p:spPr>
        <p:txBody>
          <a:bodyPr wrap="square">
            <a:spAutoFit/>
          </a:bodyPr>
          <a:lstStyle/>
          <a:p>
            <a:r>
              <a:rPr lang="en-US" dirty="0"/>
              <a:t>A vehicle's ignition coil is an electrical transformer that converts the car's low-voltage battery power into the high voltage needed to create a spark at the spark plugs.</a:t>
            </a:r>
          </a:p>
        </p:txBody>
      </p:sp>
      <p:sp>
        <p:nvSpPr>
          <p:cNvPr id="8" name="TextBox 7">
            <a:extLst>
              <a:ext uri="{FF2B5EF4-FFF2-40B4-BE49-F238E27FC236}">
                <a16:creationId xmlns:a16="http://schemas.microsoft.com/office/drawing/2014/main" id="{9434AED7-8470-5A25-E0E5-E226126D226F}"/>
              </a:ext>
            </a:extLst>
          </p:cNvPr>
          <p:cNvSpPr txBox="1"/>
          <p:nvPr/>
        </p:nvSpPr>
        <p:spPr>
          <a:xfrm>
            <a:off x="541280" y="3727613"/>
            <a:ext cx="6098344" cy="1477328"/>
          </a:xfrm>
          <a:prstGeom prst="rect">
            <a:avLst/>
          </a:prstGeom>
          <a:noFill/>
        </p:spPr>
        <p:txBody>
          <a:bodyPr wrap="square">
            <a:spAutoFit/>
          </a:bodyPr>
          <a:lstStyle/>
          <a:p>
            <a:r>
              <a:rPr lang="en-US" dirty="0"/>
              <a:t>This high-voltage spark ignites the air-fuel mixture in the engine's cylinders, which is essential for internal combustion and a vehicle's operation. Modern vehicles typically have a coil-on-plug system with an individual coil for each spark plug. </a:t>
            </a:r>
          </a:p>
        </p:txBody>
      </p:sp>
      <p:pic>
        <p:nvPicPr>
          <p:cNvPr id="9" name="Picture 8">
            <a:extLst>
              <a:ext uri="{FF2B5EF4-FFF2-40B4-BE49-F238E27FC236}">
                <a16:creationId xmlns:a16="http://schemas.microsoft.com/office/drawing/2014/main" id="{EDF1768D-9E2D-7B96-8D5C-FBA39052312C}"/>
              </a:ext>
            </a:extLst>
          </p:cNvPr>
          <p:cNvPicPr>
            <a:picLocks noChangeAspect="1"/>
          </p:cNvPicPr>
          <p:nvPr/>
        </p:nvPicPr>
        <p:blipFill>
          <a:blip r:embed="rId5"/>
          <a:stretch>
            <a:fillRect/>
          </a:stretch>
        </p:blipFill>
        <p:spPr>
          <a:xfrm>
            <a:off x="7352641" y="3901499"/>
            <a:ext cx="4014155" cy="2494463"/>
          </a:xfrm>
          <a:prstGeom prst="rect">
            <a:avLst/>
          </a:prstGeom>
        </p:spPr>
      </p:pic>
    </p:spTree>
    <p:custDataLst>
      <p:tags r:id="rId1"/>
    </p:custDataLst>
    <p:extLst>
      <p:ext uri="{BB962C8B-B14F-4D97-AF65-F5344CB8AC3E}">
        <p14:creationId xmlns:p14="http://schemas.microsoft.com/office/powerpoint/2010/main" val="22096265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F8617F-AC44-D4A9-1360-63C75E8C06F4}"/>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581614A9-9EBA-6718-B6AF-F1178B720AC5}"/>
              </a:ext>
            </a:extLst>
          </p:cNvPr>
          <p:cNvSpPr txBox="1"/>
          <p:nvPr>
            <p:custDataLst>
              <p:tags r:id="rId2"/>
            </p:custDataLst>
          </p:nvPr>
        </p:nvSpPr>
        <p:spPr>
          <a:xfrm>
            <a:off x="1086678" y="1107517"/>
            <a:ext cx="10018643" cy="370371"/>
          </a:xfrm>
          <a:prstGeom prst="rect">
            <a:avLst/>
          </a:prstGeom>
          <a:noFill/>
        </p:spPr>
        <p:txBody>
          <a:bodyPr wrap="square" rtlCol="0">
            <a:noAutofit/>
          </a:bodyPr>
          <a:lstStyle/>
          <a:p>
            <a:r>
              <a:rPr lang="en-US" b="1" dirty="0"/>
              <a:t>Chapter 8 Service Ignition System Components</a:t>
            </a:r>
          </a:p>
        </p:txBody>
      </p:sp>
      <p:sp>
        <p:nvSpPr>
          <p:cNvPr id="22" name="文本框 21">
            <a:extLst>
              <a:ext uri="{FF2B5EF4-FFF2-40B4-BE49-F238E27FC236}">
                <a16:creationId xmlns:a16="http://schemas.microsoft.com/office/drawing/2014/main" id="{5533F5F7-C27D-944F-7193-7A7E304ADFCE}"/>
              </a:ext>
            </a:extLst>
          </p:cNvPr>
          <p:cNvSpPr txBox="1"/>
          <p:nvPr>
            <p:custDataLst>
              <p:tags r:id="rId3"/>
            </p:custDataLst>
          </p:nvPr>
        </p:nvSpPr>
        <p:spPr>
          <a:xfrm>
            <a:off x="1524001" y="462038"/>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5481FF1C-4185-35BE-7113-0B01A2170E88}"/>
              </a:ext>
            </a:extLst>
          </p:cNvPr>
          <p:cNvSpPr txBox="1"/>
          <p:nvPr/>
        </p:nvSpPr>
        <p:spPr>
          <a:xfrm>
            <a:off x="825204" y="6164609"/>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0DC97A16-AC3E-E741-92EC-EB9635046A38}"/>
              </a:ext>
            </a:extLst>
          </p:cNvPr>
          <p:cNvSpPr/>
          <p:nvPr/>
        </p:nvSpPr>
        <p:spPr>
          <a:xfrm>
            <a:off x="825204" y="1461076"/>
            <a:ext cx="7738787" cy="35753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600" b="1" kern="0" dirty="0">
                <a:latin typeface="Times New Roman" panose="02020603050405020304" pitchFamily="18" charset="0"/>
                <a:ea typeface="Times New Roman" panose="02020603050405020304" pitchFamily="18" charset="0"/>
                <a:cs typeface="Arial" panose="020B0604020202020204" pitchFamily="34" charset="0"/>
              </a:rPr>
              <a:t>Key Components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82B8EA54-E1D2-96AD-C9CB-C2F01B827736}"/>
              </a:ext>
            </a:extLst>
          </p:cNvPr>
          <p:cNvSpPr/>
          <p:nvPr/>
        </p:nvSpPr>
        <p:spPr>
          <a:xfrm>
            <a:off x="541281" y="1821390"/>
            <a:ext cx="10978551" cy="830997"/>
          </a:xfrm>
          <a:prstGeom prst="rect">
            <a:avLst/>
          </a:prstGeom>
        </p:spPr>
        <p:txBody>
          <a:bodyPr wrap="square">
            <a:spAutoFit/>
          </a:bodyPr>
          <a:lstStyle/>
          <a:p>
            <a:r>
              <a:rPr lang="en-US" sz="1600" dirty="0"/>
              <a:t>The main components of an ignition system typically include:</a:t>
            </a:r>
          </a:p>
          <a:p>
            <a:endParaRPr lang="en-US" sz="1600" dirty="0"/>
          </a:p>
          <a:p>
            <a:r>
              <a:rPr lang="en-US" sz="1600" b="1" dirty="0"/>
              <a:t>Ignition Coil: Function</a:t>
            </a:r>
            <a:endParaRPr lang="en-US" sz="1600" dirty="0"/>
          </a:p>
        </p:txBody>
      </p:sp>
      <p:sp>
        <p:nvSpPr>
          <p:cNvPr id="7" name="TextBox 6">
            <a:extLst>
              <a:ext uri="{FF2B5EF4-FFF2-40B4-BE49-F238E27FC236}">
                <a16:creationId xmlns:a16="http://schemas.microsoft.com/office/drawing/2014/main" id="{FBEF10F0-E188-B980-661F-792672765C97}"/>
              </a:ext>
            </a:extLst>
          </p:cNvPr>
          <p:cNvSpPr txBox="1"/>
          <p:nvPr/>
        </p:nvSpPr>
        <p:spPr>
          <a:xfrm>
            <a:off x="519133" y="2774453"/>
            <a:ext cx="11131586" cy="3416320"/>
          </a:xfrm>
          <a:prstGeom prst="rect">
            <a:avLst/>
          </a:prstGeom>
          <a:noFill/>
        </p:spPr>
        <p:txBody>
          <a:bodyPr wrap="square">
            <a:spAutoFit/>
          </a:bodyPr>
          <a:lstStyle/>
          <a:p>
            <a:r>
              <a:rPr lang="en-US" b="1" dirty="0"/>
              <a:t>Function</a:t>
            </a:r>
            <a:r>
              <a:rPr lang="en-US" dirty="0"/>
              <a:t>: It acts as a transformer, stepping up the 12 volts from the battery to a much higher voltage, often between 15,000 and 45,000 volts.</a:t>
            </a:r>
          </a:p>
          <a:p>
            <a:r>
              <a:rPr lang="en-US" b="1" dirty="0"/>
              <a:t>Mechanism</a:t>
            </a:r>
            <a:r>
              <a:rPr lang="en-US" dirty="0"/>
              <a:t>: The coil uses electromagnetic induction. It contains two wire windings, a primary and a secondary, wrapped around an iron core. When the electrical current in the primary winding is interrupted, the collapsing magnetic field induces a high voltage in the secondary winding.</a:t>
            </a:r>
          </a:p>
          <a:p>
            <a:endParaRPr lang="en-US" dirty="0"/>
          </a:p>
          <a:p>
            <a:r>
              <a:rPr lang="en-US" b="1" dirty="0"/>
              <a:t>Purpose</a:t>
            </a:r>
            <a:r>
              <a:rPr lang="en-US" dirty="0"/>
              <a:t>: This high voltage is sent to the spark plug, where it creates the electrical arc needed to ignite the fuel-air mixture, initiating combustion.</a:t>
            </a:r>
          </a:p>
          <a:p>
            <a:endParaRPr lang="en-US" dirty="0"/>
          </a:p>
          <a:p>
            <a:r>
              <a:rPr lang="en-US" b="1" dirty="0"/>
              <a:t>Modern systems: </a:t>
            </a:r>
            <a:r>
              <a:rPr lang="en-US" dirty="0"/>
              <a:t>Instead of a single coil for the entire engine as in older cars, most modern vehicles use individual ignition coils for each cylinder, a setup known as coil-on-plug. This system is more reliable and efficiency</a:t>
            </a:r>
          </a:p>
        </p:txBody>
      </p:sp>
    </p:spTree>
    <p:custDataLst>
      <p:tags r:id="rId1"/>
    </p:custDataLst>
    <p:extLst>
      <p:ext uri="{BB962C8B-B14F-4D97-AF65-F5344CB8AC3E}">
        <p14:creationId xmlns:p14="http://schemas.microsoft.com/office/powerpoint/2010/main" val="455525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76BB2-D74E-B084-2478-2C3DFC292144}"/>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F37AD295-708B-D339-0CDF-1C046B66FEEB}"/>
              </a:ext>
            </a:extLst>
          </p:cNvPr>
          <p:cNvSpPr txBox="1"/>
          <p:nvPr>
            <p:custDataLst>
              <p:tags r:id="rId2"/>
            </p:custDataLst>
          </p:nvPr>
        </p:nvSpPr>
        <p:spPr>
          <a:xfrm>
            <a:off x="1021236" y="1065539"/>
            <a:ext cx="10018643" cy="370371"/>
          </a:xfrm>
          <a:prstGeom prst="rect">
            <a:avLst/>
          </a:prstGeom>
          <a:noFill/>
        </p:spPr>
        <p:txBody>
          <a:bodyPr wrap="square" rtlCol="0">
            <a:noAutofit/>
          </a:bodyPr>
          <a:lstStyle/>
          <a:p>
            <a:r>
              <a:rPr lang="en-US" b="1" dirty="0"/>
              <a:t>Chapter 8 Service Ignition System Components</a:t>
            </a:r>
          </a:p>
        </p:txBody>
      </p:sp>
      <p:sp>
        <p:nvSpPr>
          <p:cNvPr id="22" name="文本框 21">
            <a:extLst>
              <a:ext uri="{FF2B5EF4-FFF2-40B4-BE49-F238E27FC236}">
                <a16:creationId xmlns:a16="http://schemas.microsoft.com/office/drawing/2014/main" id="{5A4BDC1E-A57F-31B6-B69D-56330DD30AD6}"/>
              </a:ext>
            </a:extLst>
          </p:cNvPr>
          <p:cNvSpPr txBox="1"/>
          <p:nvPr>
            <p:custDataLst>
              <p:tags r:id="rId3"/>
            </p:custDataLst>
          </p:nvPr>
        </p:nvSpPr>
        <p:spPr>
          <a:xfrm>
            <a:off x="1524001" y="462038"/>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5D576D20-94C0-E140-63CE-18FE49530024}"/>
              </a:ext>
            </a:extLst>
          </p:cNvPr>
          <p:cNvSpPr txBox="1"/>
          <p:nvPr/>
        </p:nvSpPr>
        <p:spPr>
          <a:xfrm>
            <a:off x="825204" y="6164609"/>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A98C7198-DCF6-6B23-F546-BE20C136C907}"/>
              </a:ext>
            </a:extLst>
          </p:cNvPr>
          <p:cNvSpPr/>
          <p:nvPr/>
        </p:nvSpPr>
        <p:spPr>
          <a:xfrm>
            <a:off x="825204" y="1461076"/>
            <a:ext cx="7738787" cy="35753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600" b="1" kern="0" dirty="0">
                <a:latin typeface="Times New Roman" panose="02020603050405020304" pitchFamily="18" charset="0"/>
                <a:ea typeface="Times New Roman" panose="02020603050405020304" pitchFamily="18" charset="0"/>
                <a:cs typeface="Arial" panose="020B0604020202020204" pitchFamily="34" charset="0"/>
              </a:rPr>
              <a:t>Key Components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374C9289-391E-1BBD-C943-77893BB47103}"/>
              </a:ext>
            </a:extLst>
          </p:cNvPr>
          <p:cNvSpPr/>
          <p:nvPr/>
        </p:nvSpPr>
        <p:spPr>
          <a:xfrm>
            <a:off x="541281" y="1821390"/>
            <a:ext cx="10978551" cy="830997"/>
          </a:xfrm>
          <a:prstGeom prst="rect">
            <a:avLst/>
          </a:prstGeom>
        </p:spPr>
        <p:txBody>
          <a:bodyPr wrap="square">
            <a:spAutoFit/>
          </a:bodyPr>
          <a:lstStyle/>
          <a:p>
            <a:r>
              <a:rPr lang="en-US" sz="1600" dirty="0"/>
              <a:t>The main components of an ignition system typically include:</a:t>
            </a:r>
          </a:p>
          <a:p>
            <a:endParaRPr lang="en-US" sz="1600" dirty="0"/>
          </a:p>
          <a:p>
            <a:r>
              <a:rPr lang="en-US" sz="1600" b="1" dirty="0"/>
              <a:t>Spark Plugs</a:t>
            </a:r>
            <a:r>
              <a:rPr lang="en-US" sz="1600" dirty="0"/>
              <a:t>: Located in the engine cylinders, these devices generate the actual spark that ignites the air-fuel mixture.</a:t>
            </a:r>
          </a:p>
        </p:txBody>
      </p:sp>
      <p:sp>
        <p:nvSpPr>
          <p:cNvPr id="6" name="TextBox 5">
            <a:extLst>
              <a:ext uri="{FF2B5EF4-FFF2-40B4-BE49-F238E27FC236}">
                <a16:creationId xmlns:a16="http://schemas.microsoft.com/office/drawing/2014/main" id="{3CDEF483-7442-B66F-05CD-A092D2BD02F9}"/>
              </a:ext>
            </a:extLst>
          </p:cNvPr>
          <p:cNvSpPr txBox="1"/>
          <p:nvPr/>
        </p:nvSpPr>
        <p:spPr>
          <a:xfrm>
            <a:off x="541281" y="2730356"/>
            <a:ext cx="10978550" cy="646331"/>
          </a:xfrm>
          <a:prstGeom prst="rect">
            <a:avLst/>
          </a:prstGeom>
          <a:noFill/>
        </p:spPr>
        <p:txBody>
          <a:bodyPr wrap="square">
            <a:spAutoFit/>
          </a:bodyPr>
          <a:lstStyle/>
          <a:p>
            <a:r>
              <a:rPr lang="en-US" dirty="0"/>
              <a:t>A vehicle spark plug is a crucial component that ignites the air-fuel mixture in an internal combustion engine by creating an electrical spark</a:t>
            </a:r>
          </a:p>
        </p:txBody>
      </p:sp>
      <p:sp>
        <p:nvSpPr>
          <p:cNvPr id="8" name="TextBox 7">
            <a:extLst>
              <a:ext uri="{FF2B5EF4-FFF2-40B4-BE49-F238E27FC236}">
                <a16:creationId xmlns:a16="http://schemas.microsoft.com/office/drawing/2014/main" id="{F8028C21-4D43-0B07-6FD9-3E111525920F}"/>
              </a:ext>
            </a:extLst>
          </p:cNvPr>
          <p:cNvSpPr txBox="1"/>
          <p:nvPr/>
        </p:nvSpPr>
        <p:spPr>
          <a:xfrm>
            <a:off x="541281" y="3347530"/>
            <a:ext cx="10978550" cy="646331"/>
          </a:xfrm>
          <a:prstGeom prst="rect">
            <a:avLst/>
          </a:prstGeom>
          <a:noFill/>
        </p:spPr>
        <p:txBody>
          <a:bodyPr wrap="square">
            <a:spAutoFit/>
          </a:bodyPr>
          <a:lstStyle/>
          <a:p>
            <a:r>
              <a:rPr lang="en-US" dirty="0"/>
              <a:t>This spark causes a controlled explosion that drives the engine's pistons, generating the power to move the vehicle. Essentially, spark plugs are the source of ignition for a gasoline engine to start and run</a:t>
            </a:r>
          </a:p>
        </p:txBody>
      </p:sp>
      <p:pic>
        <p:nvPicPr>
          <p:cNvPr id="9" name="Picture 8">
            <a:extLst>
              <a:ext uri="{FF2B5EF4-FFF2-40B4-BE49-F238E27FC236}">
                <a16:creationId xmlns:a16="http://schemas.microsoft.com/office/drawing/2014/main" id="{6319EE77-3144-9234-9741-463D6DB178B7}"/>
              </a:ext>
            </a:extLst>
          </p:cNvPr>
          <p:cNvPicPr>
            <a:picLocks noChangeAspect="1"/>
          </p:cNvPicPr>
          <p:nvPr/>
        </p:nvPicPr>
        <p:blipFill>
          <a:blip r:embed="rId5"/>
          <a:stretch>
            <a:fillRect/>
          </a:stretch>
        </p:blipFill>
        <p:spPr>
          <a:xfrm>
            <a:off x="5883966" y="4361641"/>
            <a:ext cx="4005622" cy="1866900"/>
          </a:xfrm>
          <a:prstGeom prst="rect">
            <a:avLst/>
          </a:prstGeom>
        </p:spPr>
      </p:pic>
    </p:spTree>
    <p:custDataLst>
      <p:tags r:id="rId1"/>
    </p:custDataLst>
    <p:extLst>
      <p:ext uri="{BB962C8B-B14F-4D97-AF65-F5344CB8AC3E}">
        <p14:creationId xmlns:p14="http://schemas.microsoft.com/office/powerpoint/2010/main" val="35356684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FF278-A238-C116-E792-890FF0602BF6}"/>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F35A477B-9113-A359-92DD-182FC8ADECFD}"/>
              </a:ext>
            </a:extLst>
          </p:cNvPr>
          <p:cNvSpPr txBox="1"/>
          <p:nvPr>
            <p:custDataLst>
              <p:tags r:id="rId2"/>
            </p:custDataLst>
          </p:nvPr>
        </p:nvSpPr>
        <p:spPr>
          <a:xfrm>
            <a:off x="1021236" y="1065539"/>
            <a:ext cx="10018643" cy="370371"/>
          </a:xfrm>
          <a:prstGeom prst="rect">
            <a:avLst/>
          </a:prstGeom>
          <a:noFill/>
        </p:spPr>
        <p:txBody>
          <a:bodyPr wrap="square" rtlCol="0">
            <a:noAutofit/>
          </a:bodyPr>
          <a:lstStyle/>
          <a:p>
            <a:r>
              <a:rPr lang="en-US" b="1" dirty="0"/>
              <a:t>Chapter 8 Service Ignition System Components</a:t>
            </a:r>
          </a:p>
        </p:txBody>
      </p:sp>
      <p:sp>
        <p:nvSpPr>
          <p:cNvPr id="22" name="文本框 21">
            <a:extLst>
              <a:ext uri="{FF2B5EF4-FFF2-40B4-BE49-F238E27FC236}">
                <a16:creationId xmlns:a16="http://schemas.microsoft.com/office/drawing/2014/main" id="{1FED5F6B-A6B2-B438-315D-ABEC37472283}"/>
              </a:ext>
            </a:extLst>
          </p:cNvPr>
          <p:cNvSpPr txBox="1"/>
          <p:nvPr>
            <p:custDataLst>
              <p:tags r:id="rId3"/>
            </p:custDataLst>
          </p:nvPr>
        </p:nvSpPr>
        <p:spPr>
          <a:xfrm>
            <a:off x="1524001" y="462038"/>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8147B8B6-8CD2-D301-444C-68556C697721}"/>
              </a:ext>
            </a:extLst>
          </p:cNvPr>
          <p:cNvSpPr txBox="1"/>
          <p:nvPr/>
        </p:nvSpPr>
        <p:spPr>
          <a:xfrm>
            <a:off x="825204" y="6164609"/>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337D1C49-23EB-682E-8A16-D03038D5F526}"/>
              </a:ext>
            </a:extLst>
          </p:cNvPr>
          <p:cNvSpPr/>
          <p:nvPr/>
        </p:nvSpPr>
        <p:spPr>
          <a:xfrm>
            <a:off x="825204" y="1461076"/>
            <a:ext cx="7738787" cy="35753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600" b="1" kern="0" dirty="0">
                <a:latin typeface="Times New Roman" panose="02020603050405020304" pitchFamily="18" charset="0"/>
                <a:ea typeface="Times New Roman" panose="02020603050405020304" pitchFamily="18" charset="0"/>
                <a:cs typeface="Arial" panose="020B0604020202020204" pitchFamily="34" charset="0"/>
              </a:rPr>
              <a:t>Key Components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056533CE-7F46-43B4-0784-F77365E435BA}"/>
              </a:ext>
            </a:extLst>
          </p:cNvPr>
          <p:cNvSpPr/>
          <p:nvPr/>
        </p:nvSpPr>
        <p:spPr>
          <a:xfrm>
            <a:off x="541281" y="1821390"/>
            <a:ext cx="10978551" cy="830997"/>
          </a:xfrm>
          <a:prstGeom prst="rect">
            <a:avLst/>
          </a:prstGeom>
        </p:spPr>
        <p:txBody>
          <a:bodyPr wrap="square">
            <a:spAutoFit/>
          </a:bodyPr>
          <a:lstStyle/>
          <a:p>
            <a:r>
              <a:rPr lang="en-US" sz="1600" dirty="0"/>
              <a:t>The main components of an ignition system typically include:</a:t>
            </a:r>
          </a:p>
          <a:p>
            <a:endParaRPr lang="en-US" sz="1600" dirty="0"/>
          </a:p>
          <a:p>
            <a:r>
              <a:rPr lang="en-US" sz="1600" b="1" dirty="0"/>
              <a:t>Spark Plugs</a:t>
            </a:r>
            <a:r>
              <a:rPr lang="en-US" sz="1600" dirty="0"/>
              <a:t>: Function</a:t>
            </a:r>
          </a:p>
        </p:txBody>
      </p:sp>
      <p:sp>
        <p:nvSpPr>
          <p:cNvPr id="7" name="TextBox 6">
            <a:extLst>
              <a:ext uri="{FF2B5EF4-FFF2-40B4-BE49-F238E27FC236}">
                <a16:creationId xmlns:a16="http://schemas.microsoft.com/office/drawing/2014/main" id="{2B9743EB-2547-D248-616A-383C6B4DA312}"/>
              </a:ext>
            </a:extLst>
          </p:cNvPr>
          <p:cNvSpPr txBox="1"/>
          <p:nvPr/>
        </p:nvSpPr>
        <p:spPr>
          <a:xfrm>
            <a:off x="541281" y="2658609"/>
            <a:ext cx="10978550" cy="2862322"/>
          </a:xfrm>
          <a:prstGeom prst="rect">
            <a:avLst/>
          </a:prstGeom>
          <a:noFill/>
        </p:spPr>
        <p:txBody>
          <a:bodyPr wrap="square">
            <a:spAutoFit/>
          </a:bodyPr>
          <a:lstStyle/>
          <a:p>
            <a:r>
              <a:rPr lang="en-US" b="1" dirty="0"/>
              <a:t>Function</a:t>
            </a:r>
            <a:r>
              <a:rPr lang="en-US" dirty="0"/>
              <a:t>: Spark plugs deliver a high-voltage jolt from the ignition system to the engine's combustion chamber. The spark jumps the gap between two electrodes, igniting the compressed mixture of air and fuel.</a:t>
            </a:r>
          </a:p>
          <a:p>
            <a:r>
              <a:rPr lang="en-US" b="1" dirty="0"/>
              <a:t>Role in power generation</a:t>
            </a:r>
            <a:r>
              <a:rPr lang="en-US" dirty="0"/>
              <a:t>: This ignition creates a small explosion that pushes the piston down, which is the first step in the engine's cycle that ultimately results in the vehicle's movement.</a:t>
            </a:r>
          </a:p>
          <a:p>
            <a:r>
              <a:rPr lang="en-US" b="1" dirty="0"/>
              <a:t>Other functions</a:t>
            </a:r>
            <a:r>
              <a:rPr lang="en-US" dirty="0"/>
              <a:t>: Besides creating the spark, spark plugs also help dissipate heat from the combustion chamber and remove combustion byproducts.</a:t>
            </a:r>
          </a:p>
          <a:p>
            <a:r>
              <a:rPr lang="en-US" b="1" dirty="0"/>
              <a:t>Maintenance: </a:t>
            </a:r>
            <a:r>
              <a:rPr lang="en-US" dirty="0"/>
              <a:t>Spark plugs wear out over time due to the millions of explosions they create. Signs of a failing spark plug include difficulty starting, rough idling, and poor fuel economy. Regular checking during a car service is recommended</a:t>
            </a:r>
          </a:p>
        </p:txBody>
      </p:sp>
    </p:spTree>
    <p:custDataLst>
      <p:tags r:id="rId1"/>
    </p:custDataLst>
    <p:extLst>
      <p:ext uri="{BB962C8B-B14F-4D97-AF65-F5344CB8AC3E}">
        <p14:creationId xmlns:p14="http://schemas.microsoft.com/office/powerpoint/2010/main" val="32126347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C0935D-25CF-B34A-00CC-B2CCBD616C5C}"/>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798AE9BD-7AEC-4156-920D-06667B135FE3}"/>
              </a:ext>
            </a:extLst>
          </p:cNvPr>
          <p:cNvSpPr txBox="1"/>
          <p:nvPr>
            <p:custDataLst>
              <p:tags r:id="rId2"/>
            </p:custDataLst>
          </p:nvPr>
        </p:nvSpPr>
        <p:spPr>
          <a:xfrm>
            <a:off x="1021236" y="1065539"/>
            <a:ext cx="10018643" cy="370371"/>
          </a:xfrm>
          <a:prstGeom prst="rect">
            <a:avLst/>
          </a:prstGeom>
          <a:noFill/>
        </p:spPr>
        <p:txBody>
          <a:bodyPr wrap="square" rtlCol="0">
            <a:noAutofit/>
          </a:bodyPr>
          <a:lstStyle/>
          <a:p>
            <a:r>
              <a:rPr lang="en-US" b="1" dirty="0"/>
              <a:t>Chapter 8 Service Ignition System Components</a:t>
            </a:r>
          </a:p>
        </p:txBody>
      </p:sp>
      <p:sp>
        <p:nvSpPr>
          <p:cNvPr id="22" name="文本框 21">
            <a:extLst>
              <a:ext uri="{FF2B5EF4-FFF2-40B4-BE49-F238E27FC236}">
                <a16:creationId xmlns:a16="http://schemas.microsoft.com/office/drawing/2014/main" id="{42428056-890C-8216-4667-C77C7EB1374C}"/>
              </a:ext>
            </a:extLst>
          </p:cNvPr>
          <p:cNvSpPr txBox="1"/>
          <p:nvPr>
            <p:custDataLst>
              <p:tags r:id="rId3"/>
            </p:custDataLst>
          </p:nvPr>
        </p:nvSpPr>
        <p:spPr>
          <a:xfrm>
            <a:off x="1524001" y="462038"/>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8C0F7BB0-5DF3-BD7F-5BA2-EDAE5C1DD3AD}"/>
              </a:ext>
            </a:extLst>
          </p:cNvPr>
          <p:cNvSpPr txBox="1"/>
          <p:nvPr/>
        </p:nvSpPr>
        <p:spPr>
          <a:xfrm>
            <a:off x="825204" y="6164609"/>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14F1DD68-1E48-369F-5820-D3F9A4FBCA2F}"/>
              </a:ext>
            </a:extLst>
          </p:cNvPr>
          <p:cNvSpPr/>
          <p:nvPr/>
        </p:nvSpPr>
        <p:spPr>
          <a:xfrm>
            <a:off x="825204" y="1461076"/>
            <a:ext cx="7738787" cy="35753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600" b="1" kern="0" dirty="0">
                <a:latin typeface="Times New Roman" panose="02020603050405020304" pitchFamily="18" charset="0"/>
                <a:ea typeface="Times New Roman" panose="02020603050405020304" pitchFamily="18" charset="0"/>
                <a:cs typeface="Arial" panose="020B0604020202020204" pitchFamily="34" charset="0"/>
              </a:rPr>
              <a:t>Key Components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A76B54B0-B505-4780-3FD8-F4A8D8F90FDB}"/>
              </a:ext>
            </a:extLst>
          </p:cNvPr>
          <p:cNvSpPr/>
          <p:nvPr/>
        </p:nvSpPr>
        <p:spPr>
          <a:xfrm>
            <a:off x="541281" y="1821390"/>
            <a:ext cx="10978551" cy="830997"/>
          </a:xfrm>
          <a:prstGeom prst="rect">
            <a:avLst/>
          </a:prstGeom>
        </p:spPr>
        <p:txBody>
          <a:bodyPr wrap="square">
            <a:spAutoFit/>
          </a:bodyPr>
          <a:lstStyle/>
          <a:p>
            <a:r>
              <a:rPr lang="en-US" sz="1600" dirty="0"/>
              <a:t>The main components of an ignition system typically include:</a:t>
            </a:r>
          </a:p>
          <a:p>
            <a:endParaRPr lang="en-US" sz="1600" dirty="0"/>
          </a:p>
          <a:p>
            <a:r>
              <a:rPr lang="en-US" sz="1600" b="1" dirty="0"/>
              <a:t>Spark Plugs: Types</a:t>
            </a:r>
          </a:p>
        </p:txBody>
      </p:sp>
      <p:sp>
        <p:nvSpPr>
          <p:cNvPr id="6" name="TextBox 5">
            <a:extLst>
              <a:ext uri="{FF2B5EF4-FFF2-40B4-BE49-F238E27FC236}">
                <a16:creationId xmlns:a16="http://schemas.microsoft.com/office/drawing/2014/main" id="{D9F66F80-21A8-069F-0B73-AF27F636B6E9}"/>
              </a:ext>
            </a:extLst>
          </p:cNvPr>
          <p:cNvSpPr txBox="1"/>
          <p:nvPr/>
        </p:nvSpPr>
        <p:spPr>
          <a:xfrm>
            <a:off x="541280" y="2714701"/>
            <a:ext cx="11177107" cy="369332"/>
          </a:xfrm>
          <a:prstGeom prst="rect">
            <a:avLst/>
          </a:prstGeom>
          <a:noFill/>
        </p:spPr>
        <p:txBody>
          <a:bodyPr wrap="square">
            <a:spAutoFit/>
          </a:bodyPr>
          <a:lstStyle/>
          <a:p>
            <a:r>
              <a:rPr lang="en-US" dirty="0"/>
              <a:t>The main types of spark plugs are copper, platinum, double platinum, and iridium</a:t>
            </a:r>
          </a:p>
        </p:txBody>
      </p:sp>
      <p:pic>
        <p:nvPicPr>
          <p:cNvPr id="8" name="Picture 7">
            <a:extLst>
              <a:ext uri="{FF2B5EF4-FFF2-40B4-BE49-F238E27FC236}">
                <a16:creationId xmlns:a16="http://schemas.microsoft.com/office/drawing/2014/main" id="{AD1352DA-5ADE-1BBE-E3A0-072E8339F5CA}"/>
              </a:ext>
            </a:extLst>
          </p:cNvPr>
          <p:cNvPicPr>
            <a:picLocks noChangeAspect="1"/>
          </p:cNvPicPr>
          <p:nvPr/>
        </p:nvPicPr>
        <p:blipFill>
          <a:blip r:embed="rId5"/>
          <a:stretch>
            <a:fillRect/>
          </a:stretch>
        </p:blipFill>
        <p:spPr>
          <a:xfrm>
            <a:off x="7808764" y="3146348"/>
            <a:ext cx="3417254" cy="3479536"/>
          </a:xfrm>
          <a:prstGeom prst="rect">
            <a:avLst/>
          </a:prstGeom>
        </p:spPr>
      </p:pic>
    </p:spTree>
    <p:custDataLst>
      <p:tags r:id="rId1"/>
    </p:custDataLst>
    <p:extLst>
      <p:ext uri="{BB962C8B-B14F-4D97-AF65-F5344CB8AC3E}">
        <p14:creationId xmlns:p14="http://schemas.microsoft.com/office/powerpoint/2010/main" val="21826065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00517-C504-B701-BFBE-BD71D4D464DF}"/>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E747AA6A-90FC-D1CE-1FA8-5AEAEEF16AC8}"/>
              </a:ext>
            </a:extLst>
          </p:cNvPr>
          <p:cNvSpPr txBox="1"/>
          <p:nvPr>
            <p:custDataLst>
              <p:tags r:id="rId2"/>
            </p:custDataLst>
          </p:nvPr>
        </p:nvSpPr>
        <p:spPr>
          <a:xfrm>
            <a:off x="1021236" y="1065539"/>
            <a:ext cx="10018643" cy="370371"/>
          </a:xfrm>
          <a:prstGeom prst="rect">
            <a:avLst/>
          </a:prstGeom>
          <a:noFill/>
        </p:spPr>
        <p:txBody>
          <a:bodyPr wrap="square" rtlCol="0">
            <a:noAutofit/>
          </a:bodyPr>
          <a:lstStyle/>
          <a:p>
            <a:r>
              <a:rPr lang="en-US" b="1" dirty="0"/>
              <a:t>Chapter 8 Service Ignition System Components</a:t>
            </a:r>
          </a:p>
        </p:txBody>
      </p:sp>
      <p:sp>
        <p:nvSpPr>
          <p:cNvPr id="22" name="文本框 21">
            <a:extLst>
              <a:ext uri="{FF2B5EF4-FFF2-40B4-BE49-F238E27FC236}">
                <a16:creationId xmlns:a16="http://schemas.microsoft.com/office/drawing/2014/main" id="{71DB0313-3B08-6166-9960-01F14CBDD481}"/>
              </a:ext>
            </a:extLst>
          </p:cNvPr>
          <p:cNvSpPr txBox="1"/>
          <p:nvPr>
            <p:custDataLst>
              <p:tags r:id="rId3"/>
            </p:custDataLst>
          </p:nvPr>
        </p:nvSpPr>
        <p:spPr>
          <a:xfrm>
            <a:off x="1524001" y="462038"/>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D5917457-E5EF-CC35-CF31-CC7DFF7FB583}"/>
              </a:ext>
            </a:extLst>
          </p:cNvPr>
          <p:cNvSpPr txBox="1"/>
          <p:nvPr/>
        </p:nvSpPr>
        <p:spPr>
          <a:xfrm>
            <a:off x="825204" y="6164609"/>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5B6998AF-2792-EF18-6DDA-7EC87D5BEF4E}"/>
              </a:ext>
            </a:extLst>
          </p:cNvPr>
          <p:cNvSpPr/>
          <p:nvPr/>
        </p:nvSpPr>
        <p:spPr>
          <a:xfrm>
            <a:off x="825204" y="1461076"/>
            <a:ext cx="7738787" cy="35753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600" b="1" kern="0" dirty="0">
                <a:latin typeface="Times New Roman" panose="02020603050405020304" pitchFamily="18" charset="0"/>
                <a:ea typeface="Times New Roman" panose="02020603050405020304" pitchFamily="18" charset="0"/>
                <a:cs typeface="Arial" panose="020B0604020202020204" pitchFamily="34" charset="0"/>
              </a:rPr>
              <a:t>Key Components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716FF1AA-3093-E47A-F9CF-1A4E1A5F7BBF}"/>
              </a:ext>
            </a:extLst>
          </p:cNvPr>
          <p:cNvSpPr/>
          <p:nvPr/>
        </p:nvSpPr>
        <p:spPr>
          <a:xfrm>
            <a:off x="541281" y="1821390"/>
            <a:ext cx="10978551" cy="830997"/>
          </a:xfrm>
          <a:prstGeom prst="rect">
            <a:avLst/>
          </a:prstGeom>
        </p:spPr>
        <p:txBody>
          <a:bodyPr wrap="square">
            <a:spAutoFit/>
          </a:bodyPr>
          <a:lstStyle/>
          <a:p>
            <a:r>
              <a:rPr lang="en-US" sz="1600" dirty="0"/>
              <a:t>The main components of an ignition system typically include:</a:t>
            </a:r>
          </a:p>
          <a:p>
            <a:endParaRPr lang="en-US" sz="1600" dirty="0"/>
          </a:p>
          <a:p>
            <a:r>
              <a:rPr lang="en-US" sz="1600" b="1" dirty="0"/>
              <a:t>Spark Plugs: Types</a:t>
            </a:r>
          </a:p>
        </p:txBody>
      </p:sp>
      <p:sp>
        <p:nvSpPr>
          <p:cNvPr id="6" name="TextBox 5">
            <a:extLst>
              <a:ext uri="{FF2B5EF4-FFF2-40B4-BE49-F238E27FC236}">
                <a16:creationId xmlns:a16="http://schemas.microsoft.com/office/drawing/2014/main" id="{11CFEFC9-8EB0-1798-5D18-25EAC16B2905}"/>
              </a:ext>
            </a:extLst>
          </p:cNvPr>
          <p:cNvSpPr txBox="1"/>
          <p:nvPr/>
        </p:nvSpPr>
        <p:spPr>
          <a:xfrm>
            <a:off x="541280" y="2714701"/>
            <a:ext cx="11177107" cy="369332"/>
          </a:xfrm>
          <a:prstGeom prst="rect">
            <a:avLst/>
          </a:prstGeom>
          <a:noFill/>
        </p:spPr>
        <p:txBody>
          <a:bodyPr wrap="square">
            <a:spAutoFit/>
          </a:bodyPr>
          <a:lstStyle/>
          <a:p>
            <a:r>
              <a:rPr lang="en-US" dirty="0"/>
              <a:t>The main types of spark plugs are copper, platinum, double platinum, and iridium</a:t>
            </a:r>
          </a:p>
        </p:txBody>
      </p:sp>
      <p:sp>
        <p:nvSpPr>
          <p:cNvPr id="7" name="TextBox 6">
            <a:extLst>
              <a:ext uri="{FF2B5EF4-FFF2-40B4-BE49-F238E27FC236}">
                <a16:creationId xmlns:a16="http://schemas.microsoft.com/office/drawing/2014/main" id="{B78CF9C3-6BA7-D6D2-3FC6-87133CEEC500}"/>
              </a:ext>
            </a:extLst>
          </p:cNvPr>
          <p:cNvSpPr txBox="1"/>
          <p:nvPr/>
        </p:nvSpPr>
        <p:spPr>
          <a:xfrm>
            <a:off x="473613" y="3084033"/>
            <a:ext cx="10566266" cy="3139321"/>
          </a:xfrm>
          <a:prstGeom prst="rect">
            <a:avLst/>
          </a:prstGeom>
          <a:noFill/>
        </p:spPr>
        <p:txBody>
          <a:bodyPr wrap="square">
            <a:spAutoFit/>
          </a:bodyPr>
          <a:lstStyle/>
          <a:p>
            <a:r>
              <a:rPr lang="en-US" b="1" dirty="0"/>
              <a:t>Copper: </a:t>
            </a:r>
            <a:r>
              <a:rPr lang="en-US" dirty="0"/>
              <a:t>Features a copper core with a nickel-alloy outer material. They provide high conductivity and heat transfer but wear out faster, making them suitable for older or high-compression engines.</a:t>
            </a:r>
          </a:p>
          <a:p>
            <a:r>
              <a:rPr lang="en-US" b="1" dirty="0"/>
              <a:t>Platinum: </a:t>
            </a:r>
            <a:r>
              <a:rPr lang="en-US" dirty="0"/>
              <a:t>Has a platinum disc welded to the center electrode, which resists heat and wear better than copper. They last longer and are ideal for modern engines with electronic ignition systems.</a:t>
            </a:r>
          </a:p>
          <a:p>
            <a:r>
              <a:rPr lang="en-US" b="1" dirty="0"/>
              <a:t>Double Platinum: </a:t>
            </a:r>
            <a:r>
              <a:rPr lang="en-US" dirty="0"/>
              <a:t>Features platinum on both the center and ground electrodes. This design is specifically for "waste spark" ignition systems and has an even longer lifespan than single platinum plugs.</a:t>
            </a:r>
          </a:p>
          <a:p>
            <a:r>
              <a:rPr lang="en-US" b="1" dirty="0"/>
              <a:t>Iridium: </a:t>
            </a:r>
            <a:r>
              <a:rPr lang="en-US" dirty="0"/>
              <a:t>Made from a stronger, more durable metal with a higher melting point than platinum. Their key feature is a very fine center wire, which allows for better electrical energy conduction and a more efficient spark, resulting in improved combustion. They are the most durable option, best for newer and high-performance vehicle</a:t>
            </a:r>
          </a:p>
        </p:txBody>
      </p:sp>
    </p:spTree>
    <p:custDataLst>
      <p:tags r:id="rId1"/>
    </p:custDataLst>
    <p:extLst>
      <p:ext uri="{BB962C8B-B14F-4D97-AF65-F5344CB8AC3E}">
        <p14:creationId xmlns:p14="http://schemas.microsoft.com/office/powerpoint/2010/main" val="37468059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2A233-954A-1183-3BC7-19EF59DC8D9D}"/>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6A990E20-BCFE-E223-EF5C-5CC119DB0221}"/>
              </a:ext>
            </a:extLst>
          </p:cNvPr>
          <p:cNvSpPr txBox="1"/>
          <p:nvPr>
            <p:custDataLst>
              <p:tags r:id="rId2"/>
            </p:custDataLst>
          </p:nvPr>
        </p:nvSpPr>
        <p:spPr>
          <a:xfrm>
            <a:off x="1021236" y="1065539"/>
            <a:ext cx="10018643" cy="370371"/>
          </a:xfrm>
          <a:prstGeom prst="rect">
            <a:avLst/>
          </a:prstGeom>
          <a:noFill/>
        </p:spPr>
        <p:txBody>
          <a:bodyPr wrap="square" rtlCol="0">
            <a:noAutofit/>
          </a:bodyPr>
          <a:lstStyle/>
          <a:p>
            <a:r>
              <a:rPr lang="en-US" b="1" dirty="0"/>
              <a:t>Chapter 8 Service Ignition System Components</a:t>
            </a:r>
          </a:p>
        </p:txBody>
      </p:sp>
      <p:sp>
        <p:nvSpPr>
          <p:cNvPr id="22" name="文本框 21">
            <a:extLst>
              <a:ext uri="{FF2B5EF4-FFF2-40B4-BE49-F238E27FC236}">
                <a16:creationId xmlns:a16="http://schemas.microsoft.com/office/drawing/2014/main" id="{ECAC260C-FFF3-0027-B321-414F1F703041}"/>
              </a:ext>
            </a:extLst>
          </p:cNvPr>
          <p:cNvSpPr txBox="1"/>
          <p:nvPr>
            <p:custDataLst>
              <p:tags r:id="rId3"/>
            </p:custDataLst>
          </p:nvPr>
        </p:nvSpPr>
        <p:spPr>
          <a:xfrm>
            <a:off x="1524001" y="462038"/>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47ECEE36-1E91-A8F5-85E8-0DB1D82A1DD7}"/>
              </a:ext>
            </a:extLst>
          </p:cNvPr>
          <p:cNvSpPr txBox="1"/>
          <p:nvPr/>
        </p:nvSpPr>
        <p:spPr>
          <a:xfrm>
            <a:off x="825204" y="6164609"/>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8B388918-3BB4-F197-F85B-7D53C67132F3}"/>
              </a:ext>
            </a:extLst>
          </p:cNvPr>
          <p:cNvSpPr/>
          <p:nvPr/>
        </p:nvSpPr>
        <p:spPr>
          <a:xfrm>
            <a:off x="825204" y="1461076"/>
            <a:ext cx="7738787" cy="35753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600" b="1" kern="0" dirty="0">
                <a:latin typeface="Times New Roman" panose="02020603050405020304" pitchFamily="18" charset="0"/>
                <a:ea typeface="Times New Roman" panose="02020603050405020304" pitchFamily="18" charset="0"/>
                <a:cs typeface="Arial" panose="020B0604020202020204" pitchFamily="34" charset="0"/>
              </a:rPr>
              <a:t>Key Components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32567345-7043-9D5E-5A14-F30D353BD18E}"/>
              </a:ext>
            </a:extLst>
          </p:cNvPr>
          <p:cNvSpPr/>
          <p:nvPr/>
        </p:nvSpPr>
        <p:spPr>
          <a:xfrm>
            <a:off x="541281" y="1821390"/>
            <a:ext cx="10978551" cy="830997"/>
          </a:xfrm>
          <a:prstGeom prst="rect">
            <a:avLst/>
          </a:prstGeom>
        </p:spPr>
        <p:txBody>
          <a:bodyPr wrap="square">
            <a:spAutoFit/>
          </a:bodyPr>
          <a:lstStyle/>
          <a:p>
            <a:r>
              <a:rPr lang="en-US" sz="1600" dirty="0"/>
              <a:t>The main components of an ignition system typically include:</a:t>
            </a:r>
          </a:p>
          <a:p>
            <a:endParaRPr lang="en-US" sz="1600" dirty="0"/>
          </a:p>
          <a:p>
            <a:r>
              <a:rPr lang="en-US" sz="1600" b="1" dirty="0"/>
              <a:t>Spark Plugs</a:t>
            </a:r>
            <a:r>
              <a:rPr lang="en-US" sz="1600" dirty="0"/>
              <a:t>: Located in the engine cylinders, these devices generate the actual spark that ignites the air-fuel mixture.</a:t>
            </a:r>
          </a:p>
        </p:txBody>
      </p:sp>
      <p:pic>
        <p:nvPicPr>
          <p:cNvPr id="5" name="Online Media 4" title="The function of a spark plug in a gasoline engine. #engineering #engine">
            <a:hlinkClick r:id="" action="ppaction://media"/>
            <a:extLst>
              <a:ext uri="{FF2B5EF4-FFF2-40B4-BE49-F238E27FC236}">
                <a16:creationId xmlns:a16="http://schemas.microsoft.com/office/drawing/2014/main" id="{4F33AE3B-B098-CFC7-FA6A-E7AF52EC14A3}"/>
              </a:ext>
            </a:extLst>
          </p:cNvPr>
          <p:cNvPicPr>
            <a:picLocks noRot="1" noChangeAspect="1"/>
          </p:cNvPicPr>
          <p:nvPr>
            <a:videoFile r:link="rId4"/>
          </p:nvPr>
        </p:nvPicPr>
        <p:blipFill>
          <a:blip r:embed="rId6"/>
          <a:stretch>
            <a:fillRect/>
          </a:stretch>
        </p:blipFill>
        <p:spPr>
          <a:xfrm>
            <a:off x="5061387" y="3057370"/>
            <a:ext cx="1938337" cy="3430404"/>
          </a:xfrm>
          <a:prstGeom prst="rect">
            <a:avLst/>
          </a:prstGeom>
        </p:spPr>
      </p:pic>
    </p:spTree>
    <p:custDataLst>
      <p:tags r:id="rId1"/>
    </p:custDataLst>
    <p:extLst>
      <p:ext uri="{BB962C8B-B14F-4D97-AF65-F5344CB8AC3E}">
        <p14:creationId xmlns:p14="http://schemas.microsoft.com/office/powerpoint/2010/main" val="1760391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3160D-6A7F-63D9-BE0B-58C7C8ABCFE7}"/>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67094813-DC0F-D85A-4A48-14016DC0DA79}"/>
              </a:ext>
            </a:extLst>
          </p:cNvPr>
          <p:cNvSpPr txBox="1"/>
          <p:nvPr>
            <p:custDataLst>
              <p:tags r:id="rId2"/>
            </p:custDataLst>
          </p:nvPr>
        </p:nvSpPr>
        <p:spPr>
          <a:xfrm>
            <a:off x="1021236" y="1065539"/>
            <a:ext cx="10018643" cy="370371"/>
          </a:xfrm>
          <a:prstGeom prst="rect">
            <a:avLst/>
          </a:prstGeom>
          <a:noFill/>
        </p:spPr>
        <p:txBody>
          <a:bodyPr wrap="square" rtlCol="0">
            <a:noAutofit/>
          </a:bodyPr>
          <a:lstStyle/>
          <a:p>
            <a:r>
              <a:rPr lang="en-US" b="1" dirty="0"/>
              <a:t>Chapter 8 Service Ignition System Components</a:t>
            </a:r>
          </a:p>
        </p:txBody>
      </p:sp>
      <p:sp>
        <p:nvSpPr>
          <p:cNvPr id="22" name="文本框 21">
            <a:extLst>
              <a:ext uri="{FF2B5EF4-FFF2-40B4-BE49-F238E27FC236}">
                <a16:creationId xmlns:a16="http://schemas.microsoft.com/office/drawing/2014/main" id="{38CDD549-91A7-1984-EF6D-E89CB1FCE3B3}"/>
              </a:ext>
            </a:extLst>
          </p:cNvPr>
          <p:cNvSpPr txBox="1"/>
          <p:nvPr>
            <p:custDataLst>
              <p:tags r:id="rId3"/>
            </p:custDataLst>
          </p:nvPr>
        </p:nvSpPr>
        <p:spPr>
          <a:xfrm>
            <a:off x="1524001" y="462038"/>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2806F4E7-6FDF-2BE1-3515-F6844C548711}"/>
              </a:ext>
            </a:extLst>
          </p:cNvPr>
          <p:cNvSpPr txBox="1"/>
          <p:nvPr/>
        </p:nvSpPr>
        <p:spPr>
          <a:xfrm>
            <a:off x="825204" y="6164609"/>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9C1E9504-D26D-C6FA-766E-05DB2F83C2E9}"/>
              </a:ext>
            </a:extLst>
          </p:cNvPr>
          <p:cNvSpPr/>
          <p:nvPr/>
        </p:nvSpPr>
        <p:spPr>
          <a:xfrm>
            <a:off x="825204" y="1461076"/>
            <a:ext cx="7738787" cy="35753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600" b="1" kern="0" dirty="0">
                <a:latin typeface="Times New Roman" panose="02020603050405020304" pitchFamily="18" charset="0"/>
                <a:ea typeface="Times New Roman" panose="02020603050405020304" pitchFamily="18" charset="0"/>
                <a:cs typeface="Arial" panose="020B0604020202020204" pitchFamily="34" charset="0"/>
              </a:rPr>
              <a:t>Key Components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76120CC6-B756-2D3C-ADFD-7F08FD89C141}"/>
              </a:ext>
            </a:extLst>
          </p:cNvPr>
          <p:cNvSpPr/>
          <p:nvPr/>
        </p:nvSpPr>
        <p:spPr>
          <a:xfrm>
            <a:off x="541281" y="1821390"/>
            <a:ext cx="10978551" cy="584775"/>
          </a:xfrm>
          <a:prstGeom prst="rect">
            <a:avLst/>
          </a:prstGeom>
        </p:spPr>
        <p:txBody>
          <a:bodyPr wrap="square">
            <a:spAutoFit/>
          </a:bodyPr>
          <a:lstStyle/>
          <a:p>
            <a:r>
              <a:rPr lang="en-US" sz="1600" b="1" dirty="0"/>
              <a:t>Distributor (in older systems): </a:t>
            </a:r>
            <a:r>
              <a:rPr lang="en-US" sz="1600" dirty="0"/>
              <a:t>A mechanical device that routes the high-voltage current from the coil to each spark plug in the correct firing order. This system also uses points and a condenser.</a:t>
            </a:r>
          </a:p>
        </p:txBody>
      </p:sp>
      <p:sp>
        <p:nvSpPr>
          <p:cNvPr id="6" name="TextBox 5">
            <a:extLst>
              <a:ext uri="{FF2B5EF4-FFF2-40B4-BE49-F238E27FC236}">
                <a16:creationId xmlns:a16="http://schemas.microsoft.com/office/drawing/2014/main" id="{F8CCE694-CF85-09FA-7533-E69CD2D8A1E3}"/>
              </a:ext>
            </a:extLst>
          </p:cNvPr>
          <p:cNvSpPr txBox="1"/>
          <p:nvPr/>
        </p:nvSpPr>
        <p:spPr>
          <a:xfrm>
            <a:off x="541281" y="2497502"/>
            <a:ext cx="10839482" cy="646331"/>
          </a:xfrm>
          <a:prstGeom prst="rect">
            <a:avLst/>
          </a:prstGeom>
          <a:noFill/>
        </p:spPr>
        <p:txBody>
          <a:bodyPr wrap="square">
            <a:spAutoFit/>
          </a:bodyPr>
          <a:lstStyle/>
          <a:p>
            <a:r>
              <a:rPr lang="en-US" dirty="0"/>
              <a:t>An ignition distributor is a mechanical device in older car engines that routes high-voltage sparks from the ignition coil to the correct spark plug at the precise time for combustion.</a:t>
            </a:r>
          </a:p>
        </p:txBody>
      </p:sp>
      <p:pic>
        <p:nvPicPr>
          <p:cNvPr id="7" name="Picture 6">
            <a:extLst>
              <a:ext uri="{FF2B5EF4-FFF2-40B4-BE49-F238E27FC236}">
                <a16:creationId xmlns:a16="http://schemas.microsoft.com/office/drawing/2014/main" id="{C980349C-7FE2-ABE0-8EFF-26B80AA1619B}"/>
              </a:ext>
            </a:extLst>
          </p:cNvPr>
          <p:cNvPicPr>
            <a:picLocks noChangeAspect="1"/>
          </p:cNvPicPr>
          <p:nvPr/>
        </p:nvPicPr>
        <p:blipFill>
          <a:blip r:embed="rId5"/>
          <a:stretch>
            <a:fillRect/>
          </a:stretch>
        </p:blipFill>
        <p:spPr>
          <a:xfrm>
            <a:off x="7495149" y="3439192"/>
            <a:ext cx="4355117" cy="3048582"/>
          </a:xfrm>
          <a:prstGeom prst="rect">
            <a:avLst/>
          </a:prstGeom>
        </p:spPr>
      </p:pic>
      <p:sp>
        <p:nvSpPr>
          <p:cNvPr id="9" name="TextBox 8">
            <a:extLst>
              <a:ext uri="{FF2B5EF4-FFF2-40B4-BE49-F238E27FC236}">
                <a16:creationId xmlns:a16="http://schemas.microsoft.com/office/drawing/2014/main" id="{F7223F26-ABB0-26B1-4899-639C06B57B31}"/>
              </a:ext>
            </a:extLst>
          </p:cNvPr>
          <p:cNvSpPr txBox="1"/>
          <p:nvPr/>
        </p:nvSpPr>
        <p:spPr>
          <a:xfrm>
            <a:off x="541281" y="3256357"/>
            <a:ext cx="5775113" cy="1200329"/>
          </a:xfrm>
          <a:prstGeom prst="rect">
            <a:avLst/>
          </a:prstGeom>
          <a:noFill/>
        </p:spPr>
        <p:txBody>
          <a:bodyPr wrap="square">
            <a:spAutoFit/>
          </a:bodyPr>
          <a:lstStyle/>
          <a:p>
            <a:r>
              <a:rPr lang="en-US" dirty="0"/>
              <a:t>It consists of a rotating rotor inside a distributor cap that distributes the electrical current to the spark plugs in the proper firing order. This process is now handled electronically by the vehicle's computer in modern cars</a:t>
            </a:r>
          </a:p>
        </p:txBody>
      </p:sp>
    </p:spTree>
    <p:custDataLst>
      <p:tags r:id="rId1"/>
    </p:custDataLst>
    <p:extLst>
      <p:ext uri="{BB962C8B-B14F-4D97-AF65-F5344CB8AC3E}">
        <p14:creationId xmlns:p14="http://schemas.microsoft.com/office/powerpoint/2010/main" val="11218745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021236" y="1065539"/>
            <a:ext cx="10018643" cy="370371"/>
          </a:xfrm>
          <a:prstGeom prst="rect">
            <a:avLst/>
          </a:prstGeom>
          <a:noFill/>
        </p:spPr>
        <p:txBody>
          <a:bodyPr wrap="square" rtlCol="0">
            <a:noAutofit/>
          </a:bodyPr>
          <a:lstStyle/>
          <a:p>
            <a:r>
              <a:rPr lang="en-US" b="1" dirty="0"/>
              <a:t>Chapter 8 Service Ignition System Components</a:t>
            </a:r>
          </a:p>
        </p:txBody>
      </p:sp>
      <p:sp>
        <p:nvSpPr>
          <p:cNvPr id="22" name="文本框 21"/>
          <p:cNvSpPr txBox="1"/>
          <p:nvPr>
            <p:custDataLst>
              <p:tags r:id="rId3"/>
            </p:custDataLst>
          </p:nvPr>
        </p:nvSpPr>
        <p:spPr>
          <a:xfrm>
            <a:off x="1524001" y="462038"/>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825204" y="6164609"/>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825204" y="1461076"/>
            <a:ext cx="7738787" cy="35753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600" b="1" kern="0" dirty="0">
                <a:latin typeface="Times New Roman" panose="02020603050405020304" pitchFamily="18" charset="0"/>
                <a:ea typeface="Times New Roman" panose="02020603050405020304" pitchFamily="18" charset="0"/>
                <a:cs typeface="Arial" panose="020B0604020202020204" pitchFamily="34" charset="0"/>
              </a:rPr>
              <a:t>Key Components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4" name="Rectangle 3"/>
          <p:cNvSpPr/>
          <p:nvPr/>
        </p:nvSpPr>
        <p:spPr>
          <a:xfrm>
            <a:off x="541281" y="1821390"/>
            <a:ext cx="10978551" cy="584775"/>
          </a:xfrm>
          <a:prstGeom prst="rect">
            <a:avLst/>
          </a:prstGeom>
        </p:spPr>
        <p:txBody>
          <a:bodyPr wrap="square">
            <a:spAutoFit/>
          </a:bodyPr>
          <a:lstStyle/>
          <a:p>
            <a:r>
              <a:rPr lang="en-US" sz="1600" dirty="0"/>
              <a:t>The main components of an ignition system typically include:</a:t>
            </a:r>
          </a:p>
          <a:p>
            <a:endParaRPr lang="en-US" sz="1600" dirty="0"/>
          </a:p>
        </p:txBody>
      </p:sp>
      <p:pic>
        <p:nvPicPr>
          <p:cNvPr id="5" name="Picture 4">
            <a:extLst>
              <a:ext uri="{FF2B5EF4-FFF2-40B4-BE49-F238E27FC236}">
                <a16:creationId xmlns:a16="http://schemas.microsoft.com/office/drawing/2014/main" id="{01E0BBD2-3F56-D612-B734-6796F97F3FA2}"/>
              </a:ext>
            </a:extLst>
          </p:cNvPr>
          <p:cNvPicPr>
            <a:picLocks noChangeAspect="1"/>
          </p:cNvPicPr>
          <p:nvPr/>
        </p:nvPicPr>
        <p:blipFill>
          <a:blip r:embed="rId5"/>
          <a:stretch>
            <a:fillRect/>
          </a:stretch>
        </p:blipFill>
        <p:spPr>
          <a:xfrm>
            <a:off x="2830257" y="2406165"/>
            <a:ext cx="7413674" cy="4170192"/>
          </a:xfrm>
          <a:prstGeom prst="rect">
            <a:avLst/>
          </a:prstGeom>
        </p:spPr>
      </p:pic>
    </p:spTree>
    <p:custDataLst>
      <p:tags r:id="rId1"/>
    </p:custDataLst>
    <p:extLst>
      <p:ext uri="{BB962C8B-B14F-4D97-AF65-F5344CB8AC3E}">
        <p14:creationId xmlns:p14="http://schemas.microsoft.com/office/powerpoint/2010/main" val="16050132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952224" y="940053"/>
            <a:ext cx="10018643" cy="370371"/>
          </a:xfrm>
          <a:prstGeom prst="rect">
            <a:avLst/>
          </a:prstGeom>
          <a:noFill/>
        </p:spPr>
        <p:txBody>
          <a:bodyPr wrap="square" rtlCol="0">
            <a:noAutofit/>
          </a:bodyPr>
          <a:lstStyle/>
          <a:p>
            <a:r>
              <a:rPr lang="en-US" b="1" dirty="0"/>
              <a:t>Chapter 8 Service Ignition System Components</a:t>
            </a:r>
          </a:p>
        </p:txBody>
      </p:sp>
      <p:sp>
        <p:nvSpPr>
          <p:cNvPr id="22" name="文本框 21"/>
          <p:cNvSpPr txBox="1"/>
          <p:nvPr>
            <p:custDataLst>
              <p:tags r:id="rId3"/>
            </p:custDataLst>
          </p:nvPr>
        </p:nvSpPr>
        <p:spPr>
          <a:xfrm>
            <a:off x="1524001" y="462038"/>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461513" y="6200028"/>
            <a:ext cx="3489385" cy="461665"/>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By Ibrahim </a:t>
            </a:r>
            <a:r>
              <a:rPr lang="en-US" altLang="zh-CN" sz="1200" cap="all" spc="100" dirty="0" err="1">
                <a:solidFill>
                  <a:srgbClr val="00B050"/>
                </a:solidFill>
                <a:latin typeface="微软雅黑" panose="020B0503020204020204" charset="-122"/>
                <a:ea typeface="微软雅黑" panose="020B0503020204020204" charset="-122"/>
              </a:rPr>
              <a:t>siraj</a:t>
            </a:r>
            <a:endParaRPr lang="en-US" altLang="zh-CN" sz="12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799325" y="1310424"/>
            <a:ext cx="7738787" cy="35753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600" b="1" kern="0" dirty="0">
                <a:latin typeface="Times New Roman" panose="02020603050405020304" pitchFamily="18" charset="0"/>
                <a:ea typeface="Times New Roman" panose="02020603050405020304" pitchFamily="18" charset="0"/>
                <a:cs typeface="Arial" panose="020B0604020202020204" pitchFamily="34" charset="0"/>
              </a:rPr>
              <a:t>Types of Ignition Systems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4" name="Rectangle 3"/>
          <p:cNvSpPr/>
          <p:nvPr/>
        </p:nvSpPr>
        <p:spPr>
          <a:xfrm>
            <a:off x="1107056" y="1715163"/>
            <a:ext cx="10900914" cy="369332"/>
          </a:xfrm>
          <a:prstGeom prst="rect">
            <a:avLst/>
          </a:prstGeom>
        </p:spPr>
        <p:txBody>
          <a:bodyPr wrap="square">
            <a:spAutoFit/>
          </a:bodyPr>
          <a:lstStyle/>
          <a:p>
            <a:r>
              <a:rPr lang="en-US" dirty="0"/>
              <a:t>Ignition systems have evolved over time to improve efficiency, reliability, and performance.</a:t>
            </a:r>
          </a:p>
        </p:txBody>
      </p:sp>
      <p:sp>
        <p:nvSpPr>
          <p:cNvPr id="5" name="Rectangle 4"/>
          <p:cNvSpPr/>
          <p:nvPr/>
        </p:nvSpPr>
        <p:spPr>
          <a:xfrm>
            <a:off x="461513" y="2038329"/>
            <a:ext cx="11240719" cy="3970318"/>
          </a:xfrm>
          <a:prstGeom prst="rect">
            <a:avLst/>
          </a:prstGeom>
        </p:spPr>
        <p:txBody>
          <a:bodyPr wrap="square">
            <a:spAutoFit/>
          </a:bodyPr>
          <a:lstStyle/>
          <a:p>
            <a:r>
              <a:rPr lang="en-US" b="1" dirty="0"/>
              <a:t>Conventional Breaker-Point Ignition</a:t>
            </a:r>
            <a:r>
              <a:rPr lang="en-US" dirty="0"/>
              <a:t>: The oldest type, relying on mechanical breaker points and a condenser within the distributor to open and close the primary circuit. These systems require frequent maintenance.</a:t>
            </a:r>
          </a:p>
          <a:p>
            <a:endParaRPr lang="en-US" dirty="0"/>
          </a:p>
          <a:p>
            <a:r>
              <a:rPr lang="en-US" b="1" dirty="0"/>
              <a:t>Electronic Ignition System</a:t>
            </a:r>
            <a:r>
              <a:rPr lang="en-US" dirty="0"/>
              <a:t>: Replaced mechanical points with solid-state electronics and sensors for more reliable operation and less maintenance. It still used a distributor to route the spark.</a:t>
            </a:r>
          </a:p>
          <a:p>
            <a:endParaRPr lang="en-US" dirty="0"/>
          </a:p>
          <a:p>
            <a:r>
              <a:rPr lang="en-US" b="1" dirty="0"/>
              <a:t>Distributor less Ignition System (DIS): </a:t>
            </a:r>
            <a:r>
              <a:rPr lang="en-US" dirty="0"/>
              <a:t>Eliminates the distributor entirely, using multiple ignition coils (one for every pair of cylinders). Timing is controlled by the engine computer, improving accuracy and reducing moving parts.</a:t>
            </a:r>
          </a:p>
          <a:p>
            <a:endParaRPr lang="en-US" dirty="0"/>
          </a:p>
          <a:p>
            <a:r>
              <a:rPr lang="en-US" b="1" dirty="0"/>
              <a:t>Coil-On-Plug (COP) System</a:t>
            </a:r>
            <a:r>
              <a:rPr lang="en-US" dirty="0"/>
              <a:t>: The most advanced type, where an individual ignition coil sits directly on top of each spark plug. This design maximizes spark energy, improves fuel economy, and removes the need for spark plug wires, further enhancing reliability.</a:t>
            </a:r>
          </a:p>
        </p:txBody>
      </p:sp>
    </p:spTree>
    <p:custDataLst>
      <p:tags r:id="rId1"/>
    </p:custDataLst>
    <p:extLst>
      <p:ext uri="{BB962C8B-B14F-4D97-AF65-F5344CB8AC3E}">
        <p14:creationId xmlns:p14="http://schemas.microsoft.com/office/powerpoint/2010/main" val="22095214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185CC-F0A4-86DF-008B-0D5AE894D369}"/>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890011A0-915E-2D50-E8C8-786CD011392F}"/>
              </a:ext>
            </a:extLst>
          </p:cNvPr>
          <p:cNvSpPr txBox="1"/>
          <p:nvPr>
            <p:custDataLst>
              <p:tags r:id="rId2"/>
            </p:custDataLst>
          </p:nvPr>
        </p:nvSpPr>
        <p:spPr>
          <a:xfrm>
            <a:off x="952224" y="940053"/>
            <a:ext cx="10018643" cy="370371"/>
          </a:xfrm>
          <a:prstGeom prst="rect">
            <a:avLst/>
          </a:prstGeom>
          <a:noFill/>
        </p:spPr>
        <p:txBody>
          <a:bodyPr wrap="square" rtlCol="0">
            <a:noAutofit/>
          </a:bodyPr>
          <a:lstStyle/>
          <a:p>
            <a:r>
              <a:rPr lang="en-US" b="1" dirty="0"/>
              <a:t>Chapter 8 Service Ignition System Components</a:t>
            </a:r>
          </a:p>
        </p:txBody>
      </p:sp>
      <p:sp>
        <p:nvSpPr>
          <p:cNvPr id="22" name="文本框 21">
            <a:extLst>
              <a:ext uri="{FF2B5EF4-FFF2-40B4-BE49-F238E27FC236}">
                <a16:creationId xmlns:a16="http://schemas.microsoft.com/office/drawing/2014/main" id="{DCA4F054-EF03-F57B-C337-D1C0D572DAA6}"/>
              </a:ext>
            </a:extLst>
          </p:cNvPr>
          <p:cNvSpPr txBox="1"/>
          <p:nvPr>
            <p:custDataLst>
              <p:tags r:id="rId3"/>
            </p:custDataLst>
          </p:nvPr>
        </p:nvSpPr>
        <p:spPr>
          <a:xfrm>
            <a:off x="1524001" y="462038"/>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DA545E3C-AB80-3BAE-5FCB-4AB937F7396E}"/>
              </a:ext>
            </a:extLst>
          </p:cNvPr>
          <p:cNvSpPr txBox="1"/>
          <p:nvPr/>
        </p:nvSpPr>
        <p:spPr>
          <a:xfrm>
            <a:off x="461513" y="6200028"/>
            <a:ext cx="3489385" cy="461665"/>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By Ibrahim </a:t>
            </a:r>
            <a:r>
              <a:rPr lang="en-US" altLang="zh-CN" sz="1200" cap="all" spc="100" dirty="0" err="1">
                <a:solidFill>
                  <a:srgbClr val="00B050"/>
                </a:solidFill>
                <a:latin typeface="微软雅黑" panose="020B0503020204020204" charset="-122"/>
                <a:ea typeface="微软雅黑" panose="020B0503020204020204" charset="-122"/>
              </a:rPr>
              <a:t>siraj</a:t>
            </a:r>
            <a:endParaRPr lang="en-US" altLang="zh-CN" sz="12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733C1364-BBFB-03F8-7B15-F4F723691D75}"/>
              </a:ext>
            </a:extLst>
          </p:cNvPr>
          <p:cNvSpPr/>
          <p:nvPr/>
        </p:nvSpPr>
        <p:spPr>
          <a:xfrm>
            <a:off x="799325" y="1310424"/>
            <a:ext cx="7738787" cy="35753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600" b="1" kern="0" dirty="0">
                <a:latin typeface="Times New Roman" panose="02020603050405020304" pitchFamily="18" charset="0"/>
                <a:ea typeface="Times New Roman" panose="02020603050405020304" pitchFamily="18" charset="0"/>
                <a:cs typeface="Arial" panose="020B0604020202020204" pitchFamily="34" charset="0"/>
              </a:rPr>
              <a:t>Types of Ignition Systems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ADFEBA58-25B4-7F87-4C26-427D8F92FB16}"/>
              </a:ext>
            </a:extLst>
          </p:cNvPr>
          <p:cNvSpPr/>
          <p:nvPr/>
        </p:nvSpPr>
        <p:spPr>
          <a:xfrm>
            <a:off x="1107056" y="1715163"/>
            <a:ext cx="10900914" cy="369332"/>
          </a:xfrm>
          <a:prstGeom prst="rect">
            <a:avLst/>
          </a:prstGeom>
        </p:spPr>
        <p:txBody>
          <a:bodyPr wrap="square">
            <a:spAutoFit/>
          </a:bodyPr>
          <a:lstStyle/>
          <a:p>
            <a:r>
              <a:rPr lang="en-US" dirty="0"/>
              <a:t>Ignition systems have evolved over time to improve efficiency, reliability, and performance.</a:t>
            </a:r>
          </a:p>
        </p:txBody>
      </p:sp>
      <p:sp>
        <p:nvSpPr>
          <p:cNvPr id="5" name="Rectangle 4">
            <a:extLst>
              <a:ext uri="{FF2B5EF4-FFF2-40B4-BE49-F238E27FC236}">
                <a16:creationId xmlns:a16="http://schemas.microsoft.com/office/drawing/2014/main" id="{2EC5A233-1ACC-F6E0-258A-B0BC9938246A}"/>
              </a:ext>
            </a:extLst>
          </p:cNvPr>
          <p:cNvSpPr/>
          <p:nvPr/>
        </p:nvSpPr>
        <p:spPr>
          <a:xfrm>
            <a:off x="461513" y="2038329"/>
            <a:ext cx="11240719" cy="923330"/>
          </a:xfrm>
          <a:prstGeom prst="rect">
            <a:avLst/>
          </a:prstGeom>
        </p:spPr>
        <p:txBody>
          <a:bodyPr wrap="square">
            <a:spAutoFit/>
          </a:bodyPr>
          <a:lstStyle/>
          <a:p>
            <a:r>
              <a:rPr lang="en-US" b="1" dirty="0"/>
              <a:t>Conventional Breaker-Point Ignition</a:t>
            </a:r>
            <a:r>
              <a:rPr lang="en-US" dirty="0"/>
              <a:t>: The oldest type, relying on mechanical breaker points and a condenser within the distributor to open and close the primary circuit. These systems require frequent maintenance.</a:t>
            </a:r>
          </a:p>
        </p:txBody>
      </p:sp>
      <p:pic>
        <p:nvPicPr>
          <p:cNvPr id="6" name="Picture 5">
            <a:extLst>
              <a:ext uri="{FF2B5EF4-FFF2-40B4-BE49-F238E27FC236}">
                <a16:creationId xmlns:a16="http://schemas.microsoft.com/office/drawing/2014/main" id="{1FC91C66-5BC0-12F3-11F5-CBC5EB7FAB74}"/>
              </a:ext>
            </a:extLst>
          </p:cNvPr>
          <p:cNvPicPr>
            <a:picLocks noChangeAspect="1"/>
          </p:cNvPicPr>
          <p:nvPr/>
        </p:nvPicPr>
        <p:blipFill>
          <a:blip r:embed="rId5"/>
          <a:stretch>
            <a:fillRect/>
          </a:stretch>
        </p:blipFill>
        <p:spPr>
          <a:xfrm>
            <a:off x="3351042" y="3099133"/>
            <a:ext cx="5715000" cy="2857500"/>
          </a:xfrm>
          <a:prstGeom prst="rect">
            <a:avLst/>
          </a:prstGeom>
        </p:spPr>
      </p:pic>
    </p:spTree>
    <p:custDataLst>
      <p:tags r:id="rId1"/>
    </p:custDataLst>
    <p:extLst>
      <p:ext uri="{BB962C8B-B14F-4D97-AF65-F5344CB8AC3E}">
        <p14:creationId xmlns:p14="http://schemas.microsoft.com/office/powerpoint/2010/main" val="87015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ED6C5D-5E3E-19EF-F011-8E3EC6D45456}"/>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E45577DB-470D-993F-D5A1-0FA1C70D5D68}"/>
              </a:ext>
            </a:extLst>
          </p:cNvPr>
          <p:cNvSpPr txBox="1"/>
          <p:nvPr>
            <p:custDataLst>
              <p:tags r:id="rId2"/>
            </p:custDataLst>
          </p:nvPr>
        </p:nvSpPr>
        <p:spPr>
          <a:xfrm>
            <a:off x="952224" y="940053"/>
            <a:ext cx="10018643" cy="370371"/>
          </a:xfrm>
          <a:prstGeom prst="rect">
            <a:avLst/>
          </a:prstGeom>
          <a:noFill/>
        </p:spPr>
        <p:txBody>
          <a:bodyPr wrap="square" rtlCol="0">
            <a:noAutofit/>
          </a:bodyPr>
          <a:lstStyle/>
          <a:p>
            <a:r>
              <a:rPr lang="en-US" b="1" dirty="0"/>
              <a:t>Chapter 8 Service Ignition System Components</a:t>
            </a:r>
          </a:p>
        </p:txBody>
      </p:sp>
      <p:sp>
        <p:nvSpPr>
          <p:cNvPr id="22" name="文本框 21">
            <a:extLst>
              <a:ext uri="{FF2B5EF4-FFF2-40B4-BE49-F238E27FC236}">
                <a16:creationId xmlns:a16="http://schemas.microsoft.com/office/drawing/2014/main" id="{8464D279-0386-6AED-9E94-C4DA0018FC98}"/>
              </a:ext>
            </a:extLst>
          </p:cNvPr>
          <p:cNvSpPr txBox="1"/>
          <p:nvPr>
            <p:custDataLst>
              <p:tags r:id="rId3"/>
            </p:custDataLst>
          </p:nvPr>
        </p:nvSpPr>
        <p:spPr>
          <a:xfrm>
            <a:off x="1524001" y="462038"/>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7E781454-6394-0B52-3BC9-BF07582A62B2}"/>
              </a:ext>
            </a:extLst>
          </p:cNvPr>
          <p:cNvSpPr txBox="1"/>
          <p:nvPr/>
        </p:nvSpPr>
        <p:spPr>
          <a:xfrm>
            <a:off x="461513" y="6200028"/>
            <a:ext cx="3489385" cy="461665"/>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By Ibrahim </a:t>
            </a:r>
            <a:r>
              <a:rPr lang="en-US" altLang="zh-CN" sz="1200" cap="all" spc="100" dirty="0" err="1">
                <a:solidFill>
                  <a:srgbClr val="00B050"/>
                </a:solidFill>
                <a:latin typeface="微软雅黑" panose="020B0503020204020204" charset="-122"/>
                <a:ea typeface="微软雅黑" panose="020B0503020204020204" charset="-122"/>
              </a:rPr>
              <a:t>siraj</a:t>
            </a:r>
            <a:endParaRPr lang="en-US" altLang="zh-CN" sz="12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6316EFEA-81D6-D45E-5F55-0FE7505E5AFF}"/>
              </a:ext>
            </a:extLst>
          </p:cNvPr>
          <p:cNvSpPr/>
          <p:nvPr/>
        </p:nvSpPr>
        <p:spPr>
          <a:xfrm>
            <a:off x="799325" y="1310424"/>
            <a:ext cx="7738787" cy="35753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600" b="1" kern="0" dirty="0">
                <a:latin typeface="Times New Roman" panose="02020603050405020304" pitchFamily="18" charset="0"/>
                <a:ea typeface="Times New Roman" panose="02020603050405020304" pitchFamily="18" charset="0"/>
                <a:cs typeface="Arial" panose="020B0604020202020204" pitchFamily="34" charset="0"/>
              </a:rPr>
              <a:t>Types of Ignition Systems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60FC51D0-0549-EE0A-DA50-C88EDF720DDA}"/>
              </a:ext>
            </a:extLst>
          </p:cNvPr>
          <p:cNvSpPr/>
          <p:nvPr/>
        </p:nvSpPr>
        <p:spPr>
          <a:xfrm>
            <a:off x="1107056" y="1715163"/>
            <a:ext cx="10900914" cy="369332"/>
          </a:xfrm>
          <a:prstGeom prst="rect">
            <a:avLst/>
          </a:prstGeom>
        </p:spPr>
        <p:txBody>
          <a:bodyPr wrap="square">
            <a:spAutoFit/>
          </a:bodyPr>
          <a:lstStyle/>
          <a:p>
            <a:r>
              <a:rPr lang="en-US" dirty="0"/>
              <a:t>Ignition systems have evolved over time to improve efficiency, reliability, and performance.</a:t>
            </a:r>
          </a:p>
        </p:txBody>
      </p:sp>
      <p:sp>
        <p:nvSpPr>
          <p:cNvPr id="5" name="Rectangle 4">
            <a:extLst>
              <a:ext uri="{FF2B5EF4-FFF2-40B4-BE49-F238E27FC236}">
                <a16:creationId xmlns:a16="http://schemas.microsoft.com/office/drawing/2014/main" id="{6B8B3B94-2CFD-F413-9EB0-7AAA3D8E5C7D}"/>
              </a:ext>
            </a:extLst>
          </p:cNvPr>
          <p:cNvSpPr/>
          <p:nvPr/>
        </p:nvSpPr>
        <p:spPr>
          <a:xfrm>
            <a:off x="461513" y="2038329"/>
            <a:ext cx="11240719" cy="646331"/>
          </a:xfrm>
          <a:prstGeom prst="rect">
            <a:avLst/>
          </a:prstGeom>
        </p:spPr>
        <p:txBody>
          <a:bodyPr wrap="square">
            <a:spAutoFit/>
          </a:bodyPr>
          <a:lstStyle/>
          <a:p>
            <a:r>
              <a:rPr lang="en-US" b="1" dirty="0"/>
              <a:t>Electronic Ignition System</a:t>
            </a:r>
            <a:r>
              <a:rPr lang="en-US" dirty="0"/>
              <a:t>: Replaced mechanical points with solid-state electronics and sensors for more reliable operation and less maintenance. It still used a distributor to route the spark.</a:t>
            </a:r>
          </a:p>
        </p:txBody>
      </p:sp>
      <p:sp>
        <p:nvSpPr>
          <p:cNvPr id="7" name="TextBox 6">
            <a:extLst>
              <a:ext uri="{FF2B5EF4-FFF2-40B4-BE49-F238E27FC236}">
                <a16:creationId xmlns:a16="http://schemas.microsoft.com/office/drawing/2014/main" id="{20B3F404-69CE-4188-D7F9-989D7658AEB2}"/>
              </a:ext>
            </a:extLst>
          </p:cNvPr>
          <p:cNvSpPr txBox="1"/>
          <p:nvPr/>
        </p:nvSpPr>
        <p:spPr>
          <a:xfrm>
            <a:off x="489768" y="2684660"/>
            <a:ext cx="11212464" cy="646331"/>
          </a:xfrm>
          <a:prstGeom prst="rect">
            <a:avLst/>
          </a:prstGeom>
          <a:noFill/>
        </p:spPr>
        <p:txBody>
          <a:bodyPr wrap="square">
            <a:spAutoFit/>
          </a:bodyPr>
          <a:lstStyle/>
          <a:p>
            <a:r>
              <a:rPr lang="en-US" dirty="0"/>
              <a:t>An electronic ignition (EI) system is a modern automotive system that precisely controls spark timing using electronic components instead of mechanical ones.</a:t>
            </a:r>
          </a:p>
        </p:txBody>
      </p:sp>
      <p:pic>
        <p:nvPicPr>
          <p:cNvPr id="8" name="Picture 7">
            <a:extLst>
              <a:ext uri="{FF2B5EF4-FFF2-40B4-BE49-F238E27FC236}">
                <a16:creationId xmlns:a16="http://schemas.microsoft.com/office/drawing/2014/main" id="{C5189D62-3E51-9B88-0967-D250410252A8}"/>
              </a:ext>
            </a:extLst>
          </p:cNvPr>
          <p:cNvPicPr>
            <a:picLocks noChangeAspect="1"/>
          </p:cNvPicPr>
          <p:nvPr/>
        </p:nvPicPr>
        <p:blipFill>
          <a:blip r:embed="rId5"/>
          <a:stretch>
            <a:fillRect/>
          </a:stretch>
        </p:blipFill>
        <p:spPr>
          <a:xfrm>
            <a:off x="4838407" y="3429000"/>
            <a:ext cx="5627956" cy="2966962"/>
          </a:xfrm>
          <a:prstGeom prst="rect">
            <a:avLst/>
          </a:prstGeom>
        </p:spPr>
      </p:pic>
    </p:spTree>
    <p:custDataLst>
      <p:tags r:id="rId1"/>
    </p:custDataLst>
    <p:extLst>
      <p:ext uri="{BB962C8B-B14F-4D97-AF65-F5344CB8AC3E}">
        <p14:creationId xmlns:p14="http://schemas.microsoft.com/office/powerpoint/2010/main" val="28060477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9C351-0802-E7E5-6409-7ED1ABCEEC0A}"/>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61A9398A-BD21-C65A-4924-75E6AAD290D7}"/>
              </a:ext>
            </a:extLst>
          </p:cNvPr>
          <p:cNvSpPr txBox="1"/>
          <p:nvPr>
            <p:custDataLst>
              <p:tags r:id="rId2"/>
            </p:custDataLst>
          </p:nvPr>
        </p:nvSpPr>
        <p:spPr>
          <a:xfrm>
            <a:off x="952224" y="940053"/>
            <a:ext cx="10018643" cy="370371"/>
          </a:xfrm>
          <a:prstGeom prst="rect">
            <a:avLst/>
          </a:prstGeom>
          <a:noFill/>
        </p:spPr>
        <p:txBody>
          <a:bodyPr wrap="square" rtlCol="0">
            <a:noAutofit/>
          </a:bodyPr>
          <a:lstStyle/>
          <a:p>
            <a:r>
              <a:rPr lang="en-US" b="1" dirty="0"/>
              <a:t>Chapter 8 Service Ignition System Components</a:t>
            </a:r>
          </a:p>
        </p:txBody>
      </p:sp>
      <p:sp>
        <p:nvSpPr>
          <p:cNvPr id="22" name="文本框 21">
            <a:extLst>
              <a:ext uri="{FF2B5EF4-FFF2-40B4-BE49-F238E27FC236}">
                <a16:creationId xmlns:a16="http://schemas.microsoft.com/office/drawing/2014/main" id="{AF742BE2-CFA6-1B8A-F13D-EDF52EA26FE0}"/>
              </a:ext>
            </a:extLst>
          </p:cNvPr>
          <p:cNvSpPr txBox="1"/>
          <p:nvPr>
            <p:custDataLst>
              <p:tags r:id="rId3"/>
            </p:custDataLst>
          </p:nvPr>
        </p:nvSpPr>
        <p:spPr>
          <a:xfrm>
            <a:off x="1524001" y="462038"/>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11CD3677-2C6D-E12E-7030-79994070005D}"/>
              </a:ext>
            </a:extLst>
          </p:cNvPr>
          <p:cNvSpPr txBox="1"/>
          <p:nvPr/>
        </p:nvSpPr>
        <p:spPr>
          <a:xfrm>
            <a:off x="461513" y="6200028"/>
            <a:ext cx="3489385" cy="461665"/>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By Ibrahim </a:t>
            </a:r>
            <a:r>
              <a:rPr lang="en-US" altLang="zh-CN" sz="1200" cap="all" spc="100" dirty="0" err="1">
                <a:solidFill>
                  <a:srgbClr val="00B050"/>
                </a:solidFill>
                <a:latin typeface="微软雅黑" panose="020B0503020204020204" charset="-122"/>
                <a:ea typeface="微软雅黑" panose="020B0503020204020204" charset="-122"/>
              </a:rPr>
              <a:t>siraj</a:t>
            </a:r>
            <a:endParaRPr lang="en-US" altLang="zh-CN" sz="12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34643BD6-33DF-1AEA-2121-A83DC1D13937}"/>
              </a:ext>
            </a:extLst>
          </p:cNvPr>
          <p:cNvSpPr/>
          <p:nvPr/>
        </p:nvSpPr>
        <p:spPr>
          <a:xfrm>
            <a:off x="799325" y="1310424"/>
            <a:ext cx="7738787" cy="35753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600" b="1" kern="0" dirty="0">
                <a:latin typeface="Times New Roman" panose="02020603050405020304" pitchFamily="18" charset="0"/>
                <a:ea typeface="Times New Roman" panose="02020603050405020304" pitchFamily="18" charset="0"/>
                <a:cs typeface="Arial" panose="020B0604020202020204" pitchFamily="34" charset="0"/>
              </a:rPr>
              <a:t>Types of Ignition Systems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DB188D30-5233-12C0-D201-BBA929F64467}"/>
              </a:ext>
            </a:extLst>
          </p:cNvPr>
          <p:cNvSpPr/>
          <p:nvPr/>
        </p:nvSpPr>
        <p:spPr>
          <a:xfrm>
            <a:off x="1107056" y="1715163"/>
            <a:ext cx="10900914" cy="369332"/>
          </a:xfrm>
          <a:prstGeom prst="rect">
            <a:avLst/>
          </a:prstGeom>
        </p:spPr>
        <p:txBody>
          <a:bodyPr wrap="square">
            <a:spAutoFit/>
          </a:bodyPr>
          <a:lstStyle/>
          <a:p>
            <a:r>
              <a:rPr lang="en-US" dirty="0"/>
              <a:t>Ignition systems have evolved over time to improve efficiency, reliability, and performance.</a:t>
            </a:r>
          </a:p>
        </p:txBody>
      </p:sp>
      <p:sp>
        <p:nvSpPr>
          <p:cNvPr id="5" name="Rectangle 4">
            <a:extLst>
              <a:ext uri="{FF2B5EF4-FFF2-40B4-BE49-F238E27FC236}">
                <a16:creationId xmlns:a16="http://schemas.microsoft.com/office/drawing/2014/main" id="{6B109DCC-830D-32B2-154D-B56830450AE9}"/>
              </a:ext>
            </a:extLst>
          </p:cNvPr>
          <p:cNvSpPr/>
          <p:nvPr/>
        </p:nvSpPr>
        <p:spPr>
          <a:xfrm>
            <a:off x="461513" y="2038329"/>
            <a:ext cx="11240719" cy="923330"/>
          </a:xfrm>
          <a:prstGeom prst="rect">
            <a:avLst/>
          </a:prstGeom>
        </p:spPr>
        <p:txBody>
          <a:bodyPr wrap="square">
            <a:spAutoFit/>
          </a:bodyPr>
          <a:lstStyle/>
          <a:p>
            <a:r>
              <a:rPr lang="en-US" b="1" dirty="0"/>
              <a:t>Distributor less Ignition System (DIS): </a:t>
            </a:r>
            <a:r>
              <a:rPr lang="en-US" dirty="0"/>
              <a:t>Eliminates the distributor entirely, using multiple ignition coils (one for every pair of cylinders). Timing is controlled by the engine computer, improving accuracy and reducing moving parts.</a:t>
            </a:r>
          </a:p>
        </p:txBody>
      </p:sp>
      <p:sp>
        <p:nvSpPr>
          <p:cNvPr id="7" name="TextBox 6">
            <a:extLst>
              <a:ext uri="{FF2B5EF4-FFF2-40B4-BE49-F238E27FC236}">
                <a16:creationId xmlns:a16="http://schemas.microsoft.com/office/drawing/2014/main" id="{98FC02BB-C39B-8967-C4B8-6180C27F59B2}"/>
              </a:ext>
            </a:extLst>
          </p:cNvPr>
          <p:cNvSpPr txBox="1"/>
          <p:nvPr/>
        </p:nvSpPr>
        <p:spPr>
          <a:xfrm>
            <a:off x="489767" y="2961659"/>
            <a:ext cx="10722183" cy="923330"/>
          </a:xfrm>
          <a:prstGeom prst="rect">
            <a:avLst/>
          </a:prstGeom>
          <a:noFill/>
        </p:spPr>
        <p:txBody>
          <a:bodyPr wrap="square">
            <a:spAutoFit/>
          </a:bodyPr>
          <a:lstStyle/>
          <a:p>
            <a:r>
              <a:rPr lang="en-US" dirty="0"/>
              <a:t>A </a:t>
            </a:r>
            <a:r>
              <a:rPr lang="en-US" dirty="0" err="1"/>
              <a:t>distributorless</a:t>
            </a:r>
            <a:r>
              <a:rPr lang="en-US" dirty="0"/>
              <a:t> ignition system (DIS) is a modern car ignition system that eliminates the mechanical distributor, using electronic controls to deliver spark directly to the spark plugs via individual coils or a coil pack. </a:t>
            </a:r>
          </a:p>
        </p:txBody>
      </p:sp>
      <p:pic>
        <p:nvPicPr>
          <p:cNvPr id="8" name="Picture 7">
            <a:extLst>
              <a:ext uri="{FF2B5EF4-FFF2-40B4-BE49-F238E27FC236}">
                <a16:creationId xmlns:a16="http://schemas.microsoft.com/office/drawing/2014/main" id="{D90CA076-33D8-0807-FE9F-3C25B7B39795}"/>
              </a:ext>
            </a:extLst>
          </p:cNvPr>
          <p:cNvPicPr>
            <a:picLocks noChangeAspect="1"/>
          </p:cNvPicPr>
          <p:nvPr/>
        </p:nvPicPr>
        <p:blipFill>
          <a:blip r:embed="rId5"/>
          <a:stretch>
            <a:fillRect/>
          </a:stretch>
        </p:blipFill>
        <p:spPr>
          <a:xfrm>
            <a:off x="4631203" y="3699803"/>
            <a:ext cx="5612727" cy="3158197"/>
          </a:xfrm>
          <a:prstGeom prst="rect">
            <a:avLst/>
          </a:prstGeom>
        </p:spPr>
      </p:pic>
    </p:spTree>
    <p:custDataLst>
      <p:tags r:id="rId1"/>
    </p:custDataLst>
    <p:extLst>
      <p:ext uri="{BB962C8B-B14F-4D97-AF65-F5344CB8AC3E}">
        <p14:creationId xmlns:p14="http://schemas.microsoft.com/office/powerpoint/2010/main" val="42299383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F83E90-50AE-FD91-200F-5E2ADFC607A1}"/>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7D0FC2A6-81E2-14B1-7765-D025D63841E2}"/>
              </a:ext>
            </a:extLst>
          </p:cNvPr>
          <p:cNvSpPr txBox="1"/>
          <p:nvPr>
            <p:custDataLst>
              <p:tags r:id="rId2"/>
            </p:custDataLst>
          </p:nvPr>
        </p:nvSpPr>
        <p:spPr>
          <a:xfrm>
            <a:off x="952224" y="940053"/>
            <a:ext cx="10018643" cy="370371"/>
          </a:xfrm>
          <a:prstGeom prst="rect">
            <a:avLst/>
          </a:prstGeom>
          <a:noFill/>
        </p:spPr>
        <p:txBody>
          <a:bodyPr wrap="square" rtlCol="0">
            <a:noAutofit/>
          </a:bodyPr>
          <a:lstStyle/>
          <a:p>
            <a:r>
              <a:rPr lang="en-US" b="1" dirty="0"/>
              <a:t>Chapter 8 Service Ignition System Components</a:t>
            </a:r>
          </a:p>
        </p:txBody>
      </p:sp>
      <p:sp>
        <p:nvSpPr>
          <p:cNvPr id="22" name="文本框 21">
            <a:extLst>
              <a:ext uri="{FF2B5EF4-FFF2-40B4-BE49-F238E27FC236}">
                <a16:creationId xmlns:a16="http://schemas.microsoft.com/office/drawing/2014/main" id="{C0052D39-AE0E-FA5C-6F95-F1822D8A0A9E}"/>
              </a:ext>
            </a:extLst>
          </p:cNvPr>
          <p:cNvSpPr txBox="1"/>
          <p:nvPr>
            <p:custDataLst>
              <p:tags r:id="rId3"/>
            </p:custDataLst>
          </p:nvPr>
        </p:nvSpPr>
        <p:spPr>
          <a:xfrm>
            <a:off x="1524001" y="462038"/>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618C98AD-A5ED-0FC2-76DC-42FC8BE4F491}"/>
              </a:ext>
            </a:extLst>
          </p:cNvPr>
          <p:cNvSpPr txBox="1"/>
          <p:nvPr/>
        </p:nvSpPr>
        <p:spPr>
          <a:xfrm>
            <a:off x="461513" y="6200028"/>
            <a:ext cx="3489385" cy="461665"/>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By Ibrahim </a:t>
            </a:r>
            <a:r>
              <a:rPr lang="en-US" altLang="zh-CN" sz="1200" cap="all" spc="100" dirty="0" err="1">
                <a:solidFill>
                  <a:srgbClr val="00B050"/>
                </a:solidFill>
                <a:latin typeface="微软雅黑" panose="020B0503020204020204" charset="-122"/>
                <a:ea typeface="微软雅黑" panose="020B0503020204020204" charset="-122"/>
              </a:rPr>
              <a:t>siraj</a:t>
            </a:r>
            <a:endParaRPr lang="en-US" altLang="zh-CN" sz="12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C8A01456-912E-EA48-79E1-216A92D46ACF}"/>
              </a:ext>
            </a:extLst>
          </p:cNvPr>
          <p:cNvSpPr/>
          <p:nvPr/>
        </p:nvSpPr>
        <p:spPr>
          <a:xfrm>
            <a:off x="799325" y="1310424"/>
            <a:ext cx="7738787" cy="35753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600" b="1" kern="0" dirty="0">
                <a:latin typeface="Times New Roman" panose="02020603050405020304" pitchFamily="18" charset="0"/>
                <a:ea typeface="Times New Roman" panose="02020603050405020304" pitchFamily="18" charset="0"/>
                <a:cs typeface="Arial" panose="020B0604020202020204" pitchFamily="34" charset="0"/>
              </a:rPr>
              <a:t>Types of Ignition Systems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726DA895-974B-09FE-735A-B2FB98563A7F}"/>
              </a:ext>
            </a:extLst>
          </p:cNvPr>
          <p:cNvSpPr/>
          <p:nvPr/>
        </p:nvSpPr>
        <p:spPr>
          <a:xfrm>
            <a:off x="1107056" y="1715163"/>
            <a:ext cx="10900914" cy="369332"/>
          </a:xfrm>
          <a:prstGeom prst="rect">
            <a:avLst/>
          </a:prstGeom>
        </p:spPr>
        <p:txBody>
          <a:bodyPr wrap="square">
            <a:spAutoFit/>
          </a:bodyPr>
          <a:lstStyle/>
          <a:p>
            <a:r>
              <a:rPr lang="en-US" dirty="0"/>
              <a:t>Ignition systems have evolved over time to improve efficiency, reliability, and performance.</a:t>
            </a:r>
          </a:p>
        </p:txBody>
      </p:sp>
      <p:sp>
        <p:nvSpPr>
          <p:cNvPr id="5" name="Rectangle 4">
            <a:extLst>
              <a:ext uri="{FF2B5EF4-FFF2-40B4-BE49-F238E27FC236}">
                <a16:creationId xmlns:a16="http://schemas.microsoft.com/office/drawing/2014/main" id="{4A57F8D9-3DD3-4937-8E43-240097257293}"/>
              </a:ext>
            </a:extLst>
          </p:cNvPr>
          <p:cNvSpPr/>
          <p:nvPr/>
        </p:nvSpPr>
        <p:spPr>
          <a:xfrm>
            <a:off x="461513" y="2038329"/>
            <a:ext cx="11240719" cy="923330"/>
          </a:xfrm>
          <a:prstGeom prst="rect">
            <a:avLst/>
          </a:prstGeom>
        </p:spPr>
        <p:txBody>
          <a:bodyPr wrap="square">
            <a:spAutoFit/>
          </a:bodyPr>
          <a:lstStyle/>
          <a:p>
            <a:r>
              <a:rPr lang="en-US" b="1" dirty="0"/>
              <a:t>Coil-On-Plug (COP) System</a:t>
            </a:r>
            <a:r>
              <a:rPr lang="en-US" dirty="0"/>
              <a:t>: The most advanced type, where an individual ignition coil sits directly on top of each spark plug. This design maximizes spark energy, improves fuel economy, and removes the need for spark plug wires, further enhancing reliability.</a:t>
            </a:r>
          </a:p>
        </p:txBody>
      </p:sp>
      <p:sp>
        <p:nvSpPr>
          <p:cNvPr id="7" name="TextBox 6">
            <a:extLst>
              <a:ext uri="{FF2B5EF4-FFF2-40B4-BE49-F238E27FC236}">
                <a16:creationId xmlns:a16="http://schemas.microsoft.com/office/drawing/2014/main" id="{8672A777-6488-51EE-0B95-1FA9CD3F410A}"/>
              </a:ext>
            </a:extLst>
          </p:cNvPr>
          <p:cNvSpPr txBox="1"/>
          <p:nvPr/>
        </p:nvSpPr>
        <p:spPr>
          <a:xfrm>
            <a:off x="461513" y="3059668"/>
            <a:ext cx="6098344" cy="369332"/>
          </a:xfrm>
          <a:prstGeom prst="rect">
            <a:avLst/>
          </a:prstGeom>
          <a:noFill/>
        </p:spPr>
        <p:txBody>
          <a:bodyPr wrap="square">
            <a:spAutoFit/>
          </a:bodyPr>
          <a:lstStyle/>
          <a:p>
            <a:r>
              <a:rPr lang="en-US" b="1" dirty="0"/>
              <a:t>How it works</a:t>
            </a:r>
          </a:p>
        </p:txBody>
      </p:sp>
      <p:sp>
        <p:nvSpPr>
          <p:cNvPr id="9" name="TextBox 8">
            <a:extLst>
              <a:ext uri="{FF2B5EF4-FFF2-40B4-BE49-F238E27FC236}">
                <a16:creationId xmlns:a16="http://schemas.microsoft.com/office/drawing/2014/main" id="{07A86EA4-1C14-5258-7732-4B649A18E949}"/>
              </a:ext>
            </a:extLst>
          </p:cNvPr>
          <p:cNvSpPr txBox="1"/>
          <p:nvPr/>
        </p:nvSpPr>
        <p:spPr>
          <a:xfrm>
            <a:off x="461512" y="3441680"/>
            <a:ext cx="11240719" cy="2031325"/>
          </a:xfrm>
          <a:prstGeom prst="rect">
            <a:avLst/>
          </a:prstGeom>
          <a:noFill/>
        </p:spPr>
        <p:txBody>
          <a:bodyPr wrap="square">
            <a:spAutoFit/>
          </a:bodyPr>
          <a:lstStyle/>
          <a:p>
            <a:r>
              <a:rPr lang="en-US" b="1" dirty="0"/>
              <a:t>Individual coils: </a:t>
            </a:r>
            <a:r>
              <a:rPr lang="en-US" dirty="0"/>
              <a:t>Each cylinder has a dedicated ignition coil that sits directly on top of the spark plug, sometimes connected by a rubber boot.</a:t>
            </a:r>
          </a:p>
          <a:p>
            <a:r>
              <a:rPr lang="en-US" b="1" dirty="0"/>
              <a:t>ECU control: </a:t>
            </a:r>
            <a:r>
              <a:rPr lang="en-US" dirty="0"/>
              <a:t>The Engine Control Unit (ECU) receives information from various sensors (like the crankshaft and camshaft position sensors) to determine the precise moment to fire each coil.</a:t>
            </a:r>
          </a:p>
          <a:p>
            <a:r>
              <a:rPr lang="en-US" b="1" dirty="0"/>
              <a:t>Individual firing: </a:t>
            </a:r>
            <a:r>
              <a:rPr lang="en-US" dirty="0"/>
              <a:t>The ECU sends a signal to a specific coil, which generates a high-voltage spark to ignite the air-fuel mixture in that cylinder. This is different from older systems that used a single coil and a distributor to send the spark to each plug</a:t>
            </a:r>
          </a:p>
        </p:txBody>
      </p:sp>
    </p:spTree>
    <p:custDataLst>
      <p:tags r:id="rId1"/>
    </p:custDataLst>
    <p:extLst>
      <p:ext uri="{BB962C8B-B14F-4D97-AF65-F5344CB8AC3E}">
        <p14:creationId xmlns:p14="http://schemas.microsoft.com/office/powerpoint/2010/main" val="13831007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11A0F-AB63-20E3-BD6F-46018B8C145D}"/>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B62AF136-94DA-EF4B-1C50-874FB25F04C1}"/>
              </a:ext>
            </a:extLst>
          </p:cNvPr>
          <p:cNvSpPr txBox="1"/>
          <p:nvPr>
            <p:custDataLst>
              <p:tags r:id="rId2"/>
            </p:custDataLst>
          </p:nvPr>
        </p:nvSpPr>
        <p:spPr>
          <a:xfrm>
            <a:off x="952224" y="940053"/>
            <a:ext cx="10018643" cy="370371"/>
          </a:xfrm>
          <a:prstGeom prst="rect">
            <a:avLst/>
          </a:prstGeom>
          <a:noFill/>
        </p:spPr>
        <p:txBody>
          <a:bodyPr wrap="square" rtlCol="0">
            <a:noAutofit/>
          </a:bodyPr>
          <a:lstStyle/>
          <a:p>
            <a:r>
              <a:rPr lang="en-US" b="1" dirty="0"/>
              <a:t>Chapter 8 Service Ignition System Components</a:t>
            </a:r>
          </a:p>
        </p:txBody>
      </p:sp>
      <p:sp>
        <p:nvSpPr>
          <p:cNvPr id="22" name="文本框 21">
            <a:extLst>
              <a:ext uri="{FF2B5EF4-FFF2-40B4-BE49-F238E27FC236}">
                <a16:creationId xmlns:a16="http://schemas.microsoft.com/office/drawing/2014/main" id="{34DBF71B-1B3F-A6CA-9322-398BFEF75AC3}"/>
              </a:ext>
            </a:extLst>
          </p:cNvPr>
          <p:cNvSpPr txBox="1"/>
          <p:nvPr>
            <p:custDataLst>
              <p:tags r:id="rId3"/>
            </p:custDataLst>
          </p:nvPr>
        </p:nvSpPr>
        <p:spPr>
          <a:xfrm>
            <a:off x="1524001" y="462038"/>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45706874-A01F-E956-B2F1-4F06B47E0B10}"/>
              </a:ext>
            </a:extLst>
          </p:cNvPr>
          <p:cNvSpPr txBox="1"/>
          <p:nvPr/>
        </p:nvSpPr>
        <p:spPr>
          <a:xfrm>
            <a:off x="461513" y="6200028"/>
            <a:ext cx="3489385" cy="461665"/>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By Ibrahim </a:t>
            </a:r>
            <a:r>
              <a:rPr lang="en-US" altLang="zh-CN" sz="1200" cap="all" spc="100" dirty="0" err="1">
                <a:solidFill>
                  <a:srgbClr val="00B050"/>
                </a:solidFill>
                <a:latin typeface="微软雅黑" panose="020B0503020204020204" charset="-122"/>
                <a:ea typeface="微软雅黑" panose="020B0503020204020204" charset="-122"/>
              </a:rPr>
              <a:t>siraj</a:t>
            </a:r>
            <a:endParaRPr lang="en-US" altLang="zh-CN" sz="12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B6E083B9-35F8-78E8-1214-84FC28693240}"/>
              </a:ext>
            </a:extLst>
          </p:cNvPr>
          <p:cNvSpPr/>
          <p:nvPr/>
        </p:nvSpPr>
        <p:spPr>
          <a:xfrm>
            <a:off x="799325" y="1310424"/>
            <a:ext cx="7738787" cy="35753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600" b="1" kern="0" dirty="0">
                <a:latin typeface="Times New Roman" panose="02020603050405020304" pitchFamily="18" charset="0"/>
                <a:ea typeface="Times New Roman" panose="02020603050405020304" pitchFamily="18" charset="0"/>
                <a:cs typeface="Arial" panose="020B0604020202020204" pitchFamily="34" charset="0"/>
              </a:rPr>
              <a:t>Types of Ignition Systems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8" name="TextBox 7">
            <a:extLst>
              <a:ext uri="{FF2B5EF4-FFF2-40B4-BE49-F238E27FC236}">
                <a16:creationId xmlns:a16="http://schemas.microsoft.com/office/drawing/2014/main" id="{8521BEFC-8403-E7C1-F05A-519570B597F4}"/>
              </a:ext>
            </a:extLst>
          </p:cNvPr>
          <p:cNvSpPr txBox="1"/>
          <p:nvPr/>
        </p:nvSpPr>
        <p:spPr>
          <a:xfrm>
            <a:off x="1107831" y="1680795"/>
            <a:ext cx="6098344" cy="369332"/>
          </a:xfrm>
          <a:prstGeom prst="rect">
            <a:avLst/>
          </a:prstGeom>
          <a:noFill/>
        </p:spPr>
        <p:txBody>
          <a:bodyPr wrap="square">
            <a:spAutoFit/>
          </a:bodyPr>
          <a:lstStyle/>
          <a:p>
            <a:r>
              <a:rPr lang="en-US" b="1" dirty="0"/>
              <a:t>A coil-on-plug (COP</a:t>
            </a:r>
          </a:p>
        </p:txBody>
      </p:sp>
      <p:sp>
        <p:nvSpPr>
          <p:cNvPr id="11" name="TextBox 10">
            <a:extLst>
              <a:ext uri="{FF2B5EF4-FFF2-40B4-BE49-F238E27FC236}">
                <a16:creationId xmlns:a16="http://schemas.microsoft.com/office/drawing/2014/main" id="{B1B6232A-FCDC-2969-E08A-53AEF932C210}"/>
              </a:ext>
            </a:extLst>
          </p:cNvPr>
          <p:cNvSpPr txBox="1"/>
          <p:nvPr/>
        </p:nvSpPr>
        <p:spPr>
          <a:xfrm>
            <a:off x="1107831" y="2062964"/>
            <a:ext cx="6098344" cy="369332"/>
          </a:xfrm>
          <a:prstGeom prst="rect">
            <a:avLst/>
          </a:prstGeom>
          <a:noFill/>
        </p:spPr>
        <p:txBody>
          <a:bodyPr wrap="square">
            <a:spAutoFit/>
          </a:bodyPr>
          <a:lstStyle/>
          <a:p>
            <a:r>
              <a:rPr lang="en-US" dirty="0"/>
              <a:t>Key advantages</a:t>
            </a:r>
          </a:p>
        </p:txBody>
      </p:sp>
      <p:sp>
        <p:nvSpPr>
          <p:cNvPr id="13" name="TextBox 12">
            <a:extLst>
              <a:ext uri="{FF2B5EF4-FFF2-40B4-BE49-F238E27FC236}">
                <a16:creationId xmlns:a16="http://schemas.microsoft.com/office/drawing/2014/main" id="{C442A3B3-F56B-7ABA-0EFF-A2751BC52535}"/>
              </a:ext>
            </a:extLst>
          </p:cNvPr>
          <p:cNvSpPr txBox="1"/>
          <p:nvPr/>
        </p:nvSpPr>
        <p:spPr>
          <a:xfrm>
            <a:off x="1134211" y="2420318"/>
            <a:ext cx="10162146" cy="2585323"/>
          </a:xfrm>
          <a:prstGeom prst="rect">
            <a:avLst/>
          </a:prstGeom>
          <a:noFill/>
        </p:spPr>
        <p:txBody>
          <a:bodyPr wrap="square">
            <a:spAutoFit/>
          </a:bodyPr>
          <a:lstStyle/>
          <a:p>
            <a:r>
              <a:rPr lang="en-US" dirty="0"/>
              <a:t>Improved performance: More precise, stronger sparks lead to better combustion, which can increase power and improve the engine's response.</a:t>
            </a:r>
          </a:p>
          <a:p>
            <a:r>
              <a:rPr lang="en-US" dirty="0"/>
              <a:t>Greater efficiency: Individual coil control and more reliable firing can result in better fuel economy and lower emissions.</a:t>
            </a:r>
          </a:p>
          <a:p>
            <a:r>
              <a:rPr lang="en-US" dirty="0"/>
              <a:t>Enhanced reliability: By removing spark plug wires, COP systems eliminate potential issues like voltage drops and wear over time. If one coil fails, only that coil needs to be replaced, not all of them.</a:t>
            </a:r>
          </a:p>
          <a:p>
            <a:r>
              <a:rPr lang="en-US" dirty="0"/>
              <a:t>Longer service life: Many modern COP systems can use high-durability iridium or platinum spark plugs that last much longer than older copper plug</a:t>
            </a:r>
          </a:p>
        </p:txBody>
      </p:sp>
    </p:spTree>
    <p:custDataLst>
      <p:tags r:id="rId1"/>
    </p:custDataLst>
    <p:extLst>
      <p:ext uri="{BB962C8B-B14F-4D97-AF65-F5344CB8AC3E}">
        <p14:creationId xmlns:p14="http://schemas.microsoft.com/office/powerpoint/2010/main" val="30569994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1B71C-F7CE-0C38-A95E-7FAC383853DA}"/>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89957CF6-E738-F523-AB3D-47651D95EA99}"/>
              </a:ext>
            </a:extLst>
          </p:cNvPr>
          <p:cNvSpPr txBox="1"/>
          <p:nvPr>
            <p:custDataLst>
              <p:tags r:id="rId2"/>
            </p:custDataLst>
          </p:nvPr>
        </p:nvSpPr>
        <p:spPr>
          <a:xfrm>
            <a:off x="952224" y="940053"/>
            <a:ext cx="10018643" cy="370371"/>
          </a:xfrm>
          <a:prstGeom prst="rect">
            <a:avLst/>
          </a:prstGeom>
          <a:noFill/>
        </p:spPr>
        <p:txBody>
          <a:bodyPr wrap="square" rtlCol="0">
            <a:noAutofit/>
          </a:bodyPr>
          <a:lstStyle/>
          <a:p>
            <a:r>
              <a:rPr lang="en-US" b="1" dirty="0"/>
              <a:t>Chapter 8 Service Ignition System Components</a:t>
            </a:r>
          </a:p>
        </p:txBody>
      </p:sp>
      <p:sp>
        <p:nvSpPr>
          <p:cNvPr id="22" name="文本框 21">
            <a:extLst>
              <a:ext uri="{FF2B5EF4-FFF2-40B4-BE49-F238E27FC236}">
                <a16:creationId xmlns:a16="http://schemas.microsoft.com/office/drawing/2014/main" id="{60F31E83-F4B1-7F9A-EEFE-DBEC84FC9809}"/>
              </a:ext>
            </a:extLst>
          </p:cNvPr>
          <p:cNvSpPr txBox="1"/>
          <p:nvPr>
            <p:custDataLst>
              <p:tags r:id="rId3"/>
            </p:custDataLst>
          </p:nvPr>
        </p:nvSpPr>
        <p:spPr>
          <a:xfrm>
            <a:off x="1524001" y="462038"/>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0C30471E-30F7-65BE-F004-B156DEB11B53}"/>
              </a:ext>
            </a:extLst>
          </p:cNvPr>
          <p:cNvSpPr txBox="1"/>
          <p:nvPr/>
        </p:nvSpPr>
        <p:spPr>
          <a:xfrm>
            <a:off x="461513" y="6200028"/>
            <a:ext cx="3489385" cy="461665"/>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By Ibrahim </a:t>
            </a:r>
            <a:r>
              <a:rPr lang="en-US" altLang="zh-CN" sz="1200" cap="all" spc="100" dirty="0" err="1">
                <a:solidFill>
                  <a:srgbClr val="00B050"/>
                </a:solidFill>
                <a:latin typeface="微软雅黑" panose="020B0503020204020204" charset="-122"/>
                <a:ea typeface="微软雅黑" panose="020B0503020204020204" charset="-122"/>
              </a:rPr>
              <a:t>siraj</a:t>
            </a:r>
            <a:endParaRPr lang="en-US" altLang="zh-CN" sz="12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CF468D3B-3611-3381-6C5E-F197958D9BB9}"/>
              </a:ext>
            </a:extLst>
          </p:cNvPr>
          <p:cNvSpPr/>
          <p:nvPr/>
        </p:nvSpPr>
        <p:spPr>
          <a:xfrm>
            <a:off x="799325" y="1310424"/>
            <a:ext cx="7738787" cy="35753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600" b="1" kern="0" dirty="0">
                <a:latin typeface="Times New Roman" panose="02020603050405020304" pitchFamily="18" charset="0"/>
                <a:ea typeface="Times New Roman" panose="02020603050405020304" pitchFamily="18" charset="0"/>
                <a:cs typeface="Arial" panose="020B0604020202020204" pitchFamily="34" charset="0"/>
              </a:rPr>
              <a:t>Types of Ignition Systems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8" name="TextBox 7">
            <a:extLst>
              <a:ext uri="{FF2B5EF4-FFF2-40B4-BE49-F238E27FC236}">
                <a16:creationId xmlns:a16="http://schemas.microsoft.com/office/drawing/2014/main" id="{B22C4506-4411-3601-FAD5-1E6A666B25ED}"/>
              </a:ext>
            </a:extLst>
          </p:cNvPr>
          <p:cNvSpPr txBox="1"/>
          <p:nvPr/>
        </p:nvSpPr>
        <p:spPr>
          <a:xfrm>
            <a:off x="1107831" y="1680795"/>
            <a:ext cx="6098344" cy="369332"/>
          </a:xfrm>
          <a:prstGeom prst="rect">
            <a:avLst/>
          </a:prstGeom>
          <a:noFill/>
        </p:spPr>
        <p:txBody>
          <a:bodyPr wrap="square">
            <a:spAutoFit/>
          </a:bodyPr>
          <a:lstStyle/>
          <a:p>
            <a:r>
              <a:rPr lang="en-US" b="1" dirty="0"/>
              <a:t>A coil-on-plug (COP</a:t>
            </a:r>
          </a:p>
        </p:txBody>
      </p:sp>
      <p:sp>
        <p:nvSpPr>
          <p:cNvPr id="11" name="TextBox 10">
            <a:extLst>
              <a:ext uri="{FF2B5EF4-FFF2-40B4-BE49-F238E27FC236}">
                <a16:creationId xmlns:a16="http://schemas.microsoft.com/office/drawing/2014/main" id="{BBA65B34-E1C3-C331-174D-3FA8FC3A22F8}"/>
              </a:ext>
            </a:extLst>
          </p:cNvPr>
          <p:cNvSpPr txBox="1"/>
          <p:nvPr/>
        </p:nvSpPr>
        <p:spPr>
          <a:xfrm>
            <a:off x="1107831" y="2062964"/>
            <a:ext cx="6098344" cy="369332"/>
          </a:xfrm>
          <a:prstGeom prst="rect">
            <a:avLst/>
          </a:prstGeom>
          <a:noFill/>
        </p:spPr>
        <p:txBody>
          <a:bodyPr wrap="square">
            <a:spAutoFit/>
          </a:bodyPr>
          <a:lstStyle/>
          <a:p>
            <a:r>
              <a:rPr lang="en-US" dirty="0"/>
              <a:t>Key advantages</a:t>
            </a:r>
          </a:p>
        </p:txBody>
      </p:sp>
      <p:pic>
        <p:nvPicPr>
          <p:cNvPr id="4" name="Picture 3">
            <a:extLst>
              <a:ext uri="{FF2B5EF4-FFF2-40B4-BE49-F238E27FC236}">
                <a16:creationId xmlns:a16="http://schemas.microsoft.com/office/drawing/2014/main" id="{10E23389-D0AA-75EB-C469-7FBCF8AB21D7}"/>
              </a:ext>
            </a:extLst>
          </p:cNvPr>
          <p:cNvPicPr>
            <a:picLocks noChangeAspect="1"/>
          </p:cNvPicPr>
          <p:nvPr/>
        </p:nvPicPr>
        <p:blipFill>
          <a:blip r:embed="rId5"/>
          <a:stretch>
            <a:fillRect/>
          </a:stretch>
        </p:blipFill>
        <p:spPr>
          <a:xfrm>
            <a:off x="1128053" y="2819221"/>
            <a:ext cx="6524772" cy="3262386"/>
          </a:xfrm>
          <a:prstGeom prst="rect">
            <a:avLst/>
          </a:prstGeom>
        </p:spPr>
      </p:pic>
    </p:spTree>
    <p:custDataLst>
      <p:tags r:id="rId1"/>
    </p:custDataLst>
    <p:extLst>
      <p:ext uri="{BB962C8B-B14F-4D97-AF65-F5344CB8AC3E}">
        <p14:creationId xmlns:p14="http://schemas.microsoft.com/office/powerpoint/2010/main" val="34678533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DA35A-3C44-E1F5-6A4A-4FB2DEE19BDD}"/>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A80E6306-BFBB-51C0-8CBD-488116258E6C}"/>
              </a:ext>
            </a:extLst>
          </p:cNvPr>
          <p:cNvSpPr txBox="1"/>
          <p:nvPr>
            <p:custDataLst>
              <p:tags r:id="rId2"/>
            </p:custDataLst>
          </p:nvPr>
        </p:nvSpPr>
        <p:spPr>
          <a:xfrm>
            <a:off x="952224" y="940053"/>
            <a:ext cx="10018643" cy="370371"/>
          </a:xfrm>
          <a:prstGeom prst="rect">
            <a:avLst/>
          </a:prstGeom>
          <a:noFill/>
        </p:spPr>
        <p:txBody>
          <a:bodyPr wrap="square" rtlCol="0">
            <a:noAutofit/>
          </a:bodyPr>
          <a:lstStyle/>
          <a:p>
            <a:r>
              <a:rPr lang="en-US" b="1" dirty="0"/>
              <a:t>Chapter 8 Service Ignition System Components</a:t>
            </a:r>
          </a:p>
        </p:txBody>
      </p:sp>
      <p:sp>
        <p:nvSpPr>
          <p:cNvPr id="22" name="文本框 21">
            <a:extLst>
              <a:ext uri="{FF2B5EF4-FFF2-40B4-BE49-F238E27FC236}">
                <a16:creationId xmlns:a16="http://schemas.microsoft.com/office/drawing/2014/main" id="{CCAB3B75-354E-CBF2-FF3E-76B77BD72E3F}"/>
              </a:ext>
            </a:extLst>
          </p:cNvPr>
          <p:cNvSpPr txBox="1"/>
          <p:nvPr>
            <p:custDataLst>
              <p:tags r:id="rId3"/>
            </p:custDataLst>
          </p:nvPr>
        </p:nvSpPr>
        <p:spPr>
          <a:xfrm>
            <a:off x="1524001" y="462038"/>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E4291A24-5F14-7CE5-C389-99F5012752BE}"/>
              </a:ext>
            </a:extLst>
          </p:cNvPr>
          <p:cNvSpPr txBox="1"/>
          <p:nvPr/>
        </p:nvSpPr>
        <p:spPr>
          <a:xfrm>
            <a:off x="461513" y="6200028"/>
            <a:ext cx="3489385" cy="461665"/>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By Ibrahim </a:t>
            </a:r>
            <a:r>
              <a:rPr lang="en-US" altLang="zh-CN" sz="1200" cap="all" spc="100" dirty="0" err="1">
                <a:solidFill>
                  <a:srgbClr val="00B050"/>
                </a:solidFill>
                <a:latin typeface="微软雅黑" panose="020B0503020204020204" charset="-122"/>
                <a:ea typeface="微软雅黑" panose="020B0503020204020204" charset="-122"/>
              </a:rPr>
              <a:t>siraj</a:t>
            </a:r>
            <a:endParaRPr lang="en-US" altLang="zh-CN" sz="12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51C72F89-DE42-AA43-7308-D35EFF776927}"/>
              </a:ext>
            </a:extLst>
          </p:cNvPr>
          <p:cNvSpPr/>
          <p:nvPr/>
        </p:nvSpPr>
        <p:spPr>
          <a:xfrm>
            <a:off x="799325" y="1310424"/>
            <a:ext cx="7738787" cy="35753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600" b="1" kern="0" dirty="0">
                <a:latin typeface="Times New Roman" panose="02020603050405020304" pitchFamily="18" charset="0"/>
                <a:ea typeface="Times New Roman" panose="02020603050405020304" pitchFamily="18" charset="0"/>
                <a:cs typeface="Arial" panose="020B0604020202020204" pitchFamily="34" charset="0"/>
              </a:rPr>
              <a:t>Types of Ignition Systems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8" name="TextBox 7">
            <a:extLst>
              <a:ext uri="{FF2B5EF4-FFF2-40B4-BE49-F238E27FC236}">
                <a16:creationId xmlns:a16="http://schemas.microsoft.com/office/drawing/2014/main" id="{7F98A0F4-4F52-8154-680A-63F8CE08572A}"/>
              </a:ext>
            </a:extLst>
          </p:cNvPr>
          <p:cNvSpPr txBox="1"/>
          <p:nvPr/>
        </p:nvSpPr>
        <p:spPr>
          <a:xfrm>
            <a:off x="1107831" y="1680795"/>
            <a:ext cx="6098344" cy="369332"/>
          </a:xfrm>
          <a:prstGeom prst="rect">
            <a:avLst/>
          </a:prstGeom>
          <a:noFill/>
        </p:spPr>
        <p:txBody>
          <a:bodyPr wrap="square">
            <a:spAutoFit/>
          </a:bodyPr>
          <a:lstStyle/>
          <a:p>
            <a:r>
              <a:rPr lang="en-US" b="1" dirty="0"/>
              <a:t>A coil-on-plug (COP</a:t>
            </a:r>
          </a:p>
        </p:txBody>
      </p:sp>
      <p:sp>
        <p:nvSpPr>
          <p:cNvPr id="11" name="TextBox 10">
            <a:extLst>
              <a:ext uri="{FF2B5EF4-FFF2-40B4-BE49-F238E27FC236}">
                <a16:creationId xmlns:a16="http://schemas.microsoft.com/office/drawing/2014/main" id="{468BFFC5-0318-B2EC-56A1-D33418D038CB}"/>
              </a:ext>
            </a:extLst>
          </p:cNvPr>
          <p:cNvSpPr txBox="1"/>
          <p:nvPr/>
        </p:nvSpPr>
        <p:spPr>
          <a:xfrm>
            <a:off x="1107831" y="2062964"/>
            <a:ext cx="6098344" cy="369332"/>
          </a:xfrm>
          <a:prstGeom prst="rect">
            <a:avLst/>
          </a:prstGeom>
          <a:noFill/>
        </p:spPr>
        <p:txBody>
          <a:bodyPr wrap="square">
            <a:spAutoFit/>
          </a:bodyPr>
          <a:lstStyle/>
          <a:p>
            <a:r>
              <a:rPr lang="en-US" dirty="0"/>
              <a:t>Key advantages</a:t>
            </a:r>
          </a:p>
        </p:txBody>
      </p:sp>
      <p:pic>
        <p:nvPicPr>
          <p:cNvPr id="5" name="Online Media 4" title="EN | Bosch ignition coils - heroes under the hood">
            <a:hlinkClick r:id="" action="ppaction://media"/>
            <a:extLst>
              <a:ext uri="{FF2B5EF4-FFF2-40B4-BE49-F238E27FC236}">
                <a16:creationId xmlns:a16="http://schemas.microsoft.com/office/drawing/2014/main" id="{5F724FCC-D7CE-C46E-EFB5-6BF58208CFC2}"/>
              </a:ext>
            </a:extLst>
          </p:cNvPr>
          <p:cNvPicPr>
            <a:picLocks noRot="1" noChangeAspect="1"/>
          </p:cNvPicPr>
          <p:nvPr>
            <a:videoFile r:link="rId4"/>
          </p:nvPr>
        </p:nvPicPr>
        <p:blipFill>
          <a:blip r:embed="rId6"/>
          <a:stretch>
            <a:fillRect/>
          </a:stretch>
        </p:blipFill>
        <p:spPr>
          <a:xfrm>
            <a:off x="3219363" y="2038329"/>
            <a:ext cx="8511124" cy="4491147"/>
          </a:xfrm>
          <a:prstGeom prst="rect">
            <a:avLst/>
          </a:prstGeom>
        </p:spPr>
      </p:pic>
    </p:spTree>
    <p:custDataLst>
      <p:tags r:id="rId1"/>
    </p:custDataLst>
    <p:extLst>
      <p:ext uri="{BB962C8B-B14F-4D97-AF65-F5344CB8AC3E}">
        <p14:creationId xmlns:p14="http://schemas.microsoft.com/office/powerpoint/2010/main" val="3664125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159AB1-6767-FC0F-DC7F-9DED1F082B90}"/>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16907670-2D87-30F7-878D-8ED554926F1D}"/>
              </a:ext>
            </a:extLst>
          </p:cNvPr>
          <p:cNvSpPr txBox="1"/>
          <p:nvPr>
            <p:custDataLst>
              <p:tags r:id="rId2"/>
            </p:custDataLst>
          </p:nvPr>
        </p:nvSpPr>
        <p:spPr>
          <a:xfrm>
            <a:off x="952224" y="940053"/>
            <a:ext cx="10018643" cy="370371"/>
          </a:xfrm>
          <a:prstGeom prst="rect">
            <a:avLst/>
          </a:prstGeom>
          <a:noFill/>
        </p:spPr>
        <p:txBody>
          <a:bodyPr wrap="square" rtlCol="0">
            <a:noAutofit/>
          </a:bodyPr>
          <a:lstStyle/>
          <a:p>
            <a:r>
              <a:rPr lang="en-US" b="1" dirty="0"/>
              <a:t>Chapter 8 Service Ignition System Components</a:t>
            </a:r>
          </a:p>
        </p:txBody>
      </p:sp>
      <p:sp>
        <p:nvSpPr>
          <p:cNvPr id="22" name="文本框 21">
            <a:extLst>
              <a:ext uri="{FF2B5EF4-FFF2-40B4-BE49-F238E27FC236}">
                <a16:creationId xmlns:a16="http://schemas.microsoft.com/office/drawing/2014/main" id="{F5C0A2C6-D31A-E468-E67B-C2FF5C7A3C95}"/>
              </a:ext>
            </a:extLst>
          </p:cNvPr>
          <p:cNvSpPr txBox="1"/>
          <p:nvPr>
            <p:custDataLst>
              <p:tags r:id="rId3"/>
            </p:custDataLst>
          </p:nvPr>
        </p:nvSpPr>
        <p:spPr>
          <a:xfrm>
            <a:off x="1524001" y="462038"/>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3E5BB0A3-6582-DC78-06C0-744907C13158}"/>
              </a:ext>
            </a:extLst>
          </p:cNvPr>
          <p:cNvSpPr txBox="1"/>
          <p:nvPr/>
        </p:nvSpPr>
        <p:spPr>
          <a:xfrm>
            <a:off x="461513" y="6200028"/>
            <a:ext cx="3489385" cy="461665"/>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By Ibrahim </a:t>
            </a:r>
            <a:r>
              <a:rPr lang="en-US" altLang="zh-CN" sz="1200" cap="all" spc="100" dirty="0" err="1">
                <a:solidFill>
                  <a:srgbClr val="00B050"/>
                </a:solidFill>
                <a:latin typeface="微软雅黑" panose="020B0503020204020204" charset="-122"/>
                <a:ea typeface="微软雅黑" panose="020B0503020204020204" charset="-122"/>
              </a:rPr>
              <a:t>siraj</a:t>
            </a:r>
            <a:endParaRPr lang="en-US" altLang="zh-CN" sz="12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E6DC3DA7-DCCE-3A50-EA1A-F5449757B6A6}"/>
              </a:ext>
            </a:extLst>
          </p:cNvPr>
          <p:cNvSpPr/>
          <p:nvPr/>
        </p:nvSpPr>
        <p:spPr>
          <a:xfrm>
            <a:off x="799325" y="1310424"/>
            <a:ext cx="7738787" cy="35753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600" b="1" kern="0" dirty="0">
                <a:latin typeface="Times New Roman" panose="02020603050405020304" pitchFamily="18" charset="0"/>
                <a:ea typeface="Times New Roman" panose="02020603050405020304" pitchFamily="18" charset="0"/>
                <a:cs typeface="Arial" panose="020B0604020202020204" pitchFamily="34" charset="0"/>
              </a:rPr>
              <a:t>Types of Ignition Systems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8" name="TextBox 7">
            <a:extLst>
              <a:ext uri="{FF2B5EF4-FFF2-40B4-BE49-F238E27FC236}">
                <a16:creationId xmlns:a16="http://schemas.microsoft.com/office/drawing/2014/main" id="{1125BFF3-1E55-DF17-0E9D-F31A7A50CAD8}"/>
              </a:ext>
            </a:extLst>
          </p:cNvPr>
          <p:cNvSpPr txBox="1"/>
          <p:nvPr/>
        </p:nvSpPr>
        <p:spPr>
          <a:xfrm>
            <a:off x="1107831" y="1680795"/>
            <a:ext cx="6098344" cy="369332"/>
          </a:xfrm>
          <a:prstGeom prst="rect">
            <a:avLst/>
          </a:prstGeom>
          <a:noFill/>
        </p:spPr>
        <p:txBody>
          <a:bodyPr wrap="square">
            <a:spAutoFit/>
          </a:bodyPr>
          <a:lstStyle/>
          <a:p>
            <a:r>
              <a:rPr lang="en-US" b="1" dirty="0"/>
              <a:t>A coil-on-plug (COP</a:t>
            </a:r>
          </a:p>
        </p:txBody>
      </p:sp>
      <p:pic>
        <p:nvPicPr>
          <p:cNvPr id="4" name="Online Media 3" title="How Ignition System Works | Explained with Animation, Wiring Diagram, and Parts Overview">
            <a:hlinkClick r:id="" action="ppaction://media"/>
            <a:extLst>
              <a:ext uri="{FF2B5EF4-FFF2-40B4-BE49-F238E27FC236}">
                <a16:creationId xmlns:a16="http://schemas.microsoft.com/office/drawing/2014/main" id="{D9EE19FE-73DD-CFDD-0393-9FDA580AC7E5}"/>
              </a:ext>
            </a:extLst>
          </p:cNvPr>
          <p:cNvPicPr>
            <a:picLocks noRot="1" noChangeAspect="1"/>
          </p:cNvPicPr>
          <p:nvPr>
            <a:videoFile r:link="rId4"/>
          </p:nvPr>
        </p:nvPicPr>
        <p:blipFill>
          <a:blip r:embed="rId6"/>
          <a:stretch>
            <a:fillRect/>
          </a:stretch>
        </p:blipFill>
        <p:spPr>
          <a:xfrm>
            <a:off x="4942449" y="2038329"/>
            <a:ext cx="6297637" cy="4723228"/>
          </a:xfrm>
          <a:prstGeom prst="rect">
            <a:avLst/>
          </a:prstGeom>
        </p:spPr>
      </p:pic>
    </p:spTree>
    <p:custDataLst>
      <p:tags r:id="rId1"/>
    </p:custDataLst>
    <p:extLst>
      <p:ext uri="{BB962C8B-B14F-4D97-AF65-F5344CB8AC3E}">
        <p14:creationId xmlns:p14="http://schemas.microsoft.com/office/powerpoint/2010/main" val="2738955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BB678-6E59-0333-8BDF-95A233862A18}"/>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14A772A8-C982-067E-0D86-391F9EA5DF28}"/>
              </a:ext>
            </a:extLst>
          </p:cNvPr>
          <p:cNvSpPr txBox="1"/>
          <p:nvPr>
            <p:custDataLst>
              <p:tags r:id="rId2"/>
            </p:custDataLst>
          </p:nvPr>
        </p:nvSpPr>
        <p:spPr>
          <a:xfrm>
            <a:off x="952224" y="940053"/>
            <a:ext cx="10018643" cy="370371"/>
          </a:xfrm>
          <a:prstGeom prst="rect">
            <a:avLst/>
          </a:prstGeom>
          <a:noFill/>
        </p:spPr>
        <p:txBody>
          <a:bodyPr wrap="square" rtlCol="0">
            <a:noAutofit/>
          </a:bodyPr>
          <a:lstStyle/>
          <a:p>
            <a:r>
              <a:rPr lang="en-US" b="1" dirty="0"/>
              <a:t>Chapter 8 Service Ignition System Components</a:t>
            </a:r>
          </a:p>
        </p:txBody>
      </p:sp>
      <p:sp>
        <p:nvSpPr>
          <p:cNvPr id="22" name="文本框 21">
            <a:extLst>
              <a:ext uri="{FF2B5EF4-FFF2-40B4-BE49-F238E27FC236}">
                <a16:creationId xmlns:a16="http://schemas.microsoft.com/office/drawing/2014/main" id="{A7E5C6A4-08FF-41D9-E206-6539B1FA4B0F}"/>
              </a:ext>
            </a:extLst>
          </p:cNvPr>
          <p:cNvSpPr txBox="1"/>
          <p:nvPr>
            <p:custDataLst>
              <p:tags r:id="rId3"/>
            </p:custDataLst>
          </p:nvPr>
        </p:nvSpPr>
        <p:spPr>
          <a:xfrm>
            <a:off x="1524001" y="462038"/>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038CFE3E-E4AC-54C5-DA57-1B376423D68B}"/>
              </a:ext>
            </a:extLst>
          </p:cNvPr>
          <p:cNvSpPr txBox="1"/>
          <p:nvPr/>
        </p:nvSpPr>
        <p:spPr>
          <a:xfrm>
            <a:off x="461513" y="6200028"/>
            <a:ext cx="3489385" cy="461665"/>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By Ibrahim </a:t>
            </a:r>
            <a:r>
              <a:rPr lang="en-US" altLang="zh-CN" sz="1200" cap="all" spc="100" dirty="0" err="1">
                <a:solidFill>
                  <a:srgbClr val="00B050"/>
                </a:solidFill>
                <a:latin typeface="微软雅黑" panose="020B0503020204020204" charset="-122"/>
                <a:ea typeface="微软雅黑" panose="020B0503020204020204" charset="-122"/>
              </a:rPr>
              <a:t>siraj</a:t>
            </a:r>
            <a:endParaRPr lang="en-US" altLang="zh-CN" sz="12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BE354BA8-694D-E460-BD13-47F9D1DE56B0}"/>
              </a:ext>
            </a:extLst>
          </p:cNvPr>
          <p:cNvSpPr/>
          <p:nvPr/>
        </p:nvSpPr>
        <p:spPr>
          <a:xfrm>
            <a:off x="799325" y="1310424"/>
            <a:ext cx="7738787" cy="35753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600" b="1" kern="0" dirty="0">
                <a:latin typeface="Times New Roman" panose="02020603050405020304" pitchFamily="18" charset="0"/>
                <a:ea typeface="Times New Roman" panose="02020603050405020304" pitchFamily="18" charset="0"/>
                <a:cs typeface="Arial" panose="020B0604020202020204" pitchFamily="34" charset="0"/>
              </a:rPr>
              <a:t>Types of Ignition Systems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8" name="TextBox 7">
            <a:extLst>
              <a:ext uri="{FF2B5EF4-FFF2-40B4-BE49-F238E27FC236}">
                <a16:creationId xmlns:a16="http://schemas.microsoft.com/office/drawing/2014/main" id="{23860E03-A0BA-F335-1671-77D01995A0A2}"/>
              </a:ext>
            </a:extLst>
          </p:cNvPr>
          <p:cNvSpPr txBox="1"/>
          <p:nvPr/>
        </p:nvSpPr>
        <p:spPr>
          <a:xfrm>
            <a:off x="1107831" y="1680795"/>
            <a:ext cx="6098344" cy="369332"/>
          </a:xfrm>
          <a:prstGeom prst="rect">
            <a:avLst/>
          </a:prstGeom>
          <a:noFill/>
        </p:spPr>
        <p:txBody>
          <a:bodyPr wrap="square">
            <a:spAutoFit/>
          </a:bodyPr>
          <a:lstStyle/>
          <a:p>
            <a:r>
              <a:rPr lang="en-US" b="1" dirty="0"/>
              <a:t>A coil-on-plug (COP</a:t>
            </a:r>
          </a:p>
        </p:txBody>
      </p:sp>
      <p:pic>
        <p:nvPicPr>
          <p:cNvPr id="6" name="Picture 5">
            <a:extLst>
              <a:ext uri="{FF2B5EF4-FFF2-40B4-BE49-F238E27FC236}">
                <a16:creationId xmlns:a16="http://schemas.microsoft.com/office/drawing/2014/main" id="{6104BEB4-1C88-20B9-8F06-D8DFC8B29970}"/>
              </a:ext>
            </a:extLst>
          </p:cNvPr>
          <p:cNvPicPr>
            <a:picLocks noChangeAspect="1"/>
          </p:cNvPicPr>
          <p:nvPr/>
        </p:nvPicPr>
        <p:blipFill>
          <a:blip r:embed="rId5"/>
          <a:stretch>
            <a:fillRect/>
          </a:stretch>
        </p:blipFill>
        <p:spPr>
          <a:xfrm>
            <a:off x="4571794" y="1530144"/>
            <a:ext cx="6820881" cy="5377481"/>
          </a:xfrm>
          <a:prstGeom prst="rect">
            <a:avLst/>
          </a:prstGeom>
        </p:spPr>
      </p:pic>
    </p:spTree>
    <p:custDataLst>
      <p:tags r:id="rId1"/>
    </p:custDataLst>
    <p:extLst>
      <p:ext uri="{BB962C8B-B14F-4D97-AF65-F5344CB8AC3E}">
        <p14:creationId xmlns:p14="http://schemas.microsoft.com/office/powerpoint/2010/main" val="7764525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192696" y="1527335"/>
            <a:ext cx="10018643" cy="4086802"/>
          </a:xfrm>
          <a:prstGeom prst="rect">
            <a:avLst/>
          </a:prstGeom>
          <a:noFill/>
        </p:spPr>
        <p:txBody>
          <a:bodyPr wrap="square" rtlCol="0">
            <a:noAutofit/>
          </a:bodyPr>
          <a:lstStyle/>
          <a:p>
            <a:pPr marL="342900" marR="0" lvl="0" indent="-342900" algn="l" defTabSz="914400" rtl="0" eaLnBrk="1" fontAlgn="auto" latinLnBrk="0" hangingPunct="1">
              <a:lnSpc>
                <a:spcPct val="100000"/>
              </a:lnSpc>
              <a:spcBef>
                <a:spcPts val="0"/>
              </a:spcBef>
              <a:spcAft>
                <a:spcPts val="0"/>
              </a:spcAft>
              <a:buClrTx/>
              <a:buSzPct val="100000"/>
              <a:buFont typeface="Courier New" panose="02070309020205020404" pitchFamily="49" charset="0"/>
              <a:buChar char="o"/>
              <a:tabLst/>
              <a:defRPr/>
            </a:pPr>
            <a:endParaRPr kumimoji="0" lang="en-US" altLang="zh-CN" sz="2400" b="1" i="0" u="none" strike="noStrike" kern="1200" cap="all" spc="10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p:txBody>
      </p:sp>
      <p:sp>
        <p:nvSpPr>
          <p:cNvPr id="2" name="TextBox 1">
            <a:extLst>
              <a:ext uri="{FF2B5EF4-FFF2-40B4-BE49-F238E27FC236}">
                <a16:creationId xmlns:a16="http://schemas.microsoft.com/office/drawing/2014/main" id="{736D334A-8353-F612-C4E0-A0790F8E500E}"/>
              </a:ext>
            </a:extLst>
          </p:cNvPr>
          <p:cNvSpPr txBox="1"/>
          <p:nvPr/>
        </p:nvSpPr>
        <p:spPr>
          <a:xfrm>
            <a:off x="3677478" y="3309126"/>
            <a:ext cx="4412974"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panose="020B0604020202020204" pitchFamily="34" charset="0"/>
              </a:rPr>
              <a:t>THANK YOU</a:t>
            </a:r>
          </a:p>
        </p:txBody>
      </p:sp>
    </p:spTree>
    <p:custDataLst>
      <p:tags r:id="rId1"/>
    </p:custDataLst>
    <p:extLst>
      <p:ext uri="{BB962C8B-B14F-4D97-AF65-F5344CB8AC3E}">
        <p14:creationId xmlns:p14="http://schemas.microsoft.com/office/powerpoint/2010/main" val="185587769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TQ4MGY0NjJhMzczNGQ0NjZmYzYxODFkYTNkOWQ4NTQifQ=="/>
</p:tagLst>
</file>

<file path=ppt/tags/tag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 name="KSO_WM_TEMPLATE_CATEGORY" val="custom"/>
  <p:tag name="KSO_WM_TEMPLATE_INDEX" val="20223075"/>
</p:tagLst>
</file>

<file path=ppt/tags/tag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 name="KSO_WM_TEMPLATE_CATEGORY" val="custom"/>
  <p:tag name="KSO_WM_TEMPLATE_INDEX" val="20223075"/>
</p:tagLst>
</file>

<file path=ppt/tags/tag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TEMPLATE_CATEGORY" val="custom"/>
  <p:tag name="KSO_WM_TEMPLATE_INDEX" val="20223075"/>
  <p:tag name="KSO_WM_CHIP_COLORING" val="1"/>
</p:tagLst>
</file>

<file path=ppt/tags/tag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4*i*1"/>
  <p:tag name="KSO_WM_BEAUTIFY_FLAG" val="#wm#"/>
  <p:tag name="KSO_WM_TAG_VERSION" val="1.0"/>
  <p:tag name="KSO_WM_CHIP_GROUPID" val="62cb92ed67e1b3ac3a0df933"/>
  <p:tag name="KSO_WM_CHIP_XID" val="62cb92f267e1b3ac3a0dfd51"/>
  <p:tag name="KSO_WM_UNIT_DEC_AREA_ID" val="a11a73839daf4afd8c8eecb70bd8d2c5"/>
  <p:tag name="KSO_WM_CHIP_FILLAREA_FILL_RULE" val="{&quot;fill_align&quot;:&quot;cm&quot;,&quot;fill_effect&quot;:[],&quot;fill_mode&quot;:&quot;adaptive&quot;,&quot;sacle_strategy&quot;:&quot;stretch&quot;}"/>
  <p:tag name="KSO_WM_UNIT_DEC_SUPPORTCHANGEPIC" val="0"/>
  <p:tag name="KSO_WM_UNIT_DEC_CHANGEPICRESERVED" val="1"/>
  <p:tag name="KSO_WM_ASSEMBLE_CHIP_INDEX" val="74db68e000024515aa2d711777418aa1"/>
</p:tagLst>
</file>

<file path=ppt/tags/tag9.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6*i*1"/>
  <p:tag name="KSO_WM_BEAUTIFY_FLAG" val="#wm#"/>
  <p:tag name="KSO_WM_TAG_VERSION" val="1.0"/>
  <p:tag name="KSO_WM_CHIP_GROUPID" val="62cb92ed67e1b3ac3a0df933"/>
  <p:tag name="KSO_WM_CHIP_XID" val="62cb92f267e1b3ac3a0dfc96"/>
  <p:tag name="KSO_WM_UNIT_DEC_AREA_ID" val="9fcaac9ea3384a638db80c6bdc5589bd"/>
  <p:tag name="KSO_WM_CHIP_FILLAREA_FILL_RULE" val="{&quot;fill_align&quot;:&quot;lt&quot;,&quot;fill_effect&quot;:[],&quot;fill_mode&quot;:&quot;adaptive&quot;,&quot;sacle_strategy&quot;:&quot;stretch&quot;}"/>
  <p:tag name="KSO_WM_UNIT_DEC_SUPPORTCHANGEPIC" val="0"/>
  <p:tag name="KSO_WM_UNIT_DEC_CHANGEPICRESERVED" val="1"/>
  <p:tag name="KSO_WM_ASSEMBLE_CHIP_INDEX" val="fc0d64f86cd3483cab8a5ed4c0ff90c2"/>
</p:tagLst>
</file>

<file path=ppt/tags/tag10.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8*i*1"/>
  <p:tag name="KSO_WM_BEAUTIFY_FLAG" val="#wm#"/>
  <p:tag name="KSO_WM_TAG_VERSION" val="1.0"/>
  <p:tag name="KSO_WM_CHIP_GROUPID" val="62cb92ed67e1b3ac3a0df933"/>
  <p:tag name="KSO_WM_CHIP_XID" val="62cb92f267e1b3ac3a0dfcb7"/>
  <p:tag name="KSO_WM_UNIT_DEC_AREA_ID" val="0b6e32bb8e9b4cd59a73ec1ab58588a3"/>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6252d6d1848c46529fc1ac4283ac4f73"/>
</p:tagLst>
</file>

<file path=ppt/tags/tag11.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15*i*1"/>
  <p:tag name="KSO_WM_BEAUTIFY_FLAG" val="#wm#"/>
  <p:tag name="KSO_WM_TAG_VERSION" val="1.0"/>
  <p:tag name="KSO_WM_CHIP_GROUPID" val="62cb92ed67e1b3ac3a0df933"/>
  <p:tag name="KSO_WM_CHIP_XID" val="62cb92f267e1b3ac3a0dfd31"/>
  <p:tag name="KSO_WM_UNIT_DEC_AREA_ID" val="cedfc75459a64b91839f7c4e93fc4ab0"/>
  <p:tag name="KSO_WM_CHIP_FILLAREA_FILL_RULE" val="{&quot;fill_align&quot;:&quot;rb&quot;,&quot;fill_effect&quot;:[],&quot;fill_mode&quot;:&quot;adaptive&quot;,&quot;sacle_strategy&quot;:&quot;stretch&quot;}"/>
  <p:tag name="KSO_WM_UNIT_DEC_SUPPORTCHANGEPIC" val="0"/>
  <p:tag name="KSO_WM_UNIT_DEC_CHANGEPICRESERVED" val="1"/>
  <p:tag name="KSO_WM_ASSEMBLE_CHIP_INDEX" val="2307ef49eb7844ab8170517694ba29cf"/>
</p:tagLst>
</file>

<file path=ppt/tags/tag12.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7*i*1"/>
  <p:tag name="KSO_WM_BEAUTIFY_FLAG" val="#wm#"/>
  <p:tag name="KSO_WM_TAG_VERSION" val="1.0"/>
  <p:tag name="KSO_WM_CHIP_GROUPID" val="62cb92ed67e1b3ac3a0df933"/>
  <p:tag name="KSO_WM_CHIP_XID" val="62cb92f267e1b3ac3a0dfcb1"/>
  <p:tag name="KSO_WM_UNIT_DEC_AREA_ID" val="d0ce6c47bdc440d196dfdadc5c19a3bf"/>
  <p:tag name="KSO_WM_CHIP_FILLAREA_FILL_RULE" val="{&quot;fill_align&quot;:&quot;rt&quot;,&quot;fill_effect&quot;:[],&quot;fill_mode&quot;:&quot;adaptive&quot;,&quot;sacle_strategy&quot;:&quot;stretch&quot;}"/>
  <p:tag name="KSO_WM_UNIT_DEC_SUPPORTCHANGEPIC" val="0"/>
  <p:tag name="KSO_WM_UNIT_DEC_CHANGEPICRESERVED" val="1"/>
  <p:tag name="KSO_WM_ASSEMBLE_CHIP_INDEX" val="9b4fe2c4d5bb440eb7542455658eee6d"/>
</p:tagLst>
</file>

<file path=ppt/tags/tag1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7.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19.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20.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2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6.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2*i*1"/>
  <p:tag name="KSO_WM_BEAUTIFY_FLAG" val="#wm#"/>
  <p:tag name="KSO_WM_TAG_VERSION" val="1.0"/>
  <p:tag name="KSO_WM_CHIP_GROUPID" val="62cb92ed67e1b3ac3a0df933"/>
  <p:tag name="KSO_WM_CHIP_XID" val="62cb92f267e1b3ac3a0dfbd8"/>
  <p:tag name="KSO_WM_UNIT_DEC_AREA_ID" val="353a2ba7688d4d109d88d8fbf076f1be"/>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c821e70711df4ae0a04b6ba18360b869"/>
</p:tagLst>
</file>

<file path=ppt/tags/tag27.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4*i*1"/>
  <p:tag name="KSO_WM_BEAUTIFY_FLAG" val="#wm#"/>
  <p:tag name="KSO_WM_TAG_VERSION" val="1.0"/>
  <p:tag name="KSO_WM_CHIP_GROUPID" val="62cb92ed67e1b3ac3a0df933"/>
  <p:tag name="KSO_WM_CHIP_XID" val="62cb92f267e1b3ac3a0dfbcb"/>
  <p:tag name="KSO_WM_UNIT_DEC_AREA_ID" val="4ab4fedb6c6640b484a0fdb113c32716"/>
  <p:tag name="KSO_WM_CHIP_FILLAREA_FILL_RULE" val="{&quot;fill_align&quot;:&quot;rb&quot;,&quot;fill_effect&quot;:[],&quot;fill_mode&quot;:&quot;adaptive&quot;,&quot;sacle_strategy&quot;:&quot;stretch&quot;}"/>
  <p:tag name="KSO_WM_UNIT_DEC_SUPPORTCHANGEPIC" val="0"/>
  <p:tag name="KSO_WM_UNIT_DEC_CHANGEPICRESERVED" val="1"/>
  <p:tag name="KSO_WM_ASSEMBLE_CHIP_INDEX" val="0b2380889160463abab291528e337d23"/>
</p:tagLst>
</file>

<file path=ppt/tags/tag28.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3*i*1"/>
  <p:tag name="KSO_WM_BEAUTIFY_FLAG" val="#wm#"/>
  <p:tag name="KSO_WM_TAG_VERSION" val="1.0"/>
  <p:tag name="KSO_WM_CHIP_GROUPID" val="62cb92ed67e1b3ac3a0df933"/>
  <p:tag name="KSO_WM_CHIP_XID" val="62cb92f267e1b3ac3a0dfbc7"/>
  <p:tag name="KSO_WM_UNIT_DEC_AREA_ID" val="f51db6bba423479a96c7def23f363aa5"/>
  <p:tag name="KSO_WM_CHIP_FILLAREA_FILL_RULE" val="{&quot;fill_align&quot;:&quot;lm&quot;,&quot;fill_effect&quot;:[],&quot;fill_mode&quot;:&quot;adaptive&quot;,&quot;sacle_strategy&quot;:&quot;stretch&quot;}"/>
  <p:tag name="KSO_WM_UNIT_DEC_SUPPORTCHANGEPIC" val="0"/>
  <p:tag name="KSO_WM_UNIT_DEC_CHANGEPICRESERVED" val="1"/>
  <p:tag name="KSO_WM_ASSEMBLE_CHIP_INDEX" val="46eb048d58f74aaaaaf7557c2b39a70c"/>
</p:tagLst>
</file>

<file path=ppt/tags/tag2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添加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23075_1*a*1"/>
  <p:tag name="KSO_WM_TEMPLATE_CATEGORY" val="custom"/>
  <p:tag name="KSO_WM_TEMPLATE_INDEX" val="20223075"/>
  <p:tag name="KSO_WM_UNIT_LAYERLEVEL" val="1"/>
  <p:tag name="KSO_WM_TAG_VERSION" val="1.0"/>
  <p:tag name="KSO_WM_BEAUTIFY_FLAG" val="#wm#"/>
  <p:tag name="KSO_WM_UNIT_DEFAULT_FONT" val="60;66;2"/>
  <p:tag name="KSO_WM_UNIT_BLOCK" val="0"/>
  <p:tag name="KSO_WM_UNIT_DEC_AREA_ID" val="e5577524724345448ce6d9c2ce3939e0"/>
  <p:tag name="KSO_WM_CHIP_GROUPID" val="61849109a6a891b1f9dbb830"/>
  <p:tag name="KSO_WM_CHIP_XID" val="61849109a6a891b1f9dbb82d"/>
  <p:tag name="KSO_WM_CHIP_FILLAREA_FILL_RULE" val="{&quot;fill_align&quot;:&quot;cm&quot;,&quot;fill_mode&quot;:&quot;adaptive&quot;,&quot;sacle_strategy&quot;:&quot;smart&quot;}"/>
  <p:tag name="KSO_WM_ASSEMBLE_CHIP_INDEX" val="a3eb76d9cecc488caa04c4a7a8fcd523"/>
  <p:tag name="KSO_WM_UNIT_TEXT_FILL_FORE_SCHEMECOLOR_INDEX_BRIGHTNESS" val="0.15"/>
  <p:tag name="KSO_WM_UNIT_TEXT_FILL_FORE_SCHEMECOLOR_INDEX" val="13"/>
  <p:tag name="KSO_WM_UNIT_TEXT_FILL_TYPE" val="1"/>
  <p:tag name="KSO_WM_TEMPLATE_ASSEMBLE_XID" val="63156d2459d53ee3cde2290b"/>
  <p:tag name="KSO_WM_TEMPLATE_ASSEMBLE_GROUPID" val="62cb92ed67e1b3ac3a0df933"/>
</p:tagLst>
</file>

<file path=ppt/tags/tag33.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添加正文，文字是您思想的提炼，为了演示发布的良好效果，请言简意赅地阐述您的观点。"/>
  <p:tag name="KSO_WM_UNIT_NOCLEAR" val="0"/>
  <p:tag name="KSO_WM_UNIT_VALUE" val="76"/>
  <p:tag name="KSO_WM_UNIT_HIGHLIGHT" val="0"/>
  <p:tag name="KSO_WM_UNIT_COMPATIBLE" val="0"/>
  <p:tag name="KSO_WM_UNIT_DIAGRAM_ISNUMVISUAL" val="0"/>
  <p:tag name="KSO_WM_UNIT_DIAGRAM_ISREFERUNIT" val="0"/>
  <p:tag name="KSO_WM_UNIT_TYPE" val="f"/>
  <p:tag name="KSO_WM_UNIT_INDEX" val="1"/>
  <p:tag name="KSO_WM_UNIT_ID" val="custom20223075_1*f*1"/>
  <p:tag name="KSO_WM_TEMPLATE_CATEGORY" val="custom"/>
  <p:tag name="KSO_WM_TEMPLATE_INDEX" val="20223075"/>
  <p:tag name="KSO_WM_UNIT_LAYERLEVEL" val="1"/>
  <p:tag name="KSO_WM_TAG_VERSION" val="1.0"/>
  <p:tag name="KSO_WM_BEAUTIFY_FLAG" val="#wm#"/>
  <p:tag name="KSO_WM_UNIT_DEFAULT_FONT" val="14;14;2"/>
  <p:tag name="KSO_WM_UNIT_BLOCK" val="0"/>
  <p:tag name="KSO_WM_UNIT_DEC_AREA_ID" val="35127bff71ec4a98b1f1a512400e582e"/>
  <p:tag name="KSO_WM_CHIP_GROUPID" val="61849109a6a891b1f9dbb830"/>
  <p:tag name="KSO_WM_CHIP_XID" val="61849109a6a891b1f9dbb82d"/>
  <p:tag name="KSO_WM_CHIP_FILLAREA_FILL_RULE" val="{&quot;fill_align&quot;:&quot;cm&quot;,&quot;fill_mode&quot;:&quot;adaptive&quot;,&quot;sacle_strategy&quot;:&quot;smart&quot;}"/>
  <p:tag name="KSO_WM_ASSEMBLE_CHIP_INDEX" val="a3eb76d9cecc488caa04c4a7a8fcd523"/>
  <p:tag name="KSO_WM_UNIT_TEXT_FILL_FORE_SCHEMECOLOR_INDEX_BRIGHTNESS" val="0.5"/>
  <p:tag name="KSO_WM_UNIT_TEXT_FILL_FORE_SCHEMECOLOR_INDEX" val="13"/>
  <p:tag name="KSO_WM_UNIT_TEXT_FILL_TYPE" val="1"/>
  <p:tag name="KSO_WM_TEMPLATE_ASSEMBLE_XID" val="63156d2459d53ee3cde2290b"/>
  <p:tag name="KSO_WM_TEMPLATE_ASSEMBLE_GROUPID" val="62cb92ed67e1b3ac3a0df933"/>
</p:tagLst>
</file>

<file path=ppt/tags/tag3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35.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36.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3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3.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44.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45.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4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6*i*1"/>
  <p:tag name="KSO_WM_BEAUTIFY_FLAG" val="#wm#"/>
  <p:tag name="KSO_WM_TAG_VERSION" val="1.0"/>
  <p:tag name="KSO_WM_CHIP_GROUPID" val="62cb92ed67e1b3ac3a0df933"/>
  <p:tag name="KSO_WM_CHIP_XID" val="62cb92f267e1b3ac3a0df99b"/>
  <p:tag name="KSO_WM_UNIT_DEC_AREA_ID" val="7ae053233a014cf5b087ba4b069db752"/>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4d0fe025b92a4121b116f65108e5c0b7"/>
</p:tagLst>
</file>

<file path=ppt/tags/tag55.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7*i*1"/>
  <p:tag name="KSO_WM_BEAUTIFY_FLAG" val="#wm#"/>
  <p:tag name="KSO_WM_TAG_VERSION" val="1.0"/>
  <p:tag name="KSO_WM_CHIP_GROUPID" val="62cb92ed67e1b3ac3a0df933"/>
  <p:tag name="KSO_WM_CHIP_XID" val="62cb92f267e1b3ac3a0df93d"/>
  <p:tag name="KSO_WM_UNIT_DEC_AREA_ID" val="7aac52c509324246a2139159652c9dce"/>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26a1af26a8d74008b1380f22ba29d46f"/>
</p:tagLst>
</file>

<file path=ppt/tags/tag56.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8*i*1"/>
  <p:tag name="KSO_WM_BEAUTIFY_FLAG" val="#wm#"/>
  <p:tag name="KSO_WM_TAG_VERSION" val="1.0"/>
  <p:tag name="KSO_WM_CHIP_GROUPID" val="62cb92ed67e1b3ac3a0df933"/>
  <p:tag name="KSO_WM_CHIP_XID" val="62cb92f267e1b3ac3a0df990"/>
  <p:tag name="KSO_WM_UNIT_DEC_AREA_ID" val="b20fbc8bd01f4b7ebdd46d90e2647bbf"/>
  <p:tag name="KSO_WM_CHIP_FILLAREA_FILL_RULE" val="{&quot;fill_align&quot;:&quot;rt&quot;,&quot;fill_effect&quot;:[],&quot;fill_mode&quot;:&quot;adaptive&quot;,&quot;sacle_strategy&quot;:&quot;stretch&quot;}"/>
  <p:tag name="KSO_WM_UNIT_DEC_SUPPORTCHANGEPIC" val="0"/>
  <p:tag name="KSO_WM_UNIT_DEC_CHANGEPICRESERVED" val="1"/>
  <p:tag name="KSO_WM_ASSEMBLE_CHIP_INDEX" val="968a292b1c74438a8be59c5e124aa1e5"/>
</p:tagLst>
</file>

<file path=ppt/tags/tag5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65.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66.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6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3.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74.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75.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7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1.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82.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83.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8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20*i*1"/>
  <p:tag name="KSO_WM_BEAUTIFY_FLAG" val="#wm#"/>
  <p:tag name="KSO_WM_TAG_VERSION" val="1.0"/>
  <p:tag name="KSO_WM_CHIP_GROUPID" val="62cb92ed67e1b3ac3a0df933"/>
  <p:tag name="KSO_WM_CHIP_XID" val="62cb92f267e1b3ac3a0dfaaf"/>
  <p:tag name="KSO_WM_UNIT_DEC_AREA_ID" val="511aa335ee7d4245a08946cb05b9faa4"/>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96cad2575e594576b80f3f7814fb0824"/>
</p:tagLst>
</file>

<file path=ppt/tags/tag89.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22*i*1"/>
  <p:tag name="KSO_WM_BEAUTIFY_FLAG" val="#wm#"/>
  <p:tag name="KSO_WM_TAG_VERSION" val="1.0"/>
  <p:tag name="KSO_WM_CHIP_GROUPID" val="62cb92ed67e1b3ac3a0df933"/>
  <p:tag name="KSO_WM_CHIP_XID" val="62cb92f267e1b3ac3a0dfa9c"/>
  <p:tag name="KSO_WM_UNIT_DEC_AREA_ID" val="cd0b699e343a426dbd8923da658f7258"/>
  <p:tag name="KSO_WM_CHIP_FILLAREA_FILL_RULE" val="{&quot;fill_align&quot;:&quot;rb&quot;,&quot;fill_effect&quot;:[],&quot;fill_mode&quot;:&quot;adaptive&quot;,&quot;sacle_strategy&quot;:&quot;stretch&quot;}"/>
  <p:tag name="KSO_WM_UNIT_DEC_SUPPORTCHANGEPIC" val="0"/>
  <p:tag name="KSO_WM_UNIT_DEC_CHANGEPICRESERVED" val="1"/>
  <p:tag name="KSO_WM_ASSEMBLE_CHIP_INDEX" val="46079dca97b54b6f8f260c458203cdd5"/>
</p:tagLst>
</file>

<file path=ppt/tags/tag90.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21*i*1"/>
  <p:tag name="KSO_WM_BEAUTIFY_FLAG" val="#wm#"/>
  <p:tag name="KSO_WM_TAG_VERSION" val="1.0"/>
  <p:tag name="KSO_WM_CHIP_GROUPID" val="62cb92ed67e1b3ac3a0df933"/>
  <p:tag name="KSO_WM_CHIP_XID" val="62cb92f267e1b3ac3a0dfa7d"/>
  <p:tag name="KSO_WM_UNIT_DEC_AREA_ID" val="61fe8ffa078a456db36c7c5a609a0b36"/>
  <p:tag name="KSO_WM_CHIP_FILLAREA_FILL_RULE" val="{&quot;fill_align&quot;:&quot;lm&quot;,&quot;fill_effect&quot;:[],&quot;fill_mode&quot;:&quot;adaptive&quot;,&quot;sacle_strategy&quot;:&quot;stretch&quot;}"/>
  <p:tag name="KSO_WM_UNIT_DEC_SUPPORTCHANGEPIC" val="0"/>
  <p:tag name="KSO_WM_UNIT_DEC_CHANGEPICRESERVED" val="1"/>
  <p:tag name="KSO_WM_ASSEMBLE_CHIP_INDEX" val="a3844cc6be254379824c635ec2fa7326"/>
</p:tagLst>
</file>

<file path=ppt/tags/tag9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4.xml><?xml version="1.0" encoding="utf-8"?>
<p:tagLst xmlns:a="http://schemas.openxmlformats.org/drawingml/2006/main" xmlns:r="http://schemas.openxmlformats.org/officeDocument/2006/relationships" xmlns:p="http://schemas.openxmlformats.org/presentationml/2006/main">
  <p:tag name="KSO_WM_UNIT_DEFAULT_FONT" val="66;74;2"/>
  <p:tag name="KSO_WM_UNIT_BLOCK" val="0"/>
  <p:tag name="KSO_WM_UNIT_DEC_AREA_ID" val="024cb455de114c8590873753d08ef7c9"/>
  <p:tag name="KSO_WM_UNIT_ISCONTENTSTITLE" val="0"/>
  <p:tag name="KSO_WM_UNIT_ISNUMDGMTITLE" val="0"/>
  <p:tag name="KSO_WM_UNIT_PRESET_TEXT" val="感谢各位的观看"/>
  <p:tag name="KSO_WM_UNIT_NOCLEAR" val="0"/>
  <p:tag name="KSO_WM_UNIT_VALUE" val="9"/>
  <p:tag name="KSO_WM_UNIT_HIGHLIGHT" val="0"/>
  <p:tag name="KSO_WM_UNIT_COMPATIBLE" val="0"/>
  <p:tag name="KSO_WM_UNIT_DIAGRAM_ISNUMVISUAL" val="0"/>
  <p:tag name="KSO_WM_UNIT_DIAGRAM_ISREFERUNIT" val="0"/>
  <p:tag name="KSO_WM_UNIT_TYPE" val="a"/>
  <p:tag name="KSO_WM_UNIT_INDEX" val="1"/>
  <p:tag name="KSO_WM_UNIT_ID" val="custom20223075_1*a*1"/>
  <p:tag name="KSO_WM_TEMPLATE_CATEGORY" val="custom"/>
  <p:tag name="KSO_WM_TEMPLATE_INDEX" val="20223075"/>
  <p:tag name="KSO_WM_UNIT_LAYERLEVEL" val="1"/>
  <p:tag name="KSO_WM_TAG_VERSION" val="1.0"/>
  <p:tag name="KSO_WM_BEAUTIFY_FLAG" val="#wm#"/>
  <p:tag name="KSO_WM_CHIP_GROUPID" val="624cf5358c72ca61f790a24e"/>
  <p:tag name="KSO_WM_CHIP_XID" val="624cf5358c72ca61f790a24d"/>
  <p:tag name="KSO_WM_CHIP_FILLAREA_FILL_RULE" val="{&quot;fill_align&quot;:&quot;lm&quot;,&quot;fill_mode&quot;:&quot;adaptive&quot;,&quot;sacle_strategy&quot;:&quot;smart&quot;}"/>
  <p:tag name="KSO_WM_ASSEMBLE_CHIP_INDEX" val="67f268fdcbc847b9988fd24dee148e1a"/>
  <p:tag name="KSO_WM_UNIT_TEXT_FILL_FORE_SCHEMECOLOR_INDEX_BRIGHTNESS" val="0.15"/>
  <p:tag name="KSO_WM_UNIT_TEXT_FILL_FORE_SCHEMECOLOR_INDEX" val="13"/>
  <p:tag name="KSO_WM_UNIT_TEXT_FILL_TYPE" val="1"/>
  <p:tag name="KSO_WM_TEMPLATE_ASSEMBLE_XID" val="62cb942967e1b3ac3a0e02d4"/>
  <p:tag name="KSO_WM_TEMPLATE_ASSEMBLE_GROUPID" val="62cb92ed67e1b3ac3a0df933"/>
</p:tagLst>
</file>

<file path=ppt/tags/tag95.xml><?xml version="1.0" encoding="utf-8"?>
<p:tagLst xmlns:a="http://schemas.openxmlformats.org/drawingml/2006/main" xmlns:r="http://schemas.openxmlformats.org/officeDocument/2006/relationships" xmlns:p="http://schemas.openxmlformats.org/presentationml/2006/main">
  <p:tag name="KSO_WM_UNIT_DEFAULT_FONT" val="16;18;2"/>
  <p:tag name="KSO_WM_UNIT_BLOCK" val="0"/>
  <p:tag name="KSO_WM_UNIT_DEC_AREA_ID" val="59dd0d01bf8d46bc94fd640b0712b633"/>
  <p:tag name="KSO_WM_UNIT_SUBTYPE" val="a"/>
  <p:tag name="KSO_WM_UNIT_PRESET_TEXT" val="点击此处添加正文，文字是您思想的提炼，为了演示发布的良好效果，请言简意赅地阐述您的观点。"/>
  <p:tag name="KSO_WM_UNIT_NOCLEAR" val="0"/>
  <p:tag name="KSO_WM_UNIT_VALUE" val="68"/>
  <p:tag name="KSO_WM_UNIT_HIGHLIGHT" val="0"/>
  <p:tag name="KSO_WM_UNIT_COMPATIBLE" val="0"/>
  <p:tag name="KSO_WM_UNIT_DIAGRAM_ISNUMVISUAL" val="0"/>
  <p:tag name="KSO_WM_UNIT_DIAGRAM_ISREFERUNIT" val="0"/>
  <p:tag name="KSO_WM_UNIT_TYPE" val="f"/>
  <p:tag name="KSO_WM_UNIT_INDEX" val="1"/>
  <p:tag name="KSO_WM_UNIT_ID" val="custom20223075_1*f*1"/>
  <p:tag name="KSO_WM_TEMPLATE_CATEGORY" val="custom"/>
  <p:tag name="KSO_WM_TEMPLATE_INDEX" val="20223075"/>
  <p:tag name="KSO_WM_UNIT_LAYERLEVEL" val="1"/>
  <p:tag name="KSO_WM_TAG_VERSION" val="1.0"/>
  <p:tag name="KSO_WM_BEAUTIFY_FLAG" val="#wm#"/>
  <p:tag name="KSO_WM_CHIP_GROUPID" val="624cf5358c72ca61f790a24e"/>
  <p:tag name="KSO_WM_CHIP_XID" val="624cf5358c72ca61f790a24d"/>
  <p:tag name="KSO_WM_CHIP_FILLAREA_FILL_RULE" val="{&quot;fill_align&quot;:&quot;lm&quot;,&quot;fill_mode&quot;:&quot;adaptive&quot;,&quot;sacle_strategy&quot;:&quot;smart&quot;}"/>
  <p:tag name="KSO_WM_ASSEMBLE_CHIP_INDEX" val="67f268fdcbc847b9988fd24dee148e1a"/>
  <p:tag name="KSO_WM_UNIT_TEXT_FILL_FORE_SCHEMECOLOR_INDEX_BRIGHTNESS" val="0.15"/>
  <p:tag name="KSO_WM_UNIT_TEXT_FILL_FORE_SCHEMECOLOR_INDEX" val="13"/>
  <p:tag name="KSO_WM_UNIT_TEXT_FILL_TYPE" val="1"/>
  <p:tag name="KSO_WM_TEMPLATE_ASSEMBLE_XID" val="62cb942967e1b3ac3a0e02d4"/>
  <p:tag name="KSO_WM_TEMPLATE_ASSEMBLE_GROUPID" val="62cb92ed67e1b3ac3a0df933"/>
</p:tagLst>
</file>

<file path=ppt/tags/tag96.xml><?xml version="1.0" encoding="utf-8"?>
<p:tagLst xmlns:a="http://schemas.openxmlformats.org/drawingml/2006/main" xmlns:r="http://schemas.openxmlformats.org/officeDocument/2006/relationships" xmlns:p="http://schemas.openxmlformats.org/presentationml/2006/main">
  <p:tag name="KSO_WM_UNIT_DEFAULT_FONT" val="20;22;2"/>
  <p:tag name="KSO_WM_UNIT_BLOCK" val="0"/>
  <p:tag name="KSO_WM_UNIT_DEC_AREA_ID" val="c54f68c39bda4efea42a2b1659b9e2ea"/>
  <p:tag name="KSO_WM_UNIT_ISCONTENTSTITLE" val="0"/>
  <p:tag name="KSO_WM_UNIT_ISNUMDGMTITLE" val="0"/>
  <p:tag name="KSO_WM_UNIT_PRESET_TEXT" val="单击此处添加副标题"/>
  <p:tag name="KSO_WM_UNIT_NOCLEAR" val="0"/>
  <p:tag name="KSO_WM_UNIT_VALUE" val="31"/>
  <p:tag name="KSO_WM_UNIT_HIGHLIGHT" val="0"/>
  <p:tag name="KSO_WM_UNIT_COMPATIBLE" val="0"/>
  <p:tag name="KSO_WM_UNIT_DIAGRAM_ISNUMVISUAL" val="0"/>
  <p:tag name="KSO_WM_UNIT_DIAGRAM_ISREFERUNIT" val="0"/>
  <p:tag name="KSO_WM_UNIT_TYPE" val="b"/>
  <p:tag name="KSO_WM_UNIT_INDEX" val="1"/>
  <p:tag name="KSO_WM_UNIT_ID" val="custom20223075_1*b*1"/>
  <p:tag name="KSO_WM_TEMPLATE_CATEGORY" val="custom"/>
  <p:tag name="KSO_WM_TEMPLATE_INDEX" val="20223075"/>
  <p:tag name="KSO_WM_UNIT_LAYERLEVEL" val="1"/>
  <p:tag name="KSO_WM_TAG_VERSION" val="1.0"/>
  <p:tag name="KSO_WM_BEAUTIFY_FLAG" val="#wm#"/>
  <p:tag name="KSO_WM_CHIP_GROUPID" val="624cf5358c72ca61f790a24e"/>
  <p:tag name="KSO_WM_CHIP_XID" val="624cf5358c72ca61f790a24d"/>
  <p:tag name="KSO_WM_CHIP_FILLAREA_FILL_RULE" val="{&quot;fill_align&quot;:&quot;lm&quot;,&quot;fill_mode&quot;:&quot;adaptive&quot;,&quot;sacle_strategy&quot;:&quot;smart&quot;}"/>
  <p:tag name="KSO_WM_ASSEMBLE_CHIP_INDEX" val="67f268fdcbc847b9988fd24dee148e1a"/>
  <p:tag name="KSO_WM_UNIT_TEXT_FILL_FORE_SCHEMECOLOR_INDEX_BRIGHTNESS" val="0.15"/>
  <p:tag name="KSO_WM_UNIT_TEXT_FILL_FORE_SCHEMECOLOR_INDEX" val="13"/>
  <p:tag name="KSO_WM_UNIT_TEXT_FILL_TYPE" val="1"/>
  <p:tag name="KSO_WM_TEMPLATE_ASSEMBLE_XID" val="62cb942967e1b3ac3a0e02d4"/>
  <p:tag name="KSO_WM_TEMPLATE_ASSEMBLE_GROUPID" val="62cb92ed67e1b3ac3a0df933"/>
</p:tagLst>
</file>

<file path=ppt/tags/tag97.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 name="KSO_WM_SLIDE_BACKGROUND_TYPE" val="general"/>
</p:tagLst>
</file>

<file path=ppt/tags/tag98.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 name="KSO_WM_SLIDE_BACKGROUND_TYPE" val="general"/>
</p:tagLst>
</file>

<file path=ppt/tags/tag99.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 name="KSO_WM_SLIDE_BACKGROUND_TYPE" val="general"/>
</p:tagLst>
</file>

<file path=ppt/tags/tag100.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1.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2.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3.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c5ce45d99c9346cabff41e6ef0eb7af0"/>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6537d4269ae34ae59ff37b0111906262"/>
  <p:tag name="KSO_WM_SLIDE_BACKGROUND_TYPE" val="frame"/>
</p:tagLst>
</file>

<file path=ppt/tags/tag105.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bg20220522_2*i*1"/>
  <p:tag name="KSO_WM_UNIT_LAYERLEVEL" val="1"/>
  <p:tag name="KSO_WM_TAG_VERSION" val="1.0"/>
  <p:tag name="KSO_WM_BEAUTIFY_FLAG" val="#wm#"/>
  <p:tag name="KSO_WM_UNIT_BK_DARK_LIGHT" val="2"/>
  <p:tag name="KSO_WM_UNIT_SUBTYPE" val="h"/>
  <p:tag name="KSO_WM_UNIT_TYPE" val="i"/>
  <p:tag name="KSO_WM_UNIT_INDEX" val="1"/>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9f"/>
</p:tagLst>
</file>

<file path=ppt/tags/tag106.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42cf1ad8d3b4eb0bc92d6509446e45a"/>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d066acbe25924c35ba7e4d0e178721a0"/>
  <p:tag name="KSO_WM_SLIDE_BACKGROUND_TYPE" val="frame"/>
</p:tagLst>
</file>

<file path=ppt/tags/tag107.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08.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09.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10.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11.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12.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2039976cc11543efbf63e0c103feb90a"/>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eb60c42fd64e447c9b8f4cd9ce8e4ce2"/>
  <p:tag name="KSO_WM_SLIDE_BACKGROUND_TYPE" val="leftRight"/>
</p:tagLst>
</file>

<file path=ppt/tags/tag113.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bg20220522_3*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0"/>
</p:tagLst>
</file>

<file path=ppt/tags/tag114.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5.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6.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7.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8.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9.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20.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c2ad48e2b17a4f77b87a104867387247"/>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a3575a3699ba4e9590b75c31e722b4ff"/>
  <p:tag name="KSO_WM_SLIDE_BACKGROUND_TYPE" val="topBottom"/>
</p:tagLst>
</file>

<file path=ppt/tags/tag121.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bg20220522_4*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1"/>
</p:tagLst>
</file>

<file path=ppt/tags/tag122.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e58b3c5437b14b488da16b18285e6cbb"/>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49d04b894b834011bbf293d67fba658e"/>
  <p:tag name="KSO_WM_SLIDE_BACKGROUND_TYPE" val="topBottom"/>
</p:tagLst>
</file>

<file path=ppt/tags/tag123.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4.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5.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6.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7.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8.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9.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cf00e2266f384317bf6fac64cc483ba7"/>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92e98fb069d54a89a4b8b1732f73ed81"/>
  <p:tag name="KSO_WM_SLIDE_BACKGROUND_TYPE" val="bottomTop"/>
</p:tagLst>
</file>

<file path=ppt/tags/tag130.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bg20220522_5*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2"/>
</p:tagLst>
</file>

<file path=ppt/tags/tag131.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2.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3.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4.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5.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6.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7.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bb42711b180428ea5bd2cfefbce329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36697363c1ad4851b9c268ca0b1630f5"/>
  <p:tag name="KSO_WM_SLIDE_BACKGROUND_TYPE" val="navigation"/>
</p:tagLst>
</file>

<file path=ppt/tags/tag138.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bg20220522_6*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3"/>
</p:tagLst>
</file>

<file path=ppt/tags/tag139.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2b1a7f510dda4678a34427de5d8de730"/>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1bf646edba524302864a0e38be5e443b"/>
  <p:tag name="KSO_WM_SLIDE_BACKGROUND_TYPE" val="navigation"/>
</p:tagLst>
</file>

<file path=ppt/tags/tag140.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1.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2.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3.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4.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5.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6.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7.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a69f6163a09d4335b371cbcbaaa3e57a"/>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dcb46b93d9964b6e9394b5aded1e27e0"/>
  <p:tag name="KSO_WM_SLIDE_BACKGROUND_TYPE" val="belt"/>
</p:tagLst>
</file>

<file path=ppt/tags/tag149.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bg20220522_7*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4"/>
</p:tagLst>
</file>

<file path=ppt/tags/tag150.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a4ccf5ccfb9b44a896f37319a9a629a5"/>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f530d658cf74450e8cb5f979b7fa71d8"/>
  <p:tag name="KSO_WM_SLIDE_BACKGROUND_TYPE" val="belt"/>
</p:tagLst>
</file>

<file path=ppt/tags/tag151.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2.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3.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4.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5.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6.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57.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58.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59.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0.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61.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62.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3.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64.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65.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6.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67.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68.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9.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0.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71.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72.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3.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74.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75.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6.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77.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78.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9.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80.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81.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82.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83.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84.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85.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86.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87.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88.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89.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90.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91.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92.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93.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94.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95.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96.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97.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98.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99.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00.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01.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02.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03.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04.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05.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06.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07.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08.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09.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10.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11.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12.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13.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14.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15.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16.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17.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18.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19.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20.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21.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22.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23.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24.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25.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26.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27.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28.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29.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30.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31.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32.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33.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34.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35.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36.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37.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38.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39.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40.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41.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heme/theme1.xml><?xml version="1.0" encoding="utf-8"?>
<a:theme xmlns:a="http://schemas.openxmlformats.org/drawingml/2006/main" name="2_Office 主题​​">
  <a:themeElements>
    <a:clrScheme name="">
      <a:dk1>
        <a:srgbClr val="000000"/>
      </a:dk1>
      <a:lt1>
        <a:srgbClr val="FFFFFF"/>
      </a:lt1>
      <a:dk2>
        <a:srgbClr val="D88D7B"/>
      </a:dk2>
      <a:lt2>
        <a:srgbClr val="FFFFFF"/>
      </a:lt2>
      <a:accent1>
        <a:srgbClr val="FE7959"/>
      </a:accent1>
      <a:accent2>
        <a:srgbClr val="FE935E"/>
      </a:accent2>
      <a:accent3>
        <a:srgbClr val="FFAD63"/>
      </a:accent3>
      <a:accent4>
        <a:srgbClr val="FFA965"/>
      </a:accent4>
      <a:accent5>
        <a:srgbClr val="FF8864"/>
      </a:accent5>
      <a:accent6>
        <a:srgbClr val="FF6763"/>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990</TotalTime>
  <Words>3035</Words>
  <Application>Microsoft Office PowerPoint</Application>
  <PresentationFormat>Widescreen</PresentationFormat>
  <Paragraphs>261</Paragraphs>
  <Slides>29</Slides>
  <Notes>0</Notes>
  <HiddenSlides>0</HiddenSlides>
  <MMClips>3</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微软雅黑</vt:lpstr>
      <vt:lpstr>Arial</vt:lpstr>
      <vt:lpstr>Calibri</vt:lpstr>
      <vt:lpstr>Courier New</vt:lpstr>
      <vt:lpstr>Times New Roman</vt:lpstr>
      <vt:lpstr>Wingdings</vt:lpstr>
      <vt:lpstr>2_Office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Su Jiajing</dc:creator>
  <cp:lastModifiedBy>Lecturers</cp:lastModifiedBy>
  <cp:revision>221</cp:revision>
  <dcterms:created xsi:type="dcterms:W3CDTF">2019-06-19T02:08:00Z</dcterms:created>
  <dcterms:modified xsi:type="dcterms:W3CDTF">2025-11-25T15:19:03Z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2052-11.1.0.14036</vt:lpwstr>
  </property>
  <property fmtid="{D5CDD505-2E9C-101B-9397-08002B2CF9AE}" pid="3" name="ICV">
    <vt:lpwstr>A05E1846C5A840C580943081378365C3_11</vt:lpwstr>
  </property>
</Properties>
</file>