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heme/theme2.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8" r:id="rId1"/>
  </p:sldMasterIdLst>
  <p:notesMasterIdLst>
    <p:notesMasterId r:id="rId17"/>
  </p:notesMasterIdLst>
  <p:sldIdLst>
    <p:sldId id="348" r:id="rId2"/>
    <p:sldId id="331" r:id="rId3"/>
    <p:sldId id="349" r:id="rId4"/>
    <p:sldId id="350" r:id="rId5"/>
    <p:sldId id="351" r:id="rId6"/>
    <p:sldId id="352" r:id="rId7"/>
    <p:sldId id="357" r:id="rId8"/>
    <p:sldId id="358" r:id="rId9"/>
    <p:sldId id="353" r:id="rId10"/>
    <p:sldId id="354" r:id="rId11"/>
    <p:sldId id="355" r:id="rId12"/>
    <p:sldId id="356" r:id="rId13"/>
    <p:sldId id="359" r:id="rId14"/>
    <p:sldId id="360" r:id="rId15"/>
    <p:sldId id="295" r:id="rId16"/>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115" d="100"/>
          <a:sy n="115" d="100"/>
        </p:scale>
        <p:origin x="498" y="114"/>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2025/11/24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2.pn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tags" Target="../tags/tag9.xml"/><Relationship Id="rId16" Type="http://schemas.openxmlformats.org/officeDocument/2006/relationships/image" Target="../media/image5.png"/><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slideMaster" Target="../slideMasters/slideMaster1.xml"/><Relationship Id="rId5" Type="http://schemas.openxmlformats.org/officeDocument/2006/relationships/tags" Target="../tags/tag12.xml"/><Relationship Id="rId15" Type="http://schemas.openxmlformats.org/officeDocument/2006/relationships/image" Target="../media/image4.png"/><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6.png"/><Relationship Id="rId5" Type="http://schemas.openxmlformats.org/officeDocument/2006/relationships/tags" Target="../tags/tag22.xml"/><Relationship Id="rId10" Type="http://schemas.openxmlformats.org/officeDocument/2006/relationships/image" Target="../media/image1.png"/><Relationship Id="rId4" Type="http://schemas.openxmlformats.org/officeDocument/2006/relationships/tags" Target="../tags/tag21.xml"/><Relationship Id="rId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9.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8.png"/><Relationship Id="rId5" Type="http://schemas.openxmlformats.org/officeDocument/2006/relationships/tags" Target="../tags/tag30.xml"/><Relationship Id="rId10" Type="http://schemas.openxmlformats.org/officeDocument/2006/relationships/image" Target="../media/image1.png"/><Relationship Id="rId4" Type="http://schemas.openxmlformats.org/officeDocument/2006/relationships/tags" Target="../tags/tag29.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image" Target="../media/image7.png"/><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image" Target="../media/image6.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image" Target="../media/image1.png"/><Relationship Id="rId5" Type="http://schemas.openxmlformats.org/officeDocument/2006/relationships/tags" Target="../tags/tag38.xml"/><Relationship Id="rId10" Type="http://schemas.openxmlformats.org/officeDocument/2006/relationships/slideMaster" Target="../slideMasters/slideMaster1.xml"/><Relationship Id="rId4" Type="http://schemas.openxmlformats.org/officeDocument/2006/relationships/tags" Target="../tags/tag37.xml"/><Relationship Id="rId9" Type="http://schemas.openxmlformats.org/officeDocument/2006/relationships/tags" Target="../tags/tag4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image" Target="../media/image1.png"/><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5" Type="http://schemas.openxmlformats.org/officeDocument/2006/relationships/image" Target="../media/image7.png"/><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6.xml"/><Relationship Id="rId7" Type="http://schemas.openxmlformats.org/officeDocument/2006/relationships/tags" Target="../tags/tag60.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11.png"/><Relationship Id="rId5" Type="http://schemas.openxmlformats.org/officeDocument/2006/relationships/tags" Target="../tags/tag58.xml"/><Relationship Id="rId10" Type="http://schemas.openxmlformats.org/officeDocument/2006/relationships/image" Target="../media/image10.png"/><Relationship Id="rId4" Type="http://schemas.openxmlformats.org/officeDocument/2006/relationships/tags" Target="../tags/tag57.xml"/><Relationship Id="rId9"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7.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image" Target="../media/image6.png"/><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image" Target="../media/image1.png"/><Relationship Id="rId5" Type="http://schemas.openxmlformats.org/officeDocument/2006/relationships/tags" Target="../tags/tag68.xml"/><Relationship Id="rId10" Type="http://schemas.openxmlformats.org/officeDocument/2006/relationships/slideMaster" Target="../slideMasters/slideMaster1.xml"/><Relationship Id="rId4" Type="http://schemas.openxmlformats.org/officeDocument/2006/relationships/tags" Target="../tags/tag67.xml"/><Relationship Id="rId9"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0.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image" Target="../media/image7.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media/image6.png"/><Relationship Id="rId5" Type="http://schemas.openxmlformats.org/officeDocument/2006/relationships/tags" Target="../tags/tag77.xml"/><Relationship Id="rId10" Type="http://schemas.openxmlformats.org/officeDocument/2006/relationships/image" Target="../media/image1.png"/><Relationship Id="rId4" Type="http://schemas.openxmlformats.org/officeDocument/2006/relationships/tags" Target="../tags/tag76.xml"/><Relationship Id="rId9"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image" Target="../media/image7.png"/><Relationship Id="rId5" Type="http://schemas.openxmlformats.org/officeDocument/2006/relationships/tags" Target="../tags/tag85.xml"/><Relationship Id="rId10" Type="http://schemas.openxmlformats.org/officeDocument/2006/relationships/image" Target="../media/image6.png"/><Relationship Id="rId4" Type="http://schemas.openxmlformats.org/officeDocument/2006/relationships/tags" Target="../tags/tag84.xml"/><Relationship Id="rId9"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13.png"/><Relationship Id="rId3" Type="http://schemas.openxmlformats.org/officeDocument/2006/relationships/tags" Target="../tags/tag90.xml"/><Relationship Id="rId7" Type="http://schemas.openxmlformats.org/officeDocument/2006/relationships/tags" Target="../tags/tag94.xml"/><Relationship Id="rId12" Type="http://schemas.openxmlformats.org/officeDocument/2006/relationships/image" Target="../media/image12.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media/image1.png"/><Relationship Id="rId5" Type="http://schemas.openxmlformats.org/officeDocument/2006/relationships/tags" Target="../tags/tag92.xml"/><Relationship Id="rId10" Type="http://schemas.openxmlformats.org/officeDocument/2006/relationships/slideMaster" Target="../slideMasters/slideMaster1.xml"/><Relationship Id="rId4" Type="http://schemas.openxmlformats.org/officeDocument/2006/relationships/tags" Target="../tags/tag91.xml"/><Relationship Id="rId9" Type="http://schemas.openxmlformats.org/officeDocument/2006/relationships/tags" Target="../tags/tag96.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image" Target="../media/image7.png"/><Relationship Id="rId5" Type="http://schemas.openxmlformats.org/officeDocument/2006/relationships/tags" Target="../tags/tag101.xml"/><Relationship Id="rId10" Type="http://schemas.openxmlformats.org/officeDocument/2006/relationships/image" Target="../media/image6.png"/><Relationship Id="rId4" Type="http://schemas.openxmlformats.org/officeDocument/2006/relationships/tags" Target="../tags/tag100.xml"/><Relationship Id="rId9"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image" Target="../media/image7.png"/><Relationship Id="rId5" Type="http://schemas.openxmlformats.org/officeDocument/2006/relationships/tags" Target="../tags/tag108.xml"/><Relationship Id="rId10" Type="http://schemas.openxmlformats.org/officeDocument/2006/relationships/image" Target="../media/image1.png"/><Relationship Id="rId4" Type="http://schemas.openxmlformats.org/officeDocument/2006/relationships/tags" Target="../tags/tag10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19.xml"/><Relationship Id="rId3" Type="http://schemas.openxmlformats.org/officeDocument/2006/relationships/tags" Target="../tags/tag114.xml"/><Relationship Id="rId7" Type="http://schemas.openxmlformats.org/officeDocument/2006/relationships/tags" Target="../tags/tag118.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10" Type="http://schemas.openxmlformats.org/officeDocument/2006/relationships/image" Target="../media/image1.png"/><Relationship Id="rId4" Type="http://schemas.openxmlformats.org/officeDocument/2006/relationships/tags" Target="../tags/tag11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27.xml"/><Relationship Id="rId3" Type="http://schemas.openxmlformats.org/officeDocument/2006/relationships/tags" Target="../tags/tag122.xml"/><Relationship Id="rId7" Type="http://schemas.openxmlformats.org/officeDocument/2006/relationships/tags" Target="../tags/tag126.xml"/><Relationship Id="rId12" Type="http://schemas.openxmlformats.org/officeDocument/2006/relationships/image" Target="../media/image7.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11" Type="http://schemas.openxmlformats.org/officeDocument/2006/relationships/image" Target="../media/image1.png"/><Relationship Id="rId5" Type="http://schemas.openxmlformats.org/officeDocument/2006/relationships/tags" Target="../tags/tag124.xml"/><Relationship Id="rId10" Type="http://schemas.openxmlformats.org/officeDocument/2006/relationships/slideMaster" Target="../slideMasters/slideMaster1.xml"/><Relationship Id="rId4" Type="http://schemas.openxmlformats.org/officeDocument/2006/relationships/tags" Target="../tags/tag123.xml"/><Relationship Id="rId9" Type="http://schemas.openxmlformats.org/officeDocument/2006/relationships/tags" Target="../tags/tag12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36.xml"/><Relationship Id="rId3" Type="http://schemas.openxmlformats.org/officeDocument/2006/relationships/tags" Target="../tags/tag131.xml"/><Relationship Id="rId7" Type="http://schemas.openxmlformats.org/officeDocument/2006/relationships/tags" Target="../tags/tag135.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1.png"/><Relationship Id="rId4" Type="http://schemas.openxmlformats.org/officeDocument/2006/relationships/tags" Target="../tags/tag132.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image" Target="../media/image1.png"/><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Master" Target="../slideMasters/slideMaster1.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55.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image" Target="../media/image7.png"/><Relationship Id="rId5" Type="http://schemas.openxmlformats.org/officeDocument/2006/relationships/tags" Target="../tags/tag152.xml"/><Relationship Id="rId10" Type="http://schemas.openxmlformats.org/officeDocument/2006/relationships/image" Target="../media/image1.png"/><Relationship Id="rId4" Type="http://schemas.openxmlformats.org/officeDocument/2006/relationships/tags" Target="../tags/tag151.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descr="JY01_画板 1 副本"/>
          <p:cNvPicPr>
            <a:picLocks noChangeAspect="1"/>
          </p:cNvPicPr>
          <p:nvPr>
            <p:custDataLst>
              <p:tags r:id="rId1"/>
            </p:custDataLst>
          </p:nvPr>
        </p:nvPicPr>
        <p:blipFill>
          <a:blip r:embed="rId12"/>
          <a:stretch>
            <a:fillRect/>
          </a:stretch>
        </p:blipFill>
        <p:spPr>
          <a:xfrm>
            <a:off x="0" y="-5556"/>
            <a:ext cx="12192000" cy="6856730"/>
          </a:xfrm>
          <a:prstGeom prst="rect">
            <a:avLst/>
          </a:prstGeom>
        </p:spPr>
      </p:pic>
      <p:pic>
        <p:nvPicPr>
          <p:cNvPr id="21" name="图片 20" descr="JY01-13"/>
          <p:cNvPicPr>
            <a:picLocks noChangeAspect="1"/>
          </p:cNvPicPr>
          <p:nvPr>
            <p:custDataLst>
              <p:tags r:id="rId2"/>
            </p:custDataLst>
          </p:nvPr>
        </p:nvPicPr>
        <p:blipFill>
          <a:blip r:embed="rId13"/>
          <a:stretch>
            <a:fillRect/>
          </a:stretch>
        </p:blipFill>
        <p:spPr>
          <a:xfrm>
            <a:off x="0" y="0"/>
            <a:ext cx="2032000" cy="1009020"/>
          </a:xfrm>
          <a:prstGeom prst="rect">
            <a:avLst/>
          </a:prstGeom>
        </p:spPr>
      </p:pic>
      <p:pic>
        <p:nvPicPr>
          <p:cNvPr id="23" name="图片 22" descr="JY01-15"/>
          <p:cNvPicPr>
            <a:picLocks noChangeAspect="1"/>
          </p:cNvPicPr>
          <p:nvPr>
            <p:custDataLst>
              <p:tags r:id="rId3"/>
            </p:custDataLst>
          </p:nvPr>
        </p:nvPicPr>
        <p:blipFill>
          <a:blip r:embed="rId14"/>
          <a:stretch>
            <a:fillRect/>
          </a:stretch>
        </p:blipFill>
        <p:spPr>
          <a:xfrm>
            <a:off x="0" y="5611495"/>
            <a:ext cx="1257294" cy="1252220"/>
          </a:xfrm>
          <a:prstGeom prst="rect">
            <a:avLst/>
          </a:prstGeom>
        </p:spPr>
      </p:pic>
      <p:pic>
        <p:nvPicPr>
          <p:cNvPr id="22" name="图片 21" descr="JY01-16"/>
          <p:cNvPicPr>
            <a:picLocks noChangeAspect="1"/>
          </p:cNvPicPr>
          <p:nvPr>
            <p:custDataLst>
              <p:tags r:id="rId4"/>
            </p:custDataLst>
          </p:nvPr>
        </p:nvPicPr>
        <p:blipFill>
          <a:blip r:embed="rId15"/>
          <a:stretch>
            <a:fillRect/>
          </a:stretch>
        </p:blipFill>
        <p:spPr>
          <a:xfrm>
            <a:off x="4790440" y="2028565"/>
            <a:ext cx="7401560" cy="4829423"/>
          </a:xfrm>
          <a:prstGeom prst="rect">
            <a:avLst/>
          </a:prstGeom>
        </p:spPr>
      </p:pic>
      <p:pic>
        <p:nvPicPr>
          <p:cNvPr id="19" name="图片 18" descr="JY01-14"/>
          <p:cNvPicPr>
            <a:picLocks noChangeAspect="1"/>
          </p:cNvPicPr>
          <p:nvPr>
            <p:custDataLst>
              <p:tags r:id="rId5"/>
            </p:custDataLst>
          </p:nvPr>
        </p:nvPicPr>
        <p:blipFill>
          <a:blip r:embed="rId16"/>
          <a:stretch>
            <a:fillRect/>
          </a:stretch>
        </p:blipFill>
        <p:spPr>
          <a:xfrm>
            <a:off x="10250805" y="-24765"/>
            <a:ext cx="1941195" cy="3671639"/>
          </a:xfrm>
          <a:prstGeom prst="rect">
            <a:avLst/>
          </a:prstGeom>
        </p:spPr>
      </p:pic>
      <p:sp>
        <p:nvSpPr>
          <p:cNvPr id="16" name="日期占位符 15"/>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17" name="页脚占位符 16"/>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18" name="灯片编号占位符 17"/>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6" name="标题 5"/>
          <p:cNvSpPr txBox="1">
            <a:spLocks noGrp="1"/>
          </p:cNvSpPr>
          <p:nvPr>
            <p:ph type="title" idx="1" hasCustomPrompt="1"/>
            <p:custDataLst>
              <p:tags r:id="rId9"/>
            </p:custDataLst>
          </p:nvPr>
        </p:nvSpPr>
        <p:spPr>
          <a:xfrm>
            <a:off x="1137137" y="1044416"/>
            <a:ext cx="8927126" cy="3333296"/>
          </a:xfrm>
          <a:noFill/>
        </p:spPr>
        <p:txBody>
          <a:bodyPr wrap="square" rtlCol="0" anchor="ctr" anchorCtr="0">
            <a:normAutofit/>
          </a:bodyPr>
          <a:lstStyle>
            <a:lvl1pPr marL="0" marR="0" algn="l" defTabSz="914400" rtl="0" eaLnBrk="1" fontAlgn="auto" latinLnBrk="0" hangingPunct="1">
              <a:lnSpc>
                <a:spcPct val="110000"/>
              </a:lnSpc>
              <a:buClrTx/>
              <a:buSzTx/>
              <a:buFontTx/>
              <a:buNone/>
              <a:defRPr kumimoji="0" lang="zh-CN" altLang="en-US" sz="6000" b="1" i="0" u="none" strike="noStrike" kern="1200" cap="none" spc="0" normalizeH="0" baseline="0" noProof="1" dirty="0">
                <a:solidFill>
                  <a:schemeClr val="accent1"/>
                </a:solidFill>
                <a:latin typeface="微软雅黑" panose="020B0503020204020204" charset="-122"/>
                <a:ea typeface="微软雅黑" panose="020B0503020204020204" charset="-122"/>
                <a:cs typeface="+mn-cs"/>
              </a:defRPr>
            </a:lvl1pPr>
          </a:lstStyle>
          <a:p>
            <a:pPr lvl="0"/>
            <a:r>
              <a:rPr>
                <a:sym typeface="+mn-ea"/>
              </a:rPr>
              <a:t>单击此处添加</a:t>
            </a:r>
          </a:p>
          <a:p>
            <a:pPr lvl="0"/>
            <a:r>
              <a:rPr>
                <a:sym typeface="+mn-ea"/>
              </a:rPr>
              <a:t>标题</a:t>
            </a:r>
          </a:p>
        </p:txBody>
      </p:sp>
      <p:sp>
        <p:nvSpPr>
          <p:cNvPr id="7" name="副标题 6"/>
          <p:cNvSpPr txBox="1">
            <a:spLocks noGrp="1"/>
          </p:cNvSpPr>
          <p:nvPr>
            <p:ph type="subTitle" idx="2" hasCustomPrompt="1"/>
            <p:custDataLst>
              <p:tags r:id="rId10"/>
            </p:custDataLst>
          </p:nvPr>
        </p:nvSpPr>
        <p:spPr>
          <a:xfrm>
            <a:off x="1137137" y="4429560"/>
            <a:ext cx="7629063" cy="1183999"/>
          </a:xfrm>
          <a:noFill/>
        </p:spPr>
        <p:txBody>
          <a:bodyPr wrap="square" rtlCol="0">
            <a:normAutofit/>
          </a:bodyPr>
          <a:lstStyle>
            <a:lvl1pPr marL="0" marR="0" algn="l" defTabSz="914400" rtl="0" eaLnBrk="1" fontAlgn="auto" latinLnBrk="0" hangingPunct="1">
              <a:lnSpc>
                <a:spcPct val="120000"/>
              </a:lnSpc>
              <a:buClrTx/>
              <a:buSzTx/>
              <a:buFontTx/>
              <a:buNone/>
              <a:defRPr kumimoji="0" lang="zh-CN" altLang="en-US" sz="2800" b="1" i="0" u="none" strike="noStrike" kern="1200" cap="all" spc="400" normalizeH="0" baseline="0" noProof="1" dirty="0">
                <a:solidFill>
                  <a:schemeClr val="accent1"/>
                </a:solidFill>
                <a:uFillTx/>
                <a:latin typeface="微软雅黑" panose="020B0503020204020204" charset="-122"/>
                <a:ea typeface="微软雅黑" panose="020B0503020204020204" charset="-122"/>
                <a:cs typeface="+mn-cs"/>
              </a:defRPr>
            </a:lvl1pPr>
          </a:lstStyle>
          <a:p>
            <a:pPr lvl="0"/>
            <a:r>
              <a:rPr>
                <a:sym typeface="+mn-ea"/>
              </a:rPr>
              <a:t>单击此处添加副标题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5"/>
            </p:custDataLst>
          </p:nvPr>
        </p:nvSpPr>
        <p:spPr>
          <a:xfrm>
            <a:off x="669882" y="952508"/>
            <a:ext cx="10852237"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0"/>
          <a:stretch>
            <a:fillRect/>
          </a:stretch>
        </p:blipFill>
        <p:spPr>
          <a:xfrm>
            <a:off x="794" y="-318"/>
            <a:ext cx="12192000" cy="6858318"/>
          </a:xfrm>
          <a:prstGeom prst="rect">
            <a:avLst/>
          </a:prstGeom>
        </p:spPr>
      </p:pic>
      <p:pic>
        <p:nvPicPr>
          <p:cNvPr id="3" name="图片 2" descr="JY01_章节页装饰2"/>
          <p:cNvPicPr>
            <a:picLocks noChangeAspect="1"/>
          </p:cNvPicPr>
          <p:nvPr>
            <p:custDataLst>
              <p:tags r:id="rId2"/>
            </p:custDataLst>
          </p:nvPr>
        </p:nvPicPr>
        <p:blipFill>
          <a:blip r:embed="rId11"/>
          <a:stretch>
            <a:fillRect/>
          </a:stretch>
        </p:blipFill>
        <p:spPr>
          <a:xfrm>
            <a:off x="7479507" y="5458144"/>
            <a:ext cx="4703272" cy="1398270"/>
          </a:xfrm>
          <a:prstGeom prst="rect">
            <a:avLst/>
          </a:prstGeom>
        </p:spPr>
      </p:pic>
      <p:pic>
        <p:nvPicPr>
          <p:cNvPr id="2" name="图片 1" descr="JY01_章节页装饰1"/>
          <p:cNvPicPr>
            <a:picLocks noChangeAspect="1"/>
          </p:cNvPicPr>
          <p:nvPr>
            <p:custDataLst>
              <p:tags r:id="rId3"/>
            </p:custDataLst>
          </p:nvPr>
        </p:nvPicPr>
        <p:blipFill>
          <a:blip r:embed="rId12"/>
          <a:stretch>
            <a:fillRect/>
          </a:stretch>
        </p:blipFill>
        <p:spPr>
          <a:xfrm>
            <a:off x="635" y="0"/>
            <a:ext cx="1954530" cy="6858000"/>
          </a:xfrm>
          <a:prstGeom prst="rect">
            <a:avLst/>
          </a:prstGeom>
        </p:spPr>
      </p:pic>
      <p:sp>
        <p:nvSpPr>
          <p:cNvPr id="4" name="日期占位符 3"/>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5" name="页脚占位符 4"/>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ctrTitle" idx="1" hasCustomPrompt="1"/>
            <p:custDataLst>
              <p:tags r:id="rId7"/>
            </p:custDataLst>
          </p:nvPr>
        </p:nvSpPr>
        <p:spPr>
          <a:xfrm>
            <a:off x="2112431" y="2833012"/>
            <a:ext cx="7967137" cy="1200150"/>
          </a:xfrm>
          <a:noFill/>
        </p:spPr>
        <p:txBody>
          <a:bodyPr vert="horz" wrap="square" lIns="101600" tIns="38100" rIns="76200" bIns="38100" rtlCol="0" anchor="ctr" anchorCtr="0">
            <a:normAutofit/>
          </a:bodyPr>
          <a:lstStyle>
            <a:lvl1pPr marL="0" marR="0" algn="ctr" defTabSz="914400" rtl="0" eaLnBrk="1" fontAlgn="auto" latinLnBrk="0" hangingPunct="1">
              <a:lnSpc>
                <a:spcPct val="100000"/>
              </a:lnSpc>
              <a:spcBef>
                <a:spcPct val="0"/>
              </a:spcBef>
              <a:buClrTx/>
              <a:buSzTx/>
              <a:buFontTx/>
              <a:buNone/>
              <a:defRPr kumimoji="0" lang="zh-CN" altLang="en-US" sz="6600" b="0" i="0" u="none" strike="noStrike" kern="1200" cap="none" spc="100" normalizeH="0" baseline="0" noProof="1" dirty="0">
                <a:solidFill>
                  <a:schemeClr val="dk1">
                    <a:lumMod val="85000"/>
                    <a:lumOff val="15000"/>
                  </a:schemeClr>
                </a:solidFill>
                <a:uFillTx/>
                <a:latin typeface="Arial" panose="020B0604020202020204" pitchFamily="34" charset="0"/>
                <a:ea typeface="汉仪文黑-85简" panose="00020600040101010101" charset="-122"/>
                <a:cs typeface="+mn-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a:off x="2680121" y="4295417"/>
            <a:ext cx="6831757" cy="827115"/>
          </a:xfrm>
        </p:spPr>
        <p:txBody>
          <a:bodyPr vert="horz" wrap="square" lIns="101600" tIns="0" rIns="82550" bIns="0" rtlCol="0">
            <a:normAutofit/>
          </a:bodyPr>
          <a:lstStyle>
            <a:lvl1pPr marL="0" marR="0" indent="-228600" algn="ctr" defTabSz="914400" rtl="0" eaLnBrk="1" fontAlgn="auto" latinLnBrk="0" hangingPunct="1">
              <a:lnSpc>
                <a:spcPct val="150000"/>
              </a:lnSpc>
              <a:spcBef>
                <a:spcPts val="0"/>
              </a:spcBef>
              <a:spcAft>
                <a:spcPts val="1000"/>
              </a:spcAft>
              <a:buClrTx/>
              <a:buSzTx/>
              <a:buFontTx/>
              <a:buNone/>
              <a:defRPr kumimoji="0" lang="zh-CN" altLang="en-US" sz="1400" b="0" i="0" u="none" strike="noStrike" kern="1200" cap="none" spc="0" normalizeH="0" baseline="0" noProof="1" dirty="0">
                <a:solidFill>
                  <a:schemeClr val="dk1">
                    <a:lumMod val="50000"/>
                    <a:lumOff val="50000"/>
                  </a:schemeClr>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内容占位符 2"/>
          <p:cNvSpPr>
            <a:spLocks noGrp="1"/>
          </p:cNvSpPr>
          <p:nvPr>
            <p:ph sz="half" idx="1"/>
            <p:custDataLst>
              <p:tags r:id="rId5"/>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6"/>
            </p:custDataLst>
          </p:nvPr>
        </p:nvSpPr>
        <p:spPr>
          <a:xfrm>
            <a:off x="6238877" y="952508"/>
            <a:ext cx="5283242" cy="5388907"/>
          </a:xfrm>
        </p:spPr>
        <p:txBody>
          <a:bodyPr lIns="90170" tIns="46990" rIns="90170" bIns="46990">
            <a:normAutofit/>
          </a:bodyPr>
          <a:lstStyle>
            <a:lvl1pPr eaLnBrk="1" fontAlgn="auto" latinLnBrk="0" hangingPunct="1">
              <a:defRPr sz="1600">
                <a:solidFill>
                  <a:schemeClr val="tx1"/>
                </a:solidFill>
                <a:latin typeface="Arial" panose="020B0604020202020204" pitchFamily="34" charset="0"/>
                <a:ea typeface="汉仪文黑-55简" panose="00020600040101010101" charset="-122"/>
              </a:defRPr>
            </a:lvl1pPr>
            <a:lvl2pPr eaLnBrk="1" fontAlgn="auto" latinLnBrk="0" hangingPunct="1">
              <a:defRPr sz="1600">
                <a:solidFill>
                  <a:schemeClr val="tx1"/>
                </a:solidFill>
                <a:latin typeface="Arial" panose="020B0604020202020204" pitchFamily="34" charset="0"/>
                <a:ea typeface="汉仪文黑-55简" panose="00020600040101010101" charset="-122"/>
              </a:defRPr>
            </a:lvl2pPr>
            <a:lvl3pPr eaLnBrk="1" fontAlgn="auto" latinLnBrk="0" hangingPunct="1">
              <a:defRPr sz="1600">
                <a:solidFill>
                  <a:schemeClr val="tx1"/>
                </a:solidFill>
                <a:latin typeface="Arial" panose="020B0604020202020204" pitchFamily="34" charset="0"/>
                <a:ea typeface="汉仪文黑-55简" panose="00020600040101010101" charset="-122"/>
              </a:defRPr>
            </a:lvl3pPr>
            <a:lvl4pPr eaLnBrk="1" fontAlgn="auto" latinLnBrk="0" hangingPunct="1">
              <a:defRPr sz="1600">
                <a:solidFill>
                  <a:schemeClr val="tx1"/>
                </a:solidFill>
                <a:latin typeface="Arial" panose="020B0604020202020204" pitchFamily="34" charset="0"/>
                <a:ea typeface="汉仪文黑-55简" panose="00020600040101010101" charset="-122"/>
              </a:defRPr>
            </a:lvl4pPr>
            <a:lvl5pPr eaLnBrk="1" fontAlgn="auto" latinLnBrk="0" hangingPunct="1">
              <a:defRPr sz="160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2" name="图片 11" descr="JY01_画板 1 副本"/>
          <p:cNvPicPr>
            <a:picLocks noChangeAspect="1"/>
          </p:cNvPicPr>
          <p:nvPr>
            <p:custDataLst>
              <p:tags r:id="rId1"/>
            </p:custDataLst>
          </p:nvPr>
        </p:nvPicPr>
        <p:blipFill>
          <a:blip r:embed="rId13"/>
          <a:stretch>
            <a:fillRect/>
          </a:stretch>
        </p:blipFill>
        <p:spPr>
          <a:xfrm>
            <a:off x="0" y="317"/>
            <a:ext cx="12193257" cy="6858635"/>
          </a:xfrm>
          <a:prstGeom prst="rect">
            <a:avLst/>
          </a:prstGeom>
        </p:spPr>
      </p:pic>
      <p:pic>
        <p:nvPicPr>
          <p:cNvPr id="11" name="图片 10" descr="JY01_正文页装饰2"/>
          <p:cNvPicPr>
            <a:picLocks noChangeAspect="1"/>
          </p:cNvPicPr>
          <p:nvPr>
            <p:custDataLst>
              <p:tags r:id="rId2"/>
            </p:custDataLst>
          </p:nvPr>
        </p:nvPicPr>
        <p:blipFill>
          <a:blip r:embed="rId14"/>
          <a:stretch>
            <a:fillRect/>
          </a:stretch>
        </p:blipFill>
        <p:spPr>
          <a:xfrm>
            <a:off x="822289" y="524194"/>
            <a:ext cx="11370346" cy="5810247"/>
          </a:xfrm>
          <a:prstGeom prst="rect">
            <a:avLst/>
          </a:prstGeom>
        </p:spPr>
      </p:pic>
      <p:pic>
        <p:nvPicPr>
          <p:cNvPr id="10" name="图片 9" descr="JY01_正文页装饰1"/>
          <p:cNvPicPr>
            <a:picLocks noChangeAspect="1"/>
          </p:cNvPicPr>
          <p:nvPr>
            <p:custDataLst>
              <p:tags r:id="rId3"/>
            </p:custDataLst>
          </p:nvPr>
        </p:nvPicPr>
        <p:blipFill>
          <a:blip r:embed="rId15"/>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882"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5"/>
            </p:custDataLst>
          </p:nvPr>
        </p:nvSpPr>
        <p:spPr>
          <a:xfrm>
            <a:off x="669930" y="952508"/>
            <a:ext cx="5283242" cy="381003"/>
          </a:xfrm>
        </p:spPr>
        <p:txBody>
          <a:bodyPr lIns="90170" tIns="46990" rIns="90170" bIns="46990" anchor="ctr"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汉仪文黑-55简" panose="00020600040101010101"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6"/>
            </p:custDataLst>
          </p:nvPr>
        </p:nvSpPr>
        <p:spPr>
          <a:xfrm>
            <a:off x="669925" y="1406525"/>
            <a:ext cx="5283200"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7"/>
            </p:custDataLst>
          </p:nvPr>
        </p:nvSpPr>
        <p:spPr>
          <a:xfrm>
            <a:off x="6235750" y="952508"/>
            <a:ext cx="5283242" cy="381003"/>
          </a:xfrm>
        </p:spPr>
        <p:txBody>
          <a:bodyPr vert="horz" lIns="90170" tIns="46990" rIns="90170" bIns="46990" rtlCol="0" anchor="ctr"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8"/>
            </p:custDataLst>
          </p:nvPr>
        </p:nvSpPr>
        <p:spPr>
          <a:xfrm>
            <a:off x="6235750" y="1406525"/>
            <a:ext cx="5283242"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8" name="页脚占位符 7"/>
          <p:cNvSpPr>
            <a:spLocks noGrp="1"/>
          </p:cNvSpPr>
          <p:nvPr>
            <p:ph type="ftr" sz="quarter" idx="11"/>
            <p:custDataLst>
              <p:tags r:id="rId10"/>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9" name="灯片编号占位符 8"/>
          <p:cNvSpPr>
            <a:spLocks noGrp="1"/>
          </p:cNvSpPr>
          <p:nvPr>
            <p:ph type="sldNum" sz="quarter" idx="12"/>
            <p:custDataLst>
              <p:tags r:id="rId1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8"/>
            <a:ext cx="12192000" cy="6858635"/>
          </a:xfrm>
          <a:prstGeom prst="rect">
            <a:avLst/>
          </a:prstGeom>
        </p:spPr>
      </p:pic>
      <p:pic>
        <p:nvPicPr>
          <p:cNvPr id="7" name="图片 6" descr="JY01_目录页装饰1"/>
          <p:cNvPicPr>
            <a:picLocks noChangeAspect="1"/>
          </p:cNvPicPr>
          <p:nvPr>
            <p:custDataLst>
              <p:tags r:id="rId2"/>
            </p:custDataLst>
          </p:nvPr>
        </p:nvPicPr>
        <p:blipFill>
          <a:blip r:embed="rId10"/>
          <a:stretch>
            <a:fillRect/>
          </a:stretch>
        </p:blipFill>
        <p:spPr>
          <a:xfrm>
            <a:off x="0" y="5388868"/>
            <a:ext cx="2132952" cy="1469132"/>
          </a:xfrm>
          <a:prstGeom prst="rect">
            <a:avLst/>
          </a:prstGeom>
        </p:spPr>
      </p:pic>
      <p:pic>
        <p:nvPicPr>
          <p:cNvPr id="6" name="图片 5" descr="JY01_目录页装饰2"/>
          <p:cNvPicPr>
            <a:picLocks noChangeAspect="1"/>
          </p:cNvPicPr>
          <p:nvPr>
            <p:custDataLst>
              <p:tags r:id="rId3"/>
            </p:custDataLst>
          </p:nvPr>
        </p:nvPicPr>
        <p:blipFill>
          <a:blip r:embed="rId11"/>
          <a:stretch>
            <a:fillRect/>
          </a:stretch>
        </p:blipFill>
        <p:spPr>
          <a:xfrm>
            <a:off x="7445375" y="0"/>
            <a:ext cx="4746625" cy="4411480"/>
          </a:xfrm>
          <a:prstGeom prst="rect">
            <a:avLst/>
          </a:prstGeom>
        </p:spPr>
      </p:pic>
      <p:sp>
        <p:nvSpPr>
          <p:cNvPr id="2" name="标题 1"/>
          <p:cNvSpPr>
            <a:spLocks noGrp="1"/>
          </p:cNvSpPr>
          <p:nvPr>
            <p:ph type="title"/>
            <p:custDataLst>
              <p:tags r:id="rId4"/>
            </p:custDataLst>
          </p:nvPr>
        </p:nvSpPr>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3" name="页脚占位符 2"/>
          <p:cNvSpPr>
            <a:spLocks noGrp="1"/>
          </p:cNvSpPr>
          <p:nvPr>
            <p:ph type="ftr" sz="quarter" idx="11"/>
            <p:custDataLst>
              <p:tags r:id="rId2"/>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4" name="灯片编号占位符 3"/>
          <p:cNvSpPr>
            <a:spLocks noGrp="1"/>
          </p:cNvSpPr>
          <p:nvPr>
            <p:ph type="sldNum" sz="quarter" idx="12"/>
            <p:custDataLst>
              <p:tags r:id="rId3"/>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0" y="317"/>
            <a:ext cx="12193257" cy="6858635"/>
          </a:xfrm>
          <a:prstGeom prst="rect">
            <a:avLst/>
          </a:prstGeom>
        </p:spPr>
      </p:pic>
      <p:pic>
        <p:nvPicPr>
          <p:cNvPr id="9" name="图片 8" descr="JY01_正文页装饰2"/>
          <p:cNvPicPr>
            <a:picLocks noChangeAspect="1"/>
          </p:cNvPicPr>
          <p:nvPr>
            <p:custDataLst>
              <p:tags r:id="rId2"/>
            </p:custDataLst>
          </p:nvPr>
        </p:nvPicPr>
        <p:blipFill>
          <a:blip r:embed="rId12"/>
          <a:stretch>
            <a:fillRect/>
          </a:stretch>
        </p:blipFill>
        <p:spPr>
          <a:xfrm>
            <a:off x="822289" y="524194"/>
            <a:ext cx="11370346" cy="5810247"/>
          </a:xfrm>
          <a:prstGeom prst="rect">
            <a:avLst/>
          </a:prstGeom>
        </p:spPr>
      </p:pic>
      <p:pic>
        <p:nvPicPr>
          <p:cNvPr id="8" name="图片 7" descr="JY01_正文页装饰1"/>
          <p:cNvPicPr>
            <a:picLocks noChangeAspect="1"/>
          </p:cNvPicPr>
          <p:nvPr>
            <p:custDataLst>
              <p:tags r:id="rId3"/>
            </p:custDataLst>
          </p:nvPr>
        </p:nvPicPr>
        <p:blipFill>
          <a:blip r:embed="rId13"/>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69930" y="443234"/>
            <a:ext cx="10852237" cy="441964"/>
          </a:xfrm>
        </p:spPr>
        <p:txBody>
          <a:bodyPr vert="horz" lIns="90170" tIns="46990" rIns="90170" bIns="46990" rtlCol="0" anchor="ctr"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5"/>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6"/>
            </p:custDataLst>
          </p:nvPr>
        </p:nvSpPr>
        <p:spPr>
          <a:xfrm>
            <a:off x="6238925"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汉仪文黑-55简" panose="00020600040101010101"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9EFD9D74-47D9-4702-A33C-335B63B48DBF}" type="datetimeFigureOut">
              <a:rPr lang="zh-CN" altLang="en-US" smtClean="0"/>
              <a:t>2025/11/24</a:t>
            </a:fld>
            <a:endParaRPr lang="zh-CN" altLang="en-US" dirty="0"/>
          </a:p>
        </p:txBody>
      </p:sp>
      <p:sp>
        <p:nvSpPr>
          <p:cNvPr id="6" name="页脚占位符 5"/>
          <p:cNvSpPr>
            <a:spLocks noGrp="1"/>
          </p:cNvSpPr>
          <p:nvPr>
            <p:ph type="ftr" sz="quarter" idx="11"/>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7" name="灯片编号占位符 6"/>
          <p:cNvSpPr>
            <a:spLocks noGrp="1"/>
          </p:cNvSpPr>
          <p:nvPr>
            <p:ph type="sldNum" sz="quarter" idx="12"/>
            <p:custDataLst>
              <p:tags r:id="rId9"/>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7"/>
            <a:ext cx="12193257" cy="6858635"/>
          </a:xfrm>
          <a:prstGeom prst="rect">
            <a:avLst/>
          </a:prstGeom>
        </p:spPr>
      </p:pic>
      <p:pic>
        <p:nvPicPr>
          <p:cNvPr id="8" name="图片 7" descr="JY01_正文页装饰2"/>
          <p:cNvPicPr>
            <a:picLocks noChangeAspect="1"/>
          </p:cNvPicPr>
          <p:nvPr>
            <p:custDataLst>
              <p:tags r:id="rId2"/>
            </p:custDataLst>
          </p:nvPr>
        </p:nvPicPr>
        <p:blipFill>
          <a:blip r:embed="rId11"/>
          <a:stretch>
            <a:fillRect/>
          </a:stretch>
        </p:blipFill>
        <p:spPr>
          <a:xfrm>
            <a:off x="822289" y="524194"/>
            <a:ext cx="11370346" cy="5810247"/>
          </a:xfrm>
          <a:prstGeom prst="rect">
            <a:avLst/>
          </a:prstGeom>
        </p:spPr>
      </p:pic>
      <p:pic>
        <p:nvPicPr>
          <p:cNvPr id="7" name="图片 6"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竖排标题 1"/>
          <p:cNvSpPr>
            <a:spLocks noGrp="1"/>
          </p:cNvSpPr>
          <p:nvPr>
            <p:ph type="title" orient="vert"/>
            <p:custDataLst>
              <p:tags r:id="rId4"/>
            </p:custDataLst>
          </p:nvPr>
        </p:nvSpPr>
        <p:spPr>
          <a:xfrm>
            <a:off x="10571135" y="952508"/>
            <a:ext cx="950984" cy="5388907"/>
          </a:xfrm>
        </p:spPr>
        <p:txBody>
          <a:bodyPr vert="eaVert" lIns="90170" tIns="46990" rIns="90170" bIns="4699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汉仪文黑-55简" panose="00020600040101010101"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5"/>
            </p:custDataLst>
          </p:nvPr>
        </p:nvSpPr>
        <p:spPr>
          <a:xfrm>
            <a:off x="669925" y="952500"/>
            <a:ext cx="9828101" cy="5388907"/>
          </a:xfrm>
        </p:spPr>
        <p:txBody>
          <a:bodyPr vert="eaVert"/>
          <a:lstStyle>
            <a:lvl1pPr indent="0" eaLnBrk="1" fontAlgn="auto" latinLnBrk="0" hangingPunct="1">
              <a:defRPr>
                <a:solidFill>
                  <a:schemeClr val="tx1"/>
                </a:solidFill>
                <a:latin typeface="Arial" panose="020B0604020202020204" pitchFamily="34" charset="0"/>
                <a:ea typeface="汉仪文黑-55简" panose="00020600040101010101" charset="-122"/>
              </a:defRPr>
            </a:lvl1pPr>
            <a:lvl2pPr indent="0" eaLnBrk="1" fontAlgn="auto" latinLnBrk="0" hangingPunct="1">
              <a:defRPr>
                <a:solidFill>
                  <a:schemeClr val="tx1"/>
                </a:solidFill>
                <a:latin typeface="Arial" panose="020B0604020202020204" pitchFamily="34" charset="0"/>
                <a:ea typeface="汉仪文黑-55简" panose="00020600040101010101" charset="-122"/>
              </a:defRPr>
            </a:lvl2pPr>
            <a:lvl3pPr indent="0" eaLnBrk="1" fontAlgn="auto" latinLnBrk="0" hangingPunct="1">
              <a:defRPr>
                <a:solidFill>
                  <a:schemeClr val="tx1"/>
                </a:solidFill>
                <a:latin typeface="Arial" panose="020B0604020202020204" pitchFamily="34" charset="0"/>
                <a:ea typeface="汉仪文黑-55简" panose="00020600040101010101" charset="-122"/>
              </a:defRPr>
            </a:lvl3pPr>
            <a:lvl4pPr indent="0" eaLnBrk="1" fontAlgn="auto" latinLnBrk="0" hangingPunct="1">
              <a:defRPr>
                <a:solidFill>
                  <a:schemeClr val="tx1"/>
                </a:solidFill>
                <a:latin typeface="Arial" panose="020B0604020202020204" pitchFamily="34" charset="0"/>
                <a:ea typeface="汉仪文黑-55简" panose="00020600040101010101" charset="-122"/>
              </a:defRPr>
            </a:lvl4pPr>
            <a:lvl5pPr indent="0" eaLnBrk="1" fontAlgn="auto" latinLnBrk="0" hangingPunct="1">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5" name="页脚占位符 4"/>
          <p:cNvSpPr>
            <a:spLocks noGrp="1"/>
          </p:cNvSpPr>
          <p:nvPr>
            <p:ph type="ftr" sz="quarter" idx="11"/>
            <p:custDataLst>
              <p:tags r:id="rId7"/>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2" name="图片 1"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7"/>
            </p:custDataLst>
          </p:nvPr>
        </p:nvSpPr>
        <p:spPr>
          <a:xfrm>
            <a:off x="669930" y="952508"/>
            <a:ext cx="10852237" cy="5388907"/>
          </a:xfrm>
        </p:spPr>
        <p:txBody>
          <a:bodyPr/>
          <a:lstStyle>
            <a:lvl1pPr>
              <a:defRPr>
                <a:solidFill>
                  <a:schemeClr val="tx1"/>
                </a:solidFill>
                <a:latin typeface="Arial" panose="020B0604020202020204" pitchFamily="34" charset="0"/>
                <a:ea typeface="汉仪文黑-55简" panose="00020600040101010101" charset="-122"/>
              </a:defRPr>
            </a:lvl1pPr>
            <a:lvl2pPr>
              <a:defRPr>
                <a:solidFill>
                  <a:schemeClr val="tx1"/>
                </a:solidFill>
                <a:latin typeface="Arial" panose="020B0604020202020204" pitchFamily="34" charset="0"/>
                <a:ea typeface="汉仪文黑-55简" panose="00020600040101010101" charset="-122"/>
              </a:defRPr>
            </a:lvl2pPr>
            <a:lvl3pPr>
              <a:defRPr>
                <a:solidFill>
                  <a:schemeClr val="tx1"/>
                </a:solidFill>
                <a:latin typeface="Arial" panose="020B0604020202020204" pitchFamily="34" charset="0"/>
                <a:ea typeface="汉仪文黑-55简" panose="00020600040101010101" charset="-122"/>
              </a:defRPr>
            </a:lvl3pPr>
            <a:lvl4pPr>
              <a:defRPr>
                <a:solidFill>
                  <a:schemeClr val="tx1"/>
                </a:solidFill>
                <a:latin typeface="Arial" panose="020B0604020202020204" pitchFamily="34" charset="0"/>
                <a:ea typeface="汉仪文黑-55简" panose="00020600040101010101" charset="-122"/>
              </a:defRPr>
            </a:lvl4pPr>
            <a:lvl5pPr>
              <a:defRPr>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7" name="图片 6" descr="JY01_画板 1 副本"/>
          <p:cNvPicPr>
            <a:picLocks noChangeAspect="1"/>
          </p:cNvPicPr>
          <p:nvPr>
            <p:custDataLst>
              <p:tags r:id="rId1"/>
            </p:custDataLst>
          </p:nvPr>
        </p:nvPicPr>
        <p:blipFill>
          <a:blip r:embed="rId11"/>
          <a:stretch>
            <a:fillRect/>
          </a:stretch>
        </p:blipFill>
        <p:spPr>
          <a:xfrm>
            <a:off x="794" y="-318"/>
            <a:ext cx="12192000" cy="6858318"/>
          </a:xfrm>
          <a:prstGeom prst="rect">
            <a:avLst/>
          </a:prstGeom>
        </p:spPr>
      </p:pic>
      <p:pic>
        <p:nvPicPr>
          <p:cNvPr id="6" name="图片 5" descr="JY01_结束页装饰2"/>
          <p:cNvPicPr>
            <a:picLocks noChangeAspect="1"/>
          </p:cNvPicPr>
          <p:nvPr>
            <p:custDataLst>
              <p:tags r:id="rId2"/>
            </p:custDataLst>
          </p:nvPr>
        </p:nvPicPr>
        <p:blipFill>
          <a:blip r:embed="rId12"/>
          <a:stretch>
            <a:fillRect/>
          </a:stretch>
        </p:blipFill>
        <p:spPr>
          <a:xfrm>
            <a:off x="7479507" y="5458144"/>
            <a:ext cx="4703272" cy="1398270"/>
          </a:xfrm>
          <a:prstGeom prst="rect">
            <a:avLst/>
          </a:prstGeom>
        </p:spPr>
      </p:pic>
      <p:pic>
        <p:nvPicPr>
          <p:cNvPr id="2" name="图片 1" descr="JY01_结束页装饰1"/>
          <p:cNvPicPr>
            <a:picLocks noChangeAspect="1"/>
          </p:cNvPicPr>
          <p:nvPr>
            <p:custDataLst>
              <p:tags r:id="rId3"/>
            </p:custDataLst>
          </p:nvPr>
        </p:nvPicPr>
        <p:blipFill>
          <a:blip r:embed="rId13"/>
          <a:stretch>
            <a:fillRect/>
          </a:stretch>
        </p:blipFill>
        <p:spPr>
          <a:xfrm>
            <a:off x="635" y="0"/>
            <a:ext cx="1954530" cy="6858000"/>
          </a:xfrm>
          <a:prstGeom prst="rect">
            <a:avLst/>
          </a:prstGeom>
        </p:spPr>
      </p:pic>
      <p:sp>
        <p:nvSpPr>
          <p:cNvPr id="3" name="日期占位符 2"/>
          <p:cNvSpPr>
            <a:spLocks noGrp="1"/>
          </p:cNvSpPr>
          <p:nvPr>
            <p:ph type="dt" sz="half" idx="10"/>
            <p:custDataLst>
              <p:tags r:id="rId4"/>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endParaRPr lang="zh-CN" altLang="en-US"/>
          </a:p>
        </p:txBody>
      </p:sp>
      <p:sp>
        <p:nvSpPr>
          <p:cNvPr id="5" name="灯片编号占位符 4"/>
          <p:cNvSpPr>
            <a:spLocks noGrp="1"/>
          </p:cNvSpPr>
          <p:nvPr>
            <p:ph type="sldNum" sz="quarter" idx="12"/>
            <p:custDataLst>
              <p:tags r:id="rId6"/>
            </p:custDataLst>
          </p:nvPr>
        </p:nvSpPr>
        <p:spPr/>
        <p:txBody>
          <a:bodyPr/>
          <a:lstStyle>
            <a:lvl1pPr>
              <a:defRPr>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a:p>
        </p:txBody>
      </p:sp>
      <p:sp>
        <p:nvSpPr>
          <p:cNvPr id="8" name="标题 1"/>
          <p:cNvSpPr>
            <a:spLocks noGrp="1"/>
          </p:cNvSpPr>
          <p:nvPr>
            <p:ph type="title" idx="1" hasCustomPrompt="1"/>
            <p:custDataLst>
              <p:tags r:id="rId7"/>
            </p:custDataLst>
          </p:nvPr>
        </p:nvSpPr>
        <p:spPr>
          <a:xfrm>
            <a:off x="2153288" y="2533739"/>
            <a:ext cx="7885427" cy="1353881"/>
          </a:xfrm>
          <a:noFill/>
        </p:spPr>
        <p:txBody>
          <a:bodyPr vert="horz" wrap="square" lIns="90000" tIns="46800" rIns="90000" bIns="46800" rtlCol="0" anchor="ctr" anchorCtr="0">
            <a:normAutofit/>
          </a:bodyPr>
          <a:lstStyle>
            <a:lvl1pPr marL="0" marR="0" algn="l" defTabSz="914400" rtl="0" eaLnBrk="1" fontAlgn="auto" latinLnBrk="0" hangingPunct="0">
              <a:lnSpc>
                <a:spcPct val="100000"/>
              </a:lnSpc>
              <a:spcBef>
                <a:spcPts val="0"/>
              </a:spcBef>
              <a:spcAft>
                <a:spcPts val="0"/>
              </a:spcAft>
              <a:buClrTx/>
              <a:buSzTx/>
              <a:buFontTx/>
              <a:buNone/>
              <a:defRPr kumimoji="0" lang="zh-CN" altLang="en-US" sz="7200" b="1" i="0" u="none" strike="noStrike" kern="0" cap="none" spc="300" normalizeH="0" baseline="0" noProof="1" dirty="0">
                <a:ln>
                  <a:noFill/>
                </a:ln>
                <a:solidFill>
                  <a:schemeClr val="dk1">
                    <a:lumMod val="85000"/>
                    <a:lumOff val="15000"/>
                  </a:schemeClr>
                </a:solidFill>
                <a:effectLst/>
                <a:uFillTx/>
                <a:latin typeface="Arial" panose="020B0604020202020204" pitchFamily="34" charset="0"/>
                <a:ea typeface="汉仪文黑-85简" panose="00020600040101010101" charset="-122"/>
                <a:cs typeface="+mj-cs"/>
              </a:defRPr>
            </a:lvl1pPr>
          </a:lstStyle>
          <a:p>
            <a:pPr lvl="0"/>
            <a:r>
              <a:rPr>
                <a:sym typeface="+mn-ea"/>
              </a:rPr>
              <a:t>编辑标题</a:t>
            </a:r>
          </a:p>
        </p:txBody>
      </p:sp>
      <p:sp>
        <p:nvSpPr>
          <p:cNvPr id="9" name="文本占位符 2"/>
          <p:cNvSpPr>
            <a:spLocks noGrp="1"/>
          </p:cNvSpPr>
          <p:nvPr>
            <p:ph type="body" idx="2" hasCustomPrompt="1"/>
            <p:custDataLst>
              <p:tags r:id="rId8"/>
            </p:custDataLst>
          </p:nvPr>
        </p:nvSpPr>
        <p:spPr>
          <a:xfrm flipH="1">
            <a:off x="2153285" y="3996025"/>
            <a:ext cx="7885428" cy="928995"/>
          </a:xfrm>
          <a:noFill/>
        </p:spPr>
        <p:txBody>
          <a:bodyPr vert="horz" wrap="square" lIns="0" tIns="0" rIns="0" bIns="0" rtlCol="0">
            <a:normAutofit/>
          </a:bodyPr>
          <a:lstStyle>
            <a:lvl1pPr marL="0" marR="0" indent="-228600" algn="l" defTabSz="914400" rtl="0" eaLnBrk="1" fontAlgn="auto" latinLnBrk="0" hangingPunct="0">
              <a:lnSpc>
                <a:spcPct val="125000"/>
              </a:lnSpc>
              <a:spcBef>
                <a:spcPts val="0"/>
              </a:spcBef>
              <a:spcAft>
                <a:spcPts val="0"/>
              </a:spcAft>
              <a:buClrTx/>
              <a:buSzTx/>
              <a:buFontTx/>
              <a:buNone/>
              <a:defRPr kumimoji="0" lang="zh-CN" altLang="en-US" sz="1800" b="0" i="0" u="none" strike="noStrike" kern="0" cap="none" spc="1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单击此处添加文本</a:t>
            </a:r>
          </a:p>
        </p:txBody>
      </p:sp>
      <p:sp>
        <p:nvSpPr>
          <p:cNvPr id="10" name="副标题 3"/>
          <p:cNvSpPr>
            <a:spLocks noGrp="1"/>
          </p:cNvSpPr>
          <p:nvPr>
            <p:ph type="subTitle" idx="3" hasCustomPrompt="1"/>
            <p:custDataLst>
              <p:tags r:id="rId9"/>
            </p:custDataLst>
          </p:nvPr>
        </p:nvSpPr>
        <p:spPr>
          <a:xfrm>
            <a:off x="2153288" y="1932968"/>
            <a:ext cx="7885427" cy="492366"/>
          </a:xfrm>
          <a:noFill/>
        </p:spPr>
        <p:txBody>
          <a:bodyPr vert="horz" wrap="square" lIns="90000" tIns="46800" rIns="90000" bIns="46800" rtlCol="0">
            <a:normAutofit/>
          </a:bodyPr>
          <a:lstStyle>
            <a:lvl1pPr marL="0" marR="0" indent="-228600" algn="l" defTabSz="914400" rtl="0" eaLnBrk="1" fontAlgn="auto" latinLnBrk="0" hangingPunct="0">
              <a:lnSpc>
                <a:spcPct val="100000"/>
              </a:lnSpc>
              <a:spcBef>
                <a:spcPts val="0"/>
              </a:spcBef>
              <a:spcAft>
                <a:spcPts val="0"/>
              </a:spcAft>
              <a:buClrTx/>
              <a:buSzTx/>
              <a:buFontTx/>
              <a:buNone/>
              <a:defRPr kumimoji="0" lang="zh-CN" altLang="en-US" sz="2400" b="1" i="0" u="none" strike="noStrike" kern="0" cap="none" spc="600" normalizeH="0" baseline="0" noProof="1" dirty="0">
                <a:ln>
                  <a:noFill/>
                </a:ln>
                <a:solidFill>
                  <a:schemeClr val="dk1">
                    <a:lumMod val="85000"/>
                    <a:lumOff val="15000"/>
                  </a:schemeClr>
                </a:solidFill>
                <a:effectLst/>
                <a:uFillTx/>
                <a:latin typeface="Arial" panose="020B0604020202020204" pitchFamily="34" charset="0"/>
                <a:ea typeface="汉仪文黑-55简" panose="00020600040101010101" charset="-122"/>
                <a:cs typeface="+mj-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a:sym typeface="+mn-ea"/>
              </a:rPr>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9"/>
          <a:stretch>
            <a:fillRect/>
          </a:stretch>
        </p:blipFill>
        <p:spPr>
          <a:xfrm>
            <a:off x="0" y="317"/>
            <a:ext cx="12193257" cy="6858635"/>
          </a:xfrm>
          <a:prstGeom prst="rect">
            <a:avLst/>
          </a:prstGeom>
        </p:spPr>
      </p:pic>
      <p:pic>
        <p:nvPicPr>
          <p:cNvPr id="7" name="图片 6" descr="JY01_正文页装饰2"/>
          <p:cNvPicPr>
            <a:picLocks noChangeAspect="1"/>
          </p:cNvPicPr>
          <p:nvPr>
            <p:custDataLst>
              <p:tags r:id="rId2"/>
            </p:custDataLst>
          </p:nvPr>
        </p:nvPicPr>
        <p:blipFill>
          <a:blip r:embed="rId10"/>
          <a:stretch>
            <a:fillRect/>
          </a:stretch>
        </p:blipFill>
        <p:spPr>
          <a:xfrm>
            <a:off x="822289" y="524194"/>
            <a:ext cx="11370346" cy="5810247"/>
          </a:xfrm>
          <a:prstGeom prst="rect">
            <a:avLst/>
          </a:prstGeom>
        </p:spPr>
      </p:pic>
      <p:pic>
        <p:nvPicPr>
          <p:cNvPr id="6" name="图片 5" descr="JY01_正文页装饰1"/>
          <p:cNvPicPr>
            <a:picLocks noChangeAspect="1"/>
          </p:cNvPicPr>
          <p:nvPr>
            <p:custDataLst>
              <p:tags r:id="rId3"/>
            </p:custDataLst>
          </p:nvPr>
        </p:nvPicPr>
        <p:blipFill>
          <a:blip r:embed="rId11"/>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293594" y="304200"/>
            <a:ext cx="11606400" cy="6249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635" y="5589270"/>
            <a:ext cx="1314622" cy="1268730"/>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anchor="ctr"/>
          <a:lstStyle>
            <a:lvl1pP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4" name="页脚占位符 3"/>
          <p:cNvSpPr>
            <a:spLocks noGrp="1"/>
          </p:cNvSpPr>
          <p:nvPr>
            <p:ph type="ftr" sz="quarter" idx="11"/>
            <p:custDataLst>
              <p:tags r:id="rId7"/>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635" y="-318"/>
            <a:ext cx="12192622" cy="6858635"/>
          </a:xfrm>
          <a:prstGeom prst="rect">
            <a:avLst/>
          </a:prstGeom>
        </p:spPr>
      </p:pic>
      <p:sp>
        <p:nvSpPr>
          <p:cNvPr id="6" name="矩形 5"/>
          <p:cNvSpPr/>
          <p:nvPr>
            <p:custDataLst>
              <p:tags r:id="rId2"/>
            </p:custDataLst>
          </p:nvPr>
        </p:nvSpPr>
        <p:spPr>
          <a:xfrm>
            <a:off x="794" y="1"/>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lt1"/>
              </a:solidFill>
              <a:sym typeface="+mn-ea"/>
            </a:endParaRPr>
          </a:p>
        </p:txBody>
      </p:sp>
      <p:sp>
        <p:nvSpPr>
          <p:cNvPr id="2" name="标题 1"/>
          <p:cNvSpPr>
            <a:spLocks noGrp="1"/>
          </p:cNvSpPr>
          <p:nvPr>
            <p:ph type="title" hasCustomPrompt="1"/>
            <p:custDataLst>
              <p:tags r:id="rId3"/>
            </p:custDataLst>
          </p:nvPr>
        </p:nvSpPr>
        <p:spPr>
          <a:xfrm>
            <a:off x="583200" y="770400"/>
            <a:ext cx="3960000" cy="882000"/>
          </a:xfrm>
        </p:spPr>
        <p:txBody>
          <a:bodyPr anchor="ctr" anchorCtr="0"/>
          <a:lstStyle>
            <a:lvl1pP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1"/>
          <a:stretch>
            <a:fillRect/>
          </a:stretch>
        </p:blipFill>
        <p:spPr>
          <a:xfrm>
            <a:off x="794" y="0"/>
            <a:ext cx="12192000" cy="6858318"/>
          </a:xfrm>
          <a:prstGeom prst="rect">
            <a:avLst/>
          </a:prstGeom>
        </p:spPr>
      </p:pic>
      <p:sp>
        <p:nvSpPr>
          <p:cNvPr id="8" name="矩形 7"/>
          <p:cNvSpPr/>
          <p:nvPr>
            <p:custDataLst>
              <p:tags r:id="rId2"/>
            </p:custDataLst>
          </p:nvPr>
        </p:nvSpPr>
        <p:spPr>
          <a:xfrm>
            <a:off x="159"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2"/>
          <a:stretch>
            <a:fillRect/>
          </a:stretch>
        </p:blipFill>
        <p:spPr>
          <a:xfrm>
            <a:off x="0" y="5207635"/>
            <a:ext cx="1710720" cy="1651000"/>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anchor="ctr"/>
          <a:lstStyle>
            <a:lvl1pPr algn="ctr">
              <a:defRPr sz="36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pic>
        <p:nvPicPr>
          <p:cNvPr id="8" name="图片 7"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6" name="矩形 5"/>
          <p:cNvSpPr/>
          <p:nvPr>
            <p:custDataLst>
              <p:tags r:id="rId2"/>
            </p:custDataLst>
          </p:nvPr>
        </p:nvSpPr>
        <p:spPr>
          <a:xfrm>
            <a:off x="159" y="5029202"/>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sp>
        <p:nvSpPr>
          <p:cNvPr id="2" name="标题 1"/>
          <p:cNvSpPr>
            <a:spLocks noGrp="1"/>
          </p:cNvSpPr>
          <p:nvPr>
            <p:ph type="title"/>
            <p:custDataLst>
              <p:tags r:id="rId3"/>
            </p:custDataLst>
          </p:nvPr>
        </p:nvSpPr>
        <p:spPr>
          <a:xfrm>
            <a:off x="604800" y="669600"/>
            <a:ext cx="10976400" cy="565200"/>
          </a:xfrm>
        </p:spPr>
        <p:txBody>
          <a:bodyPr anchor="ctr" anchorCtr="0"/>
          <a:lstStyle>
            <a:lvl1pPr algn="ctr">
              <a:defRPr sz="3200"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4" name="页脚占位符 3"/>
          <p:cNvSpPr>
            <a:spLocks noGrp="1"/>
          </p:cNvSpPr>
          <p:nvPr>
            <p:ph type="ftr" sz="quarter" idx="11"/>
            <p:custDataLst>
              <p:tags r:id="rId5"/>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pic>
        <p:nvPicPr>
          <p:cNvPr id="10" name="图片 9" descr="JY01_画板 1 副本"/>
          <p:cNvPicPr>
            <a:picLocks noChangeAspect="1"/>
          </p:cNvPicPr>
          <p:nvPr>
            <p:custDataLst>
              <p:tags r:id="rId1"/>
            </p:custDataLst>
          </p:nvPr>
        </p:nvPicPr>
        <p:blipFill>
          <a:blip r:embed="rId13"/>
          <a:stretch>
            <a:fillRect/>
          </a:stretch>
        </p:blipFill>
        <p:spPr>
          <a:xfrm>
            <a:off x="635" y="317"/>
            <a:ext cx="12192000" cy="6858635"/>
          </a:xfrm>
          <a:prstGeom prst="rect">
            <a:avLst/>
          </a:prstGeom>
        </p:spPr>
      </p:pic>
      <p:sp>
        <p:nvSpPr>
          <p:cNvPr id="8" name="矩形 7"/>
          <p:cNvSpPr/>
          <p:nvPr>
            <p:custDataLst>
              <p:tags r:id="rId2"/>
            </p:custDataLst>
          </p:nvPr>
        </p:nvSpPr>
        <p:spPr>
          <a:xfrm>
            <a:off x="159" y="3175"/>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4"/>
          <a:stretch>
            <a:fillRect/>
          </a:stretch>
        </p:blipFill>
        <p:spPr>
          <a:xfrm>
            <a:off x="0" y="5636260"/>
            <a:ext cx="1266591" cy="1222375"/>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a:lstStyle>
            <a:lvl1pPr>
              <a:defRPr baseline="0">
                <a:solidFill>
                  <a:schemeClr val="tx1"/>
                </a:solidFill>
                <a:latin typeface="Arial" panose="020B0604020202020204" pitchFamily="34" charset="0"/>
                <a:ea typeface="汉仪文黑-55简" panose="00020600040101010101"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a:lstStyle>
            <a:lvl1pPr>
              <a:defRPr baseline="0">
                <a:solidFill>
                  <a:schemeClr val="tx1"/>
                </a:solidFill>
                <a:latin typeface="Arial" panose="020B0604020202020204" pitchFamily="34" charset="0"/>
                <a:ea typeface="汉仪文黑-55简" panose="00020600040101010101" charset="-122"/>
              </a:defRPr>
            </a:lvl1pPr>
            <a:lvl2pPr>
              <a:defRPr baseline="0">
                <a:solidFill>
                  <a:schemeClr val="tx1"/>
                </a:solidFill>
                <a:latin typeface="Arial" panose="020B0604020202020204" pitchFamily="34" charset="0"/>
                <a:ea typeface="汉仪文黑-55简" panose="00020600040101010101" charset="-122"/>
              </a:defRPr>
            </a:lvl2pPr>
            <a:lvl3pPr>
              <a:defRPr baseline="0">
                <a:solidFill>
                  <a:schemeClr val="tx1"/>
                </a:solidFill>
                <a:latin typeface="Arial" panose="020B0604020202020204" pitchFamily="34" charset="0"/>
                <a:ea typeface="汉仪文黑-55简" panose="00020600040101010101" charset="-122"/>
              </a:defRPr>
            </a:lvl3pPr>
            <a:lvl4pPr>
              <a:defRPr baseline="0">
                <a:solidFill>
                  <a:schemeClr val="tx1"/>
                </a:solidFill>
                <a:latin typeface="Arial" panose="020B0604020202020204" pitchFamily="34" charset="0"/>
                <a:ea typeface="汉仪文黑-55简" panose="00020600040101010101" charset="-122"/>
              </a:defRPr>
            </a:lvl4pPr>
            <a:lvl5pPr>
              <a:defRPr baseline="0">
                <a:solidFill>
                  <a:schemeClr val="tx1"/>
                </a:solidFill>
                <a:latin typeface="Arial" panose="020B0604020202020204" pitchFamily="34" charset="0"/>
                <a:ea typeface="汉仪文黑-55简" panose="00020600040101010101"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a:lstStyle>
            <a:lvl1pP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pic>
        <p:nvPicPr>
          <p:cNvPr id="9" name="图片 8" descr="JY01_画板 1 副本"/>
          <p:cNvPicPr>
            <a:picLocks noChangeAspect="1"/>
          </p:cNvPicPr>
          <p:nvPr>
            <p:custDataLst>
              <p:tags r:id="rId1"/>
            </p:custDataLst>
          </p:nvPr>
        </p:nvPicPr>
        <p:blipFill>
          <a:blip r:embed="rId10"/>
          <a:stretch>
            <a:fillRect/>
          </a:stretch>
        </p:blipFill>
        <p:spPr>
          <a:xfrm>
            <a:off x="0" y="-318"/>
            <a:ext cx="12193257" cy="6858635"/>
          </a:xfrm>
          <a:prstGeom prst="rect">
            <a:avLst/>
          </a:prstGeom>
        </p:spPr>
      </p:pic>
      <p:sp>
        <p:nvSpPr>
          <p:cNvPr id="8" name="矩形 7"/>
          <p:cNvSpPr/>
          <p:nvPr>
            <p:custDataLst>
              <p:tags r:id="rId2"/>
            </p:custDataLst>
          </p:nvPr>
        </p:nvSpPr>
        <p:spPr>
          <a:xfrm>
            <a:off x="1429" y="958590"/>
            <a:ext cx="12192000" cy="4939553"/>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lt1"/>
              </a:solidFill>
              <a:sym typeface="+mn-ea"/>
            </a:endParaRPr>
          </a:p>
        </p:txBody>
      </p:sp>
      <p:pic>
        <p:nvPicPr>
          <p:cNvPr id="6" name="图片 5" descr="JY01_正文页装饰1"/>
          <p:cNvPicPr>
            <a:picLocks noChangeAspect="1"/>
          </p:cNvPicPr>
          <p:nvPr>
            <p:custDataLst>
              <p:tags r:id="rId3"/>
            </p:custDataLst>
          </p:nvPr>
        </p:nvPicPr>
        <p:blipFill>
          <a:blip r:embed="rId11"/>
          <a:stretch>
            <a:fillRect/>
          </a:stretch>
        </p:blipFill>
        <p:spPr>
          <a:xfrm>
            <a:off x="0" y="5635625"/>
            <a:ext cx="1266591" cy="1222375"/>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anchor="b"/>
          <a:lstStyle>
            <a:lvl1pPr algn="ctr">
              <a:defRPr sz="6000" baseline="0">
                <a:solidFill>
                  <a:schemeClr val="tx1"/>
                </a:solidFill>
                <a:latin typeface="Arial" panose="020B0604020202020204" pitchFamily="34" charset="0"/>
                <a:ea typeface="汉仪文黑-55简" panose="00020600040101010101"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lvl1pPr>
              <a:defRPr>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4" name="页脚占位符 3"/>
          <p:cNvSpPr>
            <a:spLocks noGrp="1"/>
          </p:cNvSpPr>
          <p:nvPr>
            <p:ph type="ftr" sz="quarter" idx="11"/>
            <p:custDataLst>
              <p:tags r:id="rId6"/>
            </p:custDataLst>
          </p:nvPr>
        </p:nvSpPr>
        <p:spPr/>
        <p:txBody>
          <a:bodyPr/>
          <a:lstStyle>
            <a:lvl1pPr>
              <a:defRPr>
                <a:latin typeface="Arial" panose="020B0604020202020204" pitchFamily="34" charset="0"/>
                <a:ea typeface="汉仪文黑-55简" panose="00020600040101010101" charset="-122"/>
              </a:defRPr>
            </a:lvl1p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solidFill>
                <a:latin typeface="Arial" panose="020B0604020202020204" pitchFamily="34" charset="0"/>
                <a:ea typeface="汉仪文黑-55简" panose="00020600040101010101"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汉仪文黑-55简" panose="00020600040101010101" charset="-122"/>
              </a:defRPr>
            </a:lvl1pPr>
          </a:lstStyle>
          <a:p>
            <a:fld id="{760FBDFE-C587-4B4C-A407-44438C67B59E}" type="datetimeFigureOut">
              <a:rPr lang="zh-CN" altLang="en-US" smtClean="0"/>
              <a:t>2025/11/24</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汉仪文黑-55简" panose="00020600040101010101" charset="-122"/>
              </a:defRPr>
            </a:lvl1pPr>
          </a:lstStyle>
          <a:p>
            <a:fld id="{49AE70B2-8BF9-45C0-BB95-33D1B9D3A854}" type="slidenum">
              <a:rPr lang="zh-CN" altLang="en-US" smtClean="0"/>
              <a:t>‹#›</a:t>
            </a:fld>
            <a:endParaRPr lang="zh-CN" altLang="en-US" dirty="0"/>
          </a:p>
        </p:txBody>
      </p:sp>
      <p:sp>
        <p:nvSpPr>
          <p:cNvPr id="8"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汉仪文黑-55简" panose="00020600040101010101"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汉仪文黑-55简" panose="00020600040101010101"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image" Target="../media/image14.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image" Target="../media/image15.png"/><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tags" Target="../tags/tag168.xml"/><Relationship Id="rId5" Type="http://schemas.openxmlformats.org/officeDocument/2006/relationships/image" Target="../media/image18.png"/><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5" Type="http://schemas.openxmlformats.org/officeDocument/2006/relationships/image" Target="../media/image19.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 Id="rId6" Type="http://schemas.openxmlformats.org/officeDocument/2006/relationships/image" Target="../media/image24.jpeg"/><Relationship Id="rId5" Type="http://schemas.openxmlformats.org/officeDocument/2006/relationships/slideLayout" Target="../slideLayouts/slideLayout1.xml"/><Relationship Id="rId4" Type="http://schemas.openxmlformats.org/officeDocument/2006/relationships/video" Target="https://www.youtube.com/embed/wCu9W9xNwtI" TargetMode="External"/></Relationships>
</file>

<file path=ppt/slides/_rels/slide1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4"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4"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9.xml"/><Relationship Id="rId1" Type="http://schemas.openxmlformats.org/officeDocument/2006/relationships/tags" Target="../tags/tag19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084128" y="5658615"/>
            <a:ext cx="7629063" cy="1183999"/>
          </a:xfrm>
          <a:prstGeom prst="rect">
            <a:avLst/>
          </a:prstGeom>
          <a:noFill/>
        </p:spPr>
        <p:txBody>
          <a:bodyPr wrap="square" rtlCol="0">
            <a:norm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pic>
        <p:nvPicPr>
          <p:cNvPr id="4" name="Picture 3">
            <a:extLst>
              <a:ext uri="{FF2B5EF4-FFF2-40B4-BE49-F238E27FC236}">
                <a16:creationId xmlns:a16="http://schemas.microsoft.com/office/drawing/2014/main" id="{55D17C5F-D582-80A6-4DE3-CCB3F46FECDE}"/>
              </a:ext>
            </a:extLst>
          </p:cNvPr>
          <p:cNvPicPr>
            <a:picLocks noChangeAspect="1"/>
          </p:cNvPicPr>
          <p:nvPr/>
        </p:nvPicPr>
        <p:blipFill>
          <a:blip r:embed="rId5"/>
          <a:stretch>
            <a:fillRect/>
          </a:stretch>
        </p:blipFill>
        <p:spPr>
          <a:xfrm>
            <a:off x="5191125" y="466312"/>
            <a:ext cx="904875" cy="1428750"/>
          </a:xfrm>
          <a:prstGeom prst="rect">
            <a:avLst/>
          </a:prstGeom>
        </p:spPr>
      </p:pic>
      <p:sp>
        <p:nvSpPr>
          <p:cNvPr id="5" name="文本框 21">
            <a:extLst>
              <a:ext uri="{FF2B5EF4-FFF2-40B4-BE49-F238E27FC236}">
                <a16:creationId xmlns:a16="http://schemas.microsoft.com/office/drawing/2014/main" id="{8291BEAF-DC80-7114-D7E5-4D33D4D73EFF}"/>
              </a:ext>
            </a:extLst>
          </p:cNvPr>
          <p:cNvSpPr txBox="1"/>
          <p:nvPr>
            <p:custDataLst>
              <p:tags r:id="rId3"/>
            </p:custDataLst>
          </p:nvPr>
        </p:nvSpPr>
        <p:spPr>
          <a:xfrm>
            <a:off x="1517374" y="2036310"/>
            <a:ext cx="8719930" cy="1740528"/>
          </a:xfrm>
          <a:prstGeom prst="rect">
            <a:avLst/>
          </a:prstGeom>
          <a:noFill/>
        </p:spPr>
        <p:txBody>
          <a:bodyPr wrap="square" rtlCol="0" anchor="ctr" anchorCtr="0">
            <a:normAutofit/>
          </a:bodyPr>
          <a:lstStyle/>
          <a:p>
            <a:pPr algn="ctr">
              <a:lnSpc>
                <a:spcPct val="107000"/>
              </a:lnSpc>
              <a:spcAft>
                <a:spcPts val="800"/>
              </a:spcAft>
            </a:pPr>
            <a:r>
              <a:rPr lang="en-US" sz="2800" b="1" kern="100" dirty="0">
                <a:solidFill>
                  <a:schemeClr val="accent3">
                    <a:lumMod val="50000"/>
                  </a:schemeClr>
                </a:solidFill>
                <a:effectLst/>
                <a:latin typeface="Times New Roman" panose="02020603050405020304" pitchFamily="18" charset="0"/>
                <a:ea typeface="Calibri" panose="020F0502020204030204" pitchFamily="34" charset="0"/>
                <a:cs typeface="Arial" panose="020B0604020202020204" pitchFamily="34" charset="0"/>
              </a:rPr>
              <a:t>CERTIFICATE III IN AUTOMOTIVE REPAIR &amp; MAINTE</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NANCE</a:t>
            </a:r>
            <a:endParaRPr lang="en-US" sz="2800" b="1" kern="100" dirty="0">
              <a:solidFill>
                <a:schemeClr val="accent3">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B8B25F2-350A-E959-A436-C1320A9A1827}"/>
              </a:ext>
            </a:extLst>
          </p:cNvPr>
          <p:cNvSpPr txBox="1"/>
          <p:nvPr/>
        </p:nvSpPr>
        <p:spPr>
          <a:xfrm>
            <a:off x="821635" y="4015155"/>
            <a:ext cx="9415669" cy="530594"/>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800" b="1" i="0" u="none" strike="noStrike" kern="100" cap="none" spc="0" normalizeH="0" baseline="0" noProof="0" dirty="0">
                <a:ln>
                  <a:noFill/>
                </a:ln>
                <a:solidFill>
                  <a:srgbClr val="FFAD63">
                    <a:lumMod val="50000"/>
                  </a:srgbClr>
                </a:solidFill>
                <a:effectLst/>
                <a:uLnTx/>
                <a:uFillTx/>
                <a:latin typeface="Times New Roman" panose="02020603050405020304" pitchFamily="18" charset="0"/>
                <a:ea typeface="Calibri" panose="020F0502020204030204" pitchFamily="34" charset="0"/>
                <a:cs typeface="Arial" panose="020B0604020202020204" pitchFamily="34" charset="0"/>
              </a:rPr>
              <a:t>SUBJECT:  </a:t>
            </a: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kumimoji="0" lang="en-US" sz="2800" b="1" i="0" u="none" strike="noStrike" kern="100" cap="none" spc="0" normalizeH="0" baseline="0" noProof="0" dirty="0">
              <a:ln>
                <a:noFill/>
              </a:ln>
              <a:solidFill>
                <a:schemeClr val="accent3">
                  <a:lumMod val="50000"/>
                </a:schemeClr>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79251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14652" y="612489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Introduction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684362" y="1467161"/>
            <a:ext cx="11202838" cy="1200329"/>
          </a:xfrm>
          <a:prstGeom prst="rect">
            <a:avLst/>
          </a:prstGeom>
        </p:spPr>
        <p:txBody>
          <a:bodyPr wrap="square">
            <a:spAutoFit/>
          </a:bodyPr>
          <a:lstStyle/>
          <a:p>
            <a:r>
              <a:rPr lang="en-US" dirty="0"/>
              <a:t>Manual Transmission in </a:t>
            </a:r>
            <a:r>
              <a:rPr lang="en-US" dirty="0" smtClean="0"/>
              <a:t>Cars Manual </a:t>
            </a:r>
            <a:r>
              <a:rPr lang="en-US" dirty="0"/>
              <a:t>transmission cars require the driver to actively shift gears using a clutch pedal and a gear stick, sometimes called a "stick shift". They offer advantages like better fuel efficiency and potentially simpler maintenance, and are available on a wide range of 2025 models from brands like BMW, Porsche, Mazda, and </a:t>
            </a:r>
            <a:r>
              <a:rPr lang="en-US" dirty="0" smtClean="0"/>
              <a:t>Honda.</a:t>
            </a:r>
            <a:endParaRPr lang="en-US" dirty="0"/>
          </a:p>
        </p:txBody>
      </p:sp>
      <p:sp>
        <p:nvSpPr>
          <p:cNvPr id="5" name="Rectangle 4"/>
          <p:cNvSpPr/>
          <p:nvPr/>
        </p:nvSpPr>
        <p:spPr>
          <a:xfrm>
            <a:off x="747566" y="2798438"/>
            <a:ext cx="1813317" cy="369332"/>
          </a:xfrm>
          <a:prstGeom prst="rect">
            <a:avLst/>
          </a:prstGeom>
        </p:spPr>
        <p:txBody>
          <a:bodyPr wrap="none">
            <a:spAutoFit/>
          </a:bodyPr>
          <a:lstStyle/>
          <a:p>
            <a:r>
              <a:rPr lang="en-US" b="1" dirty="0">
                <a:solidFill>
                  <a:srgbClr val="0A0A0A"/>
                </a:solidFill>
                <a:latin typeface="Google Sans"/>
              </a:rPr>
              <a:t>How they work</a:t>
            </a:r>
            <a:endParaRPr lang="en-US" dirty="0"/>
          </a:p>
        </p:txBody>
      </p:sp>
      <p:sp>
        <p:nvSpPr>
          <p:cNvPr id="6" name="Rectangle 5"/>
          <p:cNvSpPr/>
          <p:nvPr/>
        </p:nvSpPr>
        <p:spPr>
          <a:xfrm>
            <a:off x="684361" y="3215689"/>
            <a:ext cx="10883661" cy="1200329"/>
          </a:xfrm>
          <a:prstGeom prst="rect">
            <a:avLst/>
          </a:prstGeom>
        </p:spPr>
        <p:txBody>
          <a:bodyPr wrap="square">
            <a:spAutoFit/>
          </a:bodyPr>
          <a:lstStyle/>
          <a:p>
            <a:r>
              <a:rPr lang="en-US" dirty="0"/>
              <a:t>A manual transmission requires the driver to use a clutch pedal and a gear shift lever to change </a:t>
            </a:r>
            <a:r>
              <a:rPr lang="en-US" dirty="0" smtClean="0"/>
              <a:t>gears</a:t>
            </a:r>
          </a:p>
          <a:p>
            <a:r>
              <a:rPr lang="en-US" dirty="0" smtClean="0"/>
              <a:t>.</a:t>
            </a:r>
            <a:endParaRPr lang="en-US" dirty="0"/>
          </a:p>
          <a:p>
            <a:r>
              <a:rPr lang="en-US" dirty="0"/>
              <a:t>The driver is responsible for choosing the correct gear for the vehicle's speed and for shifting as they accelerate or decelerate</a:t>
            </a:r>
          </a:p>
        </p:txBody>
      </p:sp>
    </p:spTree>
    <p:custDataLst>
      <p:tags r:id="rId1"/>
    </p:custDataLst>
    <p:extLst>
      <p:ext uri="{BB962C8B-B14F-4D97-AF65-F5344CB8AC3E}">
        <p14:creationId xmlns:p14="http://schemas.microsoft.com/office/powerpoint/2010/main" val="8377917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14652" y="613618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smtClean="0">
                <a:latin typeface="Times New Roman" panose="02020603050405020304" pitchFamily="18" charset="0"/>
                <a:ea typeface="Calibri" panose="020F0502020204030204" pitchFamily="34" charset="0"/>
                <a:cs typeface="Arial" panose="020B0604020202020204" pitchFamily="34" charset="0"/>
              </a:rPr>
              <a:t>How it works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47565" y="1562979"/>
            <a:ext cx="11039881" cy="1200329"/>
          </a:xfrm>
          <a:prstGeom prst="rect">
            <a:avLst/>
          </a:prstGeom>
        </p:spPr>
        <p:txBody>
          <a:bodyPr wrap="square">
            <a:spAutoFit/>
          </a:bodyPr>
          <a:lstStyle/>
          <a:p>
            <a:r>
              <a:rPr lang="en-US" b="1" dirty="0"/>
              <a:t>Clutch pedal</a:t>
            </a:r>
            <a:r>
              <a:rPr lang="en-US" dirty="0"/>
              <a:t>: The left-most pedal, which the driver presses to disengage the engine from the transmission, allowing them to shift gears.</a:t>
            </a:r>
          </a:p>
          <a:p>
            <a:r>
              <a:rPr lang="en-US" b="1" dirty="0"/>
              <a:t>Gear shift lever</a:t>
            </a:r>
            <a:r>
              <a:rPr lang="en-US" dirty="0"/>
              <a:t>: A stick on the center console that the driver moves to select the desired gear (e.g., 1st, 2nd, 3rd, etc.)</a:t>
            </a:r>
          </a:p>
        </p:txBody>
      </p:sp>
      <p:sp>
        <p:nvSpPr>
          <p:cNvPr id="5" name="Rectangle 4"/>
          <p:cNvSpPr/>
          <p:nvPr/>
        </p:nvSpPr>
        <p:spPr>
          <a:xfrm>
            <a:off x="747565" y="2827078"/>
            <a:ext cx="8329933" cy="1477328"/>
          </a:xfrm>
          <a:prstGeom prst="rect">
            <a:avLst/>
          </a:prstGeom>
        </p:spPr>
        <p:txBody>
          <a:bodyPr wrap="square">
            <a:spAutoFit/>
          </a:bodyPr>
          <a:lstStyle/>
          <a:p>
            <a:r>
              <a:rPr lang="en-US" b="1" dirty="0"/>
              <a:t>Shifting process</a:t>
            </a:r>
            <a:r>
              <a:rPr lang="en-US" dirty="0"/>
              <a:t>: To shift, the driver must:</a:t>
            </a:r>
          </a:p>
          <a:p>
            <a:pPr marL="285750" indent="-285750">
              <a:buFont typeface="Wingdings" panose="05000000000000000000" pitchFamily="2" charset="2"/>
              <a:buChar char="v"/>
            </a:pPr>
            <a:r>
              <a:rPr lang="en-US" dirty="0"/>
              <a:t>Press the clutch pedal down.</a:t>
            </a:r>
          </a:p>
          <a:p>
            <a:pPr marL="285750" indent="-285750">
              <a:buFont typeface="Wingdings" panose="05000000000000000000" pitchFamily="2" charset="2"/>
              <a:buChar char="v"/>
            </a:pPr>
            <a:r>
              <a:rPr lang="en-US" dirty="0"/>
              <a:t>Move the gear shift lever to the new gear.</a:t>
            </a:r>
          </a:p>
          <a:p>
            <a:pPr marL="285750" indent="-285750">
              <a:buFont typeface="Wingdings" panose="05000000000000000000" pitchFamily="2" charset="2"/>
              <a:buChar char="v"/>
            </a:pPr>
            <a:r>
              <a:rPr lang="en-US" dirty="0"/>
              <a:t>Slowly release the clutch pedal while simultaneously applying gas to smoothly transition to the new </a:t>
            </a:r>
            <a:r>
              <a:rPr lang="en-US" dirty="0" smtClean="0"/>
              <a:t>gear</a:t>
            </a:r>
            <a:endParaRPr lang="en-US" dirty="0"/>
          </a:p>
        </p:txBody>
      </p:sp>
      <p:pic>
        <p:nvPicPr>
          <p:cNvPr id="6" name="Picture 5"/>
          <p:cNvPicPr>
            <a:picLocks noChangeAspect="1"/>
          </p:cNvPicPr>
          <p:nvPr/>
        </p:nvPicPr>
        <p:blipFill>
          <a:blip r:embed="rId5"/>
          <a:stretch>
            <a:fillRect/>
          </a:stretch>
        </p:blipFill>
        <p:spPr>
          <a:xfrm>
            <a:off x="8104909" y="3516284"/>
            <a:ext cx="3823855" cy="2528292"/>
          </a:xfrm>
          <a:prstGeom prst="rect">
            <a:avLst/>
          </a:prstGeom>
        </p:spPr>
      </p:pic>
    </p:spTree>
    <p:custDataLst>
      <p:tags r:id="rId1"/>
    </p:custDataLst>
    <p:extLst>
      <p:ext uri="{BB962C8B-B14F-4D97-AF65-F5344CB8AC3E}">
        <p14:creationId xmlns:p14="http://schemas.microsoft.com/office/powerpoint/2010/main" val="31930971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smtClean="0">
                <a:latin typeface="Times New Roman" panose="02020603050405020304" pitchFamily="18" charset="0"/>
                <a:ea typeface="Calibri" panose="020F0502020204030204" pitchFamily="34" charset="0"/>
                <a:cs typeface="Arial" panose="020B0604020202020204" pitchFamily="34" charset="0"/>
              </a:rPr>
              <a:t>Driver Experience</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47565" y="1626776"/>
            <a:ext cx="9684907" cy="646331"/>
          </a:xfrm>
          <a:prstGeom prst="rect">
            <a:avLst/>
          </a:prstGeom>
        </p:spPr>
        <p:txBody>
          <a:bodyPr wrap="square">
            <a:spAutoFit/>
          </a:bodyPr>
          <a:lstStyle/>
          <a:p>
            <a:r>
              <a:rPr lang="en-US" dirty="0"/>
              <a:t>Driving a manual car is often seen as more engaging, as it provides a stronger connection between the driver and the machine.</a:t>
            </a:r>
          </a:p>
        </p:txBody>
      </p:sp>
      <p:sp>
        <p:nvSpPr>
          <p:cNvPr id="5" name="Rectangle 4"/>
          <p:cNvSpPr/>
          <p:nvPr/>
        </p:nvSpPr>
        <p:spPr>
          <a:xfrm>
            <a:off x="747564" y="2453567"/>
            <a:ext cx="10723999" cy="369332"/>
          </a:xfrm>
          <a:prstGeom prst="rect">
            <a:avLst/>
          </a:prstGeom>
        </p:spPr>
        <p:txBody>
          <a:bodyPr wrap="square">
            <a:spAutoFit/>
          </a:bodyPr>
          <a:lstStyle/>
          <a:p>
            <a:r>
              <a:rPr lang="en-US" dirty="0"/>
              <a:t>While it requires more practice and coordination, mastering the skill can be satisfying for many drivers</a:t>
            </a:r>
          </a:p>
        </p:txBody>
      </p:sp>
      <p:pic>
        <p:nvPicPr>
          <p:cNvPr id="6" name="Picture 5"/>
          <p:cNvPicPr>
            <a:picLocks noChangeAspect="1"/>
          </p:cNvPicPr>
          <p:nvPr/>
        </p:nvPicPr>
        <p:blipFill>
          <a:blip r:embed="rId5"/>
          <a:stretch>
            <a:fillRect/>
          </a:stretch>
        </p:blipFill>
        <p:spPr>
          <a:xfrm>
            <a:off x="7653267" y="3491059"/>
            <a:ext cx="3423095" cy="2269661"/>
          </a:xfrm>
          <a:prstGeom prst="rect">
            <a:avLst/>
          </a:prstGeom>
        </p:spPr>
      </p:pic>
      <p:pic>
        <p:nvPicPr>
          <p:cNvPr id="7" name="Picture 6"/>
          <p:cNvPicPr>
            <a:picLocks noChangeAspect="1"/>
          </p:cNvPicPr>
          <p:nvPr/>
        </p:nvPicPr>
        <p:blipFill>
          <a:blip r:embed="rId6"/>
          <a:stretch>
            <a:fillRect/>
          </a:stretch>
        </p:blipFill>
        <p:spPr>
          <a:xfrm>
            <a:off x="4355870" y="3491059"/>
            <a:ext cx="2996706" cy="2269661"/>
          </a:xfrm>
          <a:prstGeom prst="rect">
            <a:avLst/>
          </a:prstGeom>
        </p:spPr>
      </p:pic>
    </p:spTree>
    <p:custDataLst>
      <p:tags r:id="rId1"/>
    </p:custDataLst>
    <p:extLst>
      <p:ext uri="{BB962C8B-B14F-4D97-AF65-F5344CB8AC3E}">
        <p14:creationId xmlns:p14="http://schemas.microsoft.com/office/powerpoint/2010/main" val="26887629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7" name="Rectangle 6"/>
          <p:cNvSpPr/>
          <p:nvPr/>
        </p:nvSpPr>
        <p:spPr>
          <a:xfrm>
            <a:off x="747565" y="1194101"/>
            <a:ext cx="4918911" cy="369332"/>
          </a:xfrm>
          <a:prstGeom prst="rect">
            <a:avLst/>
          </a:prstGeom>
        </p:spPr>
        <p:txBody>
          <a:bodyPr wrap="none">
            <a:spAutoFit/>
          </a:bodyPr>
          <a:lstStyle/>
          <a:p>
            <a:pPr marL="285750" indent="-285750">
              <a:buFont typeface="Wingdings" panose="05000000000000000000" pitchFamily="2" charset="2"/>
              <a:buChar char="Ø"/>
            </a:pPr>
            <a:r>
              <a:rPr lang="en-US" dirty="0"/>
              <a:t>Continuously Variable </a:t>
            </a:r>
            <a:r>
              <a:rPr lang="en-US" dirty="0" smtClean="0"/>
              <a:t>Transmissions (CVT)</a:t>
            </a:r>
            <a:endParaRPr lang="en-US" dirty="0"/>
          </a:p>
        </p:txBody>
      </p:sp>
      <p:sp>
        <p:nvSpPr>
          <p:cNvPr id="5" name="Rectangle 4"/>
          <p:cNvSpPr/>
          <p:nvPr/>
        </p:nvSpPr>
        <p:spPr>
          <a:xfrm>
            <a:off x="1077883" y="1654601"/>
            <a:ext cx="10368741" cy="923330"/>
          </a:xfrm>
          <a:prstGeom prst="rect">
            <a:avLst/>
          </a:prstGeom>
        </p:spPr>
        <p:txBody>
          <a:bodyPr wrap="square">
            <a:spAutoFit/>
          </a:bodyPr>
          <a:lstStyle/>
          <a:p>
            <a:r>
              <a:rPr lang="en-US" dirty="0"/>
              <a:t>A continuously variable transmission (CVT) has a nearly infinite range of gear ratios. In the past, CVTs could not compete with four-speed and five-speed transmissions in terms of cost, size and reliability, so you didn't see them in production automobiles.</a:t>
            </a:r>
          </a:p>
        </p:txBody>
      </p:sp>
      <p:pic>
        <p:nvPicPr>
          <p:cNvPr id="6" name="Picture 5"/>
          <p:cNvPicPr>
            <a:picLocks noChangeAspect="1"/>
          </p:cNvPicPr>
          <p:nvPr/>
        </p:nvPicPr>
        <p:blipFill>
          <a:blip r:embed="rId5"/>
          <a:stretch>
            <a:fillRect/>
          </a:stretch>
        </p:blipFill>
        <p:spPr>
          <a:xfrm>
            <a:off x="7620001" y="2838622"/>
            <a:ext cx="3481473" cy="1417493"/>
          </a:xfrm>
          <a:prstGeom prst="rect">
            <a:avLst/>
          </a:prstGeom>
        </p:spPr>
      </p:pic>
    </p:spTree>
    <p:custDataLst>
      <p:tags r:id="rId1"/>
    </p:custDataLst>
    <p:extLst>
      <p:ext uri="{BB962C8B-B14F-4D97-AF65-F5344CB8AC3E}">
        <p14:creationId xmlns:p14="http://schemas.microsoft.com/office/powerpoint/2010/main" val="30943346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1524001" y="5521043"/>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Basic Parts of </a:t>
            </a: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a Manual </a:t>
            </a:r>
            <a:r>
              <a:rPr lang="en-US" sz="1400" b="1" kern="0" dirty="0">
                <a:latin typeface="Times New Roman" panose="02020603050405020304" pitchFamily="18" charset="0"/>
                <a:ea typeface="Times New Roman" panose="02020603050405020304" pitchFamily="18" charset="0"/>
                <a:cs typeface="Arial" panose="020B0604020202020204" pitchFamily="34" charset="0"/>
              </a:rPr>
              <a:t>Transmission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678871" y="3157248"/>
            <a:ext cx="10726189" cy="646331"/>
          </a:xfrm>
          <a:prstGeom prst="rect">
            <a:avLst/>
          </a:prstGeom>
        </p:spPr>
        <p:txBody>
          <a:bodyPr wrap="square">
            <a:spAutoFit/>
          </a:bodyPr>
          <a:lstStyle/>
          <a:p>
            <a:r>
              <a:rPr lang="en-US" b="1" dirty="0"/>
              <a:t>Clutch</a:t>
            </a:r>
            <a:r>
              <a:rPr lang="en-US" dirty="0"/>
              <a:t>: Connects and disconnects the engine from the transmission, allowing you to change gears without grinding</a:t>
            </a:r>
          </a:p>
        </p:txBody>
      </p:sp>
      <p:sp>
        <p:nvSpPr>
          <p:cNvPr id="5" name="Rectangle 4"/>
          <p:cNvSpPr/>
          <p:nvPr/>
        </p:nvSpPr>
        <p:spPr>
          <a:xfrm>
            <a:off x="747566" y="1521918"/>
            <a:ext cx="1890261" cy="1754326"/>
          </a:xfrm>
          <a:prstGeom prst="rect">
            <a:avLst/>
          </a:prstGeom>
        </p:spPr>
        <p:txBody>
          <a:bodyPr wrap="none">
            <a:spAutoFit/>
          </a:bodyPr>
          <a:lstStyle/>
          <a:p>
            <a:r>
              <a:rPr lang="en-US" dirty="0" smtClean="0"/>
              <a:t>Clutch</a:t>
            </a:r>
          </a:p>
          <a:p>
            <a:r>
              <a:rPr lang="en-US" dirty="0" smtClean="0"/>
              <a:t>Gearbox</a:t>
            </a:r>
          </a:p>
          <a:p>
            <a:r>
              <a:rPr lang="en-US" dirty="0" smtClean="0"/>
              <a:t>Shafts</a:t>
            </a:r>
          </a:p>
          <a:p>
            <a:r>
              <a:rPr lang="en-US" dirty="0" smtClean="0"/>
              <a:t>Gears</a:t>
            </a:r>
          </a:p>
          <a:p>
            <a:r>
              <a:rPr lang="en-US" dirty="0" smtClean="0"/>
              <a:t>Shift Mechanism</a:t>
            </a:r>
          </a:p>
          <a:p>
            <a:endParaRPr lang="en-US" dirty="0"/>
          </a:p>
        </p:txBody>
      </p:sp>
      <p:pic>
        <p:nvPicPr>
          <p:cNvPr id="6" name="Picture 5"/>
          <p:cNvPicPr>
            <a:picLocks noChangeAspect="1"/>
          </p:cNvPicPr>
          <p:nvPr/>
        </p:nvPicPr>
        <p:blipFill>
          <a:blip r:embed="rId5"/>
          <a:stretch>
            <a:fillRect/>
          </a:stretch>
        </p:blipFill>
        <p:spPr>
          <a:xfrm>
            <a:off x="7230687" y="4040505"/>
            <a:ext cx="2286000" cy="1885950"/>
          </a:xfrm>
          <a:prstGeom prst="rect">
            <a:avLst/>
          </a:prstGeom>
        </p:spPr>
      </p:pic>
    </p:spTree>
    <p:custDataLst>
      <p:tags r:id="rId1"/>
    </p:custDataLst>
    <p:extLst>
      <p:ext uri="{BB962C8B-B14F-4D97-AF65-F5344CB8AC3E}">
        <p14:creationId xmlns:p14="http://schemas.microsoft.com/office/powerpoint/2010/main" val="14568613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84663" y="6182202"/>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Basic Parts of </a:t>
            </a: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a Manual </a:t>
            </a:r>
            <a:r>
              <a:rPr lang="en-US" sz="1400" b="1" kern="0" dirty="0">
                <a:latin typeface="Times New Roman" panose="02020603050405020304" pitchFamily="18" charset="0"/>
                <a:ea typeface="Times New Roman" panose="02020603050405020304" pitchFamily="18" charset="0"/>
                <a:cs typeface="Arial" panose="020B0604020202020204" pitchFamily="34" charset="0"/>
              </a:rPr>
              <a:t>Transmission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7" name="Rectangle 6"/>
          <p:cNvSpPr/>
          <p:nvPr/>
        </p:nvSpPr>
        <p:spPr>
          <a:xfrm>
            <a:off x="820190" y="1562979"/>
            <a:ext cx="7035338" cy="646331"/>
          </a:xfrm>
          <a:prstGeom prst="rect">
            <a:avLst/>
          </a:prstGeom>
        </p:spPr>
        <p:txBody>
          <a:bodyPr wrap="square">
            <a:spAutoFit/>
          </a:bodyPr>
          <a:lstStyle/>
          <a:p>
            <a:r>
              <a:rPr lang="en-US" b="1" dirty="0"/>
              <a:t>Gearbox</a:t>
            </a:r>
            <a:r>
              <a:rPr lang="en-US" dirty="0"/>
              <a:t>: The case that houses the internal components, including the gears, shafts, and bearings</a:t>
            </a:r>
          </a:p>
        </p:txBody>
      </p:sp>
      <p:pic>
        <p:nvPicPr>
          <p:cNvPr id="8" name="Picture 7"/>
          <p:cNvPicPr>
            <a:picLocks noChangeAspect="1"/>
          </p:cNvPicPr>
          <p:nvPr/>
        </p:nvPicPr>
        <p:blipFill>
          <a:blip r:embed="rId5"/>
          <a:stretch>
            <a:fillRect/>
          </a:stretch>
        </p:blipFill>
        <p:spPr>
          <a:xfrm>
            <a:off x="8852881" y="989215"/>
            <a:ext cx="2266950" cy="1905000"/>
          </a:xfrm>
          <a:prstGeom prst="rect">
            <a:avLst/>
          </a:prstGeom>
        </p:spPr>
      </p:pic>
      <p:sp>
        <p:nvSpPr>
          <p:cNvPr id="9" name="Rectangle 8"/>
          <p:cNvSpPr/>
          <p:nvPr/>
        </p:nvSpPr>
        <p:spPr>
          <a:xfrm>
            <a:off x="747566" y="2516023"/>
            <a:ext cx="6096000" cy="2031325"/>
          </a:xfrm>
          <a:prstGeom prst="rect">
            <a:avLst/>
          </a:prstGeom>
        </p:spPr>
        <p:txBody>
          <a:bodyPr>
            <a:spAutoFit/>
          </a:bodyPr>
          <a:lstStyle/>
          <a:p>
            <a:r>
              <a:rPr lang="en-US" b="1" dirty="0"/>
              <a:t>Shafts</a:t>
            </a:r>
            <a:r>
              <a:rPr lang="en-US" dirty="0"/>
              <a:t>:</a:t>
            </a:r>
          </a:p>
          <a:p>
            <a:r>
              <a:rPr lang="en-US" dirty="0"/>
              <a:t>Input Shaft: Receives power from the engine via the clutch and flywheel.</a:t>
            </a:r>
          </a:p>
          <a:p>
            <a:r>
              <a:rPr lang="en-US" dirty="0"/>
              <a:t>Output Shaft: Transfers power from the transmission to the wheels.</a:t>
            </a:r>
          </a:p>
          <a:p>
            <a:r>
              <a:rPr lang="en-US" dirty="0"/>
              <a:t>Countershaft (or </a:t>
            </a:r>
            <a:r>
              <a:rPr lang="en-US" dirty="0" err="1"/>
              <a:t>Layshaft</a:t>
            </a:r>
            <a:r>
              <a:rPr lang="en-US" dirty="0"/>
              <a:t>): A shaft that holds gears and transfers power between the input and output shafts</a:t>
            </a:r>
          </a:p>
        </p:txBody>
      </p:sp>
      <p:pic>
        <p:nvPicPr>
          <p:cNvPr id="12" name="Picture 11"/>
          <p:cNvPicPr>
            <a:picLocks noChangeAspect="1"/>
          </p:cNvPicPr>
          <p:nvPr/>
        </p:nvPicPr>
        <p:blipFill>
          <a:blip r:embed="rId6"/>
          <a:stretch>
            <a:fillRect/>
          </a:stretch>
        </p:blipFill>
        <p:spPr>
          <a:xfrm>
            <a:off x="7242810" y="3118895"/>
            <a:ext cx="4453663" cy="2608574"/>
          </a:xfrm>
          <a:prstGeom prst="rect">
            <a:avLst/>
          </a:prstGeom>
        </p:spPr>
      </p:pic>
    </p:spTree>
    <p:custDataLst>
      <p:tags r:id="rId1"/>
    </p:custDataLst>
    <p:extLst>
      <p:ext uri="{BB962C8B-B14F-4D97-AF65-F5344CB8AC3E}">
        <p14:creationId xmlns:p14="http://schemas.microsoft.com/office/powerpoint/2010/main" val="8320889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14652" y="6119560"/>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a:latin typeface="Times New Roman" panose="02020603050405020304" pitchFamily="18" charset="0"/>
                <a:ea typeface="Times New Roman" panose="02020603050405020304" pitchFamily="18" charset="0"/>
                <a:cs typeface="Arial" panose="020B0604020202020204" pitchFamily="34" charset="0"/>
              </a:rPr>
              <a:t>Basic Parts of </a:t>
            </a: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a Manual </a:t>
            </a:r>
            <a:r>
              <a:rPr lang="en-US" sz="1400" b="1" kern="0" dirty="0">
                <a:latin typeface="Times New Roman" panose="02020603050405020304" pitchFamily="18" charset="0"/>
                <a:ea typeface="Times New Roman" panose="02020603050405020304" pitchFamily="18" charset="0"/>
                <a:cs typeface="Arial" panose="020B0604020202020204" pitchFamily="34" charset="0"/>
              </a:rPr>
              <a:t>Transmission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747565" y="1562979"/>
            <a:ext cx="6958333" cy="923330"/>
          </a:xfrm>
          <a:prstGeom prst="rect">
            <a:avLst/>
          </a:prstGeom>
        </p:spPr>
        <p:txBody>
          <a:bodyPr wrap="square">
            <a:spAutoFit/>
          </a:bodyPr>
          <a:lstStyle/>
          <a:p>
            <a:r>
              <a:rPr lang="en-US" b="1" dirty="0"/>
              <a:t>Gears</a:t>
            </a:r>
            <a:r>
              <a:rPr lang="en-US" dirty="0"/>
              <a:t>: Different-sized gears are mounted on the shafts, and their engagement at various ratios determines the vehicle's speed and torque.</a:t>
            </a:r>
          </a:p>
        </p:txBody>
      </p:sp>
      <p:pic>
        <p:nvPicPr>
          <p:cNvPr id="6" name="Picture 5"/>
          <p:cNvPicPr>
            <a:picLocks noChangeAspect="1"/>
          </p:cNvPicPr>
          <p:nvPr/>
        </p:nvPicPr>
        <p:blipFill>
          <a:blip r:embed="rId5"/>
          <a:stretch>
            <a:fillRect/>
          </a:stretch>
        </p:blipFill>
        <p:spPr>
          <a:xfrm>
            <a:off x="8790968" y="1313739"/>
            <a:ext cx="2390775" cy="1914525"/>
          </a:xfrm>
          <a:prstGeom prst="rect">
            <a:avLst/>
          </a:prstGeom>
        </p:spPr>
      </p:pic>
      <p:sp>
        <p:nvSpPr>
          <p:cNvPr id="10" name="Rectangle 9"/>
          <p:cNvSpPr/>
          <p:nvPr/>
        </p:nvSpPr>
        <p:spPr>
          <a:xfrm>
            <a:off x="747565" y="3570920"/>
            <a:ext cx="6096000" cy="2308324"/>
          </a:xfrm>
          <a:prstGeom prst="rect">
            <a:avLst/>
          </a:prstGeom>
        </p:spPr>
        <p:txBody>
          <a:bodyPr>
            <a:spAutoFit/>
          </a:bodyPr>
          <a:lstStyle/>
          <a:p>
            <a:r>
              <a:rPr lang="en-US" b="1" dirty="0"/>
              <a:t>Shift Mechanism</a:t>
            </a:r>
            <a:r>
              <a:rPr lang="en-US" dirty="0"/>
              <a:t>:</a:t>
            </a:r>
          </a:p>
          <a:p>
            <a:r>
              <a:rPr lang="en-US" b="1" dirty="0"/>
              <a:t>Gear Shift Lever (Stick Shift</a:t>
            </a:r>
            <a:r>
              <a:rPr lang="en-US" dirty="0"/>
              <a:t>): The lever the driver uses to select a gear.</a:t>
            </a:r>
          </a:p>
          <a:p>
            <a:r>
              <a:rPr lang="en-US" b="1" dirty="0"/>
              <a:t>Shift Forks</a:t>
            </a:r>
            <a:r>
              <a:rPr lang="en-US" dirty="0"/>
              <a:t>: Move the synchronizer rings to engage the chosen gear.</a:t>
            </a:r>
          </a:p>
          <a:p>
            <a:r>
              <a:rPr lang="en-US" b="1" dirty="0"/>
              <a:t>Synchronizers</a:t>
            </a:r>
            <a:r>
              <a:rPr lang="en-US" dirty="0"/>
              <a:t>: Devices that match the speed of the gears and the collar before they lock together, preventing grinding and ensuring smooth shifting</a:t>
            </a:r>
          </a:p>
        </p:txBody>
      </p:sp>
      <p:pic>
        <p:nvPicPr>
          <p:cNvPr id="11" name="Picture 10"/>
          <p:cNvPicPr>
            <a:picLocks noChangeAspect="1"/>
          </p:cNvPicPr>
          <p:nvPr/>
        </p:nvPicPr>
        <p:blipFill>
          <a:blip r:embed="rId6"/>
          <a:stretch>
            <a:fillRect/>
          </a:stretch>
        </p:blipFill>
        <p:spPr>
          <a:xfrm>
            <a:off x="8121535" y="3876328"/>
            <a:ext cx="3336607" cy="2114550"/>
          </a:xfrm>
          <a:prstGeom prst="rect">
            <a:avLst/>
          </a:prstGeom>
        </p:spPr>
      </p:pic>
    </p:spTree>
    <p:custDataLst>
      <p:tags r:id="rId1"/>
    </p:custDataLst>
    <p:extLst>
      <p:ext uri="{BB962C8B-B14F-4D97-AF65-F5344CB8AC3E}">
        <p14:creationId xmlns:p14="http://schemas.microsoft.com/office/powerpoint/2010/main" val="18508444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498027" y="866057"/>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435034" y="6211669"/>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340084" y="1483643"/>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How it works </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340084" y="2132411"/>
            <a:ext cx="11355923" cy="3754874"/>
          </a:xfrm>
          <a:prstGeom prst="rect">
            <a:avLst/>
          </a:prstGeom>
        </p:spPr>
        <p:txBody>
          <a:bodyPr wrap="square">
            <a:spAutoFit/>
          </a:bodyPr>
          <a:lstStyle/>
          <a:p>
            <a:r>
              <a:rPr lang="en-US" sz="1600" b="1" dirty="0"/>
              <a:t>Depress the clutch</a:t>
            </a:r>
            <a:r>
              <a:rPr lang="en-US" sz="1600" dirty="0"/>
              <a:t>: The driver pushes the clutch pedal down to disengage the engine from the transmission</a:t>
            </a:r>
            <a:r>
              <a:rPr lang="en-US" sz="1600" dirty="0" smtClean="0"/>
              <a:t>.</a:t>
            </a:r>
          </a:p>
          <a:p>
            <a:endParaRPr lang="en-US" sz="1600" dirty="0"/>
          </a:p>
          <a:p>
            <a:r>
              <a:rPr lang="en-US" sz="1600" b="1" dirty="0"/>
              <a:t>Move the shift lever</a:t>
            </a:r>
            <a:r>
              <a:rPr lang="en-US" sz="1600" dirty="0"/>
              <a:t>: The driver moves the shift lever to the desired gear position</a:t>
            </a:r>
            <a:r>
              <a:rPr lang="en-US" sz="1600" dirty="0" smtClean="0"/>
              <a:t>.</a:t>
            </a:r>
          </a:p>
          <a:p>
            <a:endParaRPr lang="en-US" sz="1600" dirty="0"/>
          </a:p>
          <a:p>
            <a:r>
              <a:rPr lang="en-US" sz="1600" b="1" dirty="0"/>
              <a:t>Linkage moves the fork</a:t>
            </a:r>
            <a:r>
              <a:rPr lang="en-US" sz="1600" dirty="0"/>
              <a:t>: The shift lever's movement activates the linkage to push the correct shift fork</a:t>
            </a:r>
            <a:r>
              <a:rPr lang="en-US" sz="1600" dirty="0" smtClean="0"/>
              <a:t>.</a:t>
            </a:r>
          </a:p>
          <a:p>
            <a:endParaRPr lang="en-US" sz="1600" dirty="0"/>
          </a:p>
          <a:p>
            <a:r>
              <a:rPr lang="en-US" sz="1600" b="1" dirty="0"/>
              <a:t>Collar engages the gear</a:t>
            </a:r>
            <a:r>
              <a:rPr lang="en-US" sz="1600" dirty="0"/>
              <a:t>: The shift fork pushes the synchronizer collar, which slides along the shaft</a:t>
            </a:r>
            <a:r>
              <a:rPr lang="en-US" sz="1600" dirty="0" smtClean="0"/>
              <a:t>.</a:t>
            </a:r>
          </a:p>
          <a:p>
            <a:endParaRPr lang="en-US" sz="1600" dirty="0"/>
          </a:p>
          <a:p>
            <a:r>
              <a:rPr lang="en-US" sz="1600" b="1" dirty="0"/>
              <a:t>Synchronization</a:t>
            </a:r>
            <a:r>
              <a:rPr lang="en-US" sz="1600" dirty="0"/>
              <a:t>: Before locking, the synchronizer ring (part of the collar) frictionally matches the speed of the free-spinning gear to the speed of the output shaft</a:t>
            </a:r>
            <a:r>
              <a:rPr lang="en-US" sz="1600" dirty="0" smtClean="0"/>
              <a:t>.</a:t>
            </a:r>
          </a:p>
          <a:p>
            <a:endParaRPr lang="en-US" sz="1600" dirty="0"/>
          </a:p>
          <a:p>
            <a:r>
              <a:rPr lang="en-US" sz="1600" b="1" dirty="0"/>
              <a:t>Gear engagement</a:t>
            </a:r>
            <a:r>
              <a:rPr lang="en-US" sz="1600" dirty="0"/>
              <a:t>: Once the speeds are synchronized, the collar slides further to lock onto the gear's teeth, making the gear a single unit with the output shaft</a:t>
            </a:r>
            <a:r>
              <a:rPr lang="en-US" sz="1600" dirty="0" smtClean="0"/>
              <a:t>.</a:t>
            </a:r>
          </a:p>
          <a:p>
            <a:endParaRPr lang="en-US" sz="1400" dirty="0"/>
          </a:p>
          <a:p>
            <a:r>
              <a:rPr lang="en-US" sz="1600" b="1" dirty="0"/>
              <a:t>Release the clutch</a:t>
            </a:r>
            <a:r>
              <a:rPr lang="en-US" sz="1600" dirty="0"/>
              <a:t>: The driver releases the clutch to transfer power from the engine through the newly selected </a:t>
            </a:r>
            <a:r>
              <a:rPr lang="en-US" sz="1600" dirty="0" smtClean="0"/>
              <a:t>gear</a:t>
            </a:r>
            <a:endParaRPr lang="en-US" sz="1600" dirty="0"/>
          </a:p>
        </p:txBody>
      </p:sp>
    </p:spTree>
    <p:custDataLst>
      <p:tags r:id="rId1"/>
    </p:custDataLst>
    <p:extLst>
      <p:ext uri="{BB962C8B-B14F-4D97-AF65-F5344CB8AC3E}">
        <p14:creationId xmlns:p14="http://schemas.microsoft.com/office/powerpoint/2010/main" val="28379435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84663" y="6086308"/>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Manual Transmission</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pic>
        <p:nvPicPr>
          <p:cNvPr id="4" name="wCu9W9xNwtI"/>
          <p:cNvPicPr>
            <a:picLocks noRot="1" noChangeAspect="1"/>
          </p:cNvPicPr>
          <p:nvPr>
            <a:videoFile r:link="rId4"/>
          </p:nvPr>
        </p:nvPicPr>
        <p:blipFill>
          <a:blip r:embed="rId6"/>
          <a:stretch>
            <a:fillRect/>
          </a:stretch>
        </p:blipFill>
        <p:spPr>
          <a:xfrm>
            <a:off x="958734" y="2126499"/>
            <a:ext cx="7013171" cy="3584345"/>
          </a:xfrm>
          <a:prstGeom prst="rect">
            <a:avLst/>
          </a:prstGeom>
        </p:spPr>
      </p:pic>
    </p:spTree>
    <p:custDataLst>
      <p:tags r:id="rId1"/>
    </p:custDataLst>
    <p:extLst>
      <p:ext uri="{BB962C8B-B14F-4D97-AF65-F5344CB8AC3E}">
        <p14:creationId xmlns:p14="http://schemas.microsoft.com/office/powerpoint/2010/main" val="5821024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14652" y="6077995"/>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24384"/>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sz="1400" b="1" kern="0" dirty="0" smtClean="0">
                <a:latin typeface="Times New Roman" panose="02020603050405020304" pitchFamily="18" charset="0"/>
                <a:ea typeface="Times New Roman" panose="02020603050405020304" pitchFamily="18" charset="0"/>
                <a:cs typeface="Arial" panose="020B0604020202020204" pitchFamily="34" charset="0"/>
              </a:rPr>
              <a:t>Manual Transmission Gear Ratios</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840389" y="1475931"/>
            <a:ext cx="2364750" cy="369332"/>
          </a:xfrm>
          <a:prstGeom prst="rect">
            <a:avLst/>
          </a:prstGeom>
        </p:spPr>
        <p:txBody>
          <a:bodyPr wrap="none">
            <a:spAutoFit/>
          </a:bodyPr>
          <a:lstStyle/>
          <a:p>
            <a:r>
              <a:rPr lang="en-US" dirty="0"/>
              <a:t>Gear Ratio Principles</a:t>
            </a:r>
          </a:p>
        </p:txBody>
      </p:sp>
      <p:sp>
        <p:nvSpPr>
          <p:cNvPr id="5" name="Rectangle 4"/>
          <p:cNvSpPr/>
          <p:nvPr/>
        </p:nvSpPr>
        <p:spPr>
          <a:xfrm>
            <a:off x="840388" y="1809379"/>
            <a:ext cx="10955371" cy="2862322"/>
          </a:xfrm>
          <a:prstGeom prst="rect">
            <a:avLst/>
          </a:prstGeom>
        </p:spPr>
        <p:txBody>
          <a:bodyPr wrap="square">
            <a:spAutoFit/>
          </a:bodyPr>
          <a:lstStyle/>
          <a:p>
            <a:r>
              <a:rPr lang="en-US" b="1" dirty="0"/>
              <a:t>Calculation</a:t>
            </a:r>
            <a:r>
              <a:rPr lang="en-US" dirty="0"/>
              <a:t>: A gear ratio is calculated by dividing the number of teeth on the driven gear by the number of teeth on the driving gear (Ratio = Driven ÷ Drive</a:t>
            </a:r>
            <a:r>
              <a:rPr lang="en-US" dirty="0" smtClean="0"/>
              <a:t>).</a:t>
            </a:r>
          </a:p>
          <a:p>
            <a:endParaRPr lang="en-US" dirty="0"/>
          </a:p>
          <a:p>
            <a:r>
              <a:rPr lang="en-US" b="1" dirty="0"/>
              <a:t>Torque vs. Speed</a:t>
            </a:r>
            <a:r>
              <a:rPr lang="en-US" dirty="0"/>
              <a:t>: A gear ratio greater than 1:1 is a gear reduction (underdrive), which increases torque but decreases speed. A gear ratio less than 1:1 is an overdrive, which increases speed but decreases torque</a:t>
            </a:r>
            <a:r>
              <a:rPr lang="en-US" dirty="0" smtClean="0"/>
              <a:t>.</a:t>
            </a:r>
          </a:p>
          <a:p>
            <a:endParaRPr lang="en-US" dirty="0"/>
          </a:p>
          <a:p>
            <a:r>
              <a:rPr lang="en-US" b="1" dirty="0"/>
              <a:t>Overall Ratio</a:t>
            </a:r>
            <a:r>
              <a:rPr lang="en-US" dirty="0"/>
              <a:t>: The final overall gear ratio for the wheels includes both the transmission's individual gear ratio and the final drive ratio in the differential. The overall ratio for a specific gear is the product of its transmission ratio and the final drive ratio.</a:t>
            </a:r>
          </a:p>
        </p:txBody>
      </p:sp>
    </p:spTree>
    <p:custDataLst>
      <p:tags r:id="rId1"/>
    </p:custDataLst>
    <p:extLst>
      <p:ext uri="{BB962C8B-B14F-4D97-AF65-F5344CB8AC3E}">
        <p14:creationId xmlns:p14="http://schemas.microsoft.com/office/powerpoint/2010/main" val="21486182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84663" y="607799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Typical Gear Ratios (5-Speed Manual)</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4" name="Rectangle 3"/>
          <p:cNvSpPr/>
          <p:nvPr/>
        </p:nvSpPr>
        <p:spPr>
          <a:xfrm>
            <a:off x="747566" y="1562979"/>
            <a:ext cx="11006630" cy="646331"/>
          </a:xfrm>
          <a:prstGeom prst="rect">
            <a:avLst/>
          </a:prstGeom>
        </p:spPr>
        <p:txBody>
          <a:bodyPr wrap="square">
            <a:spAutoFit/>
          </a:bodyPr>
          <a:lstStyle/>
          <a:p>
            <a:r>
              <a:rPr lang="en-US" dirty="0"/>
              <a:t>Typical manual transmissions feature a progression of gear ratios designed to optimize performance across different driving conditions. Below are common examples:</a:t>
            </a:r>
          </a:p>
        </p:txBody>
      </p:sp>
      <p:graphicFrame>
        <p:nvGraphicFramePr>
          <p:cNvPr id="5" name="Table 4"/>
          <p:cNvGraphicFramePr>
            <a:graphicFrameLocks noGrp="1"/>
          </p:cNvGraphicFramePr>
          <p:nvPr>
            <p:extLst>
              <p:ext uri="{D42A27DB-BD31-4B8C-83A1-F6EECF244321}">
                <p14:modId xmlns:p14="http://schemas.microsoft.com/office/powerpoint/2010/main" val="744366385"/>
              </p:ext>
            </p:extLst>
          </p:nvPr>
        </p:nvGraphicFramePr>
        <p:xfrm>
          <a:off x="584663" y="2490394"/>
          <a:ext cx="10929392" cy="2920202"/>
        </p:xfrm>
        <a:graphic>
          <a:graphicData uri="http://schemas.openxmlformats.org/drawingml/2006/table">
            <a:tbl>
              <a:tblPr firstRow="1" firstCol="1" bandRow="1">
                <a:tableStyleId>{5C22544A-7EE6-4342-B048-85BDC9FD1C3A}</a:tableStyleId>
              </a:tblPr>
              <a:tblGrid>
                <a:gridCol w="1697637">
                  <a:extLst>
                    <a:ext uri="{9D8B030D-6E8A-4147-A177-3AD203B41FA5}">
                      <a16:colId xmlns:a16="http://schemas.microsoft.com/office/drawing/2014/main" val="1353383117"/>
                    </a:ext>
                  </a:extLst>
                </a:gridCol>
                <a:gridCol w="1866932">
                  <a:extLst>
                    <a:ext uri="{9D8B030D-6E8A-4147-A177-3AD203B41FA5}">
                      <a16:colId xmlns:a16="http://schemas.microsoft.com/office/drawing/2014/main" val="1822321133"/>
                    </a:ext>
                  </a:extLst>
                </a:gridCol>
                <a:gridCol w="7364823">
                  <a:extLst>
                    <a:ext uri="{9D8B030D-6E8A-4147-A177-3AD203B41FA5}">
                      <a16:colId xmlns:a16="http://schemas.microsoft.com/office/drawing/2014/main" val="1821963628"/>
                    </a:ext>
                  </a:extLst>
                </a:gridCol>
              </a:tblGrid>
              <a:tr h="94189">
                <a:tc>
                  <a:txBody>
                    <a:bodyPr/>
                    <a:lstStyle/>
                    <a:p>
                      <a:pPr marL="0" marR="0">
                        <a:lnSpc>
                          <a:spcPct val="107000"/>
                        </a:lnSpc>
                        <a:spcBef>
                          <a:spcPts val="0"/>
                        </a:spcBef>
                        <a:spcAft>
                          <a:spcPts val="800"/>
                        </a:spcAft>
                      </a:pPr>
                      <a:r>
                        <a:rPr lang="en-US" sz="1000">
                          <a:effectLst/>
                        </a:rPr>
                        <a:t>Gear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dirty="0">
                          <a:effectLst/>
                        </a:rPr>
                        <a:t>Typical Ratio</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dirty="0">
                          <a:effectLst/>
                        </a:rPr>
                        <a:t>Purpose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3030212801"/>
                  </a:ext>
                </a:extLst>
              </a:tr>
              <a:tr h="425444">
                <a:tc>
                  <a:txBody>
                    <a:bodyPr/>
                    <a:lstStyle/>
                    <a:p>
                      <a:pPr marL="0" marR="0">
                        <a:lnSpc>
                          <a:spcPct val="107000"/>
                        </a:lnSpc>
                        <a:spcBef>
                          <a:spcPts val="0"/>
                        </a:spcBef>
                        <a:spcAft>
                          <a:spcPts val="800"/>
                        </a:spcAft>
                      </a:pPr>
                      <a:r>
                        <a:rPr lang="en-US" sz="1000">
                          <a:effectLst/>
                        </a:rPr>
                        <a:t>1st Gear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~3.0:1 to 4.0:1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Provides maximum torque for starting from a standstill or climbing steep hills.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2829398227"/>
                  </a:ext>
                </a:extLst>
              </a:tr>
              <a:tr h="212723">
                <a:tc>
                  <a:txBody>
                    <a:bodyPr/>
                    <a:lstStyle/>
                    <a:p>
                      <a:pPr marL="0" marR="0">
                        <a:lnSpc>
                          <a:spcPct val="107000"/>
                        </a:lnSpc>
                        <a:spcBef>
                          <a:spcPts val="0"/>
                        </a:spcBef>
                        <a:spcAft>
                          <a:spcPts val="800"/>
                        </a:spcAft>
                      </a:pPr>
                      <a:r>
                        <a:rPr lang="en-US" sz="1000">
                          <a:effectLst/>
                        </a:rPr>
                        <a:t>2nd Gear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~1.8:1 to 2.5:1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Offers a balance of torque and speed for moderate acceleration.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1313772954"/>
                  </a:ext>
                </a:extLst>
              </a:tr>
              <a:tr h="212723">
                <a:tc>
                  <a:txBody>
                    <a:bodyPr/>
                    <a:lstStyle/>
                    <a:p>
                      <a:pPr marL="0" marR="0">
                        <a:lnSpc>
                          <a:spcPct val="107000"/>
                        </a:lnSpc>
                        <a:spcBef>
                          <a:spcPts val="0"/>
                        </a:spcBef>
                        <a:spcAft>
                          <a:spcPts val="800"/>
                        </a:spcAft>
                      </a:pPr>
                      <a:r>
                        <a:rPr lang="en-US" sz="1000">
                          <a:effectLst/>
                        </a:rPr>
                        <a:t>3rd Gear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~1.2:1 to 1.5:1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dirty="0">
                          <a:effectLst/>
                        </a:rPr>
                        <a:t>Suitable for city driving and maintaining speed on flat roads.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1629574479"/>
                  </a:ext>
                </a:extLst>
              </a:tr>
              <a:tr h="638167">
                <a:tc>
                  <a:txBody>
                    <a:bodyPr/>
                    <a:lstStyle/>
                    <a:p>
                      <a:pPr marL="0" marR="0">
                        <a:lnSpc>
                          <a:spcPct val="107000"/>
                        </a:lnSpc>
                        <a:spcBef>
                          <a:spcPts val="0"/>
                        </a:spcBef>
                        <a:spcAft>
                          <a:spcPts val="800"/>
                        </a:spcAft>
                      </a:pPr>
                      <a:r>
                        <a:rPr lang="en-US" sz="1000">
                          <a:effectLst/>
                        </a:rPr>
                        <a:t>4th Gear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~1.0:1 (Direct Drive) to 1.2:1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Often a 1:1 direct drive ratio in 4-speed or some 5-speed transmissions, where the input and output shafts spin at the same speed.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2310059690"/>
                  </a:ext>
                </a:extLst>
              </a:tr>
              <a:tr h="425444">
                <a:tc>
                  <a:txBody>
                    <a:bodyPr/>
                    <a:lstStyle/>
                    <a:p>
                      <a:pPr marL="0" marR="0">
                        <a:lnSpc>
                          <a:spcPct val="107000"/>
                        </a:lnSpc>
                        <a:spcBef>
                          <a:spcPts val="0"/>
                        </a:spcBef>
                        <a:spcAft>
                          <a:spcPts val="800"/>
                        </a:spcAft>
                      </a:pPr>
                      <a:r>
                        <a:rPr lang="en-US" sz="1000">
                          <a:effectLst/>
                        </a:rPr>
                        <a:t>5th Gear (Overdrive)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~0.7:1 to 0.9:1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An overdrive gear designed for high speeds with reduced engine RPM, improving fuel efficiency during highway cruising.</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1608776750"/>
                  </a:ext>
                </a:extLst>
              </a:tr>
              <a:tr h="425444">
                <a:tc>
                  <a:txBody>
                    <a:bodyPr/>
                    <a:lstStyle/>
                    <a:p>
                      <a:pPr marL="0" marR="0">
                        <a:lnSpc>
                          <a:spcPct val="107000"/>
                        </a:lnSpc>
                        <a:spcBef>
                          <a:spcPts val="0"/>
                        </a:spcBef>
                        <a:spcAft>
                          <a:spcPts val="800"/>
                        </a:spcAft>
                      </a:pPr>
                      <a:r>
                        <a:rPr lang="en-US" sz="1000">
                          <a:effectLst/>
                        </a:rPr>
                        <a:t>Reverse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~3.0:1 to 4.0:1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Uses an idler gear to reverse the direction of rotation, offering high torque for moving backward.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276612288"/>
                  </a:ext>
                </a:extLst>
              </a:tr>
              <a:tr h="425444">
                <a:tc>
                  <a:txBody>
                    <a:bodyPr/>
                    <a:lstStyle/>
                    <a:p>
                      <a:pPr marL="0" marR="0">
                        <a:lnSpc>
                          <a:spcPct val="107000"/>
                        </a:lnSpc>
                        <a:spcBef>
                          <a:spcPts val="0"/>
                        </a:spcBef>
                        <a:spcAft>
                          <a:spcPts val="800"/>
                        </a:spcAft>
                      </a:pPr>
                      <a:r>
                        <a:rPr lang="en-US" sz="1000">
                          <a:effectLst/>
                        </a:rPr>
                        <a:t>Final Drive</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a:effectLst/>
                        </a:rPr>
                        <a:t>~3.5:1 to 4.5:1</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tc>
                  <a:txBody>
                    <a:bodyPr/>
                    <a:lstStyle/>
                    <a:p>
                      <a:pPr marL="0" marR="0">
                        <a:lnSpc>
                          <a:spcPct val="107000"/>
                        </a:lnSpc>
                        <a:spcBef>
                          <a:spcPts val="0"/>
                        </a:spcBef>
                        <a:spcAft>
                          <a:spcPts val="800"/>
                        </a:spcAft>
                      </a:pPr>
                      <a:r>
                        <a:rPr lang="en-US" sz="1000" dirty="0">
                          <a:effectLst/>
                        </a:rPr>
                        <a:t>An additional reduction in the differential that multiplies the transmission's output torque before it reaches the wheels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682" marR="62682" marT="0" marB="0"/>
                </a:tc>
                <a:extLst>
                  <a:ext uri="{0D108BD9-81ED-4DB2-BD59-A6C34878D82A}">
                    <a16:rowId xmlns:a16="http://schemas.microsoft.com/office/drawing/2014/main" val="537906582"/>
                  </a:ext>
                </a:extLst>
              </a:tr>
            </a:tbl>
          </a:graphicData>
        </a:graphic>
      </p:graphicFrame>
    </p:spTree>
    <p:custDataLst>
      <p:tags r:id="rId1"/>
    </p:custDataLst>
    <p:extLst>
      <p:ext uri="{BB962C8B-B14F-4D97-AF65-F5344CB8AC3E}">
        <p14:creationId xmlns:p14="http://schemas.microsoft.com/office/powerpoint/2010/main" val="301461549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84663" y="607799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Typical Gear Ratios (5-Speed Manual)</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6" name="Rectangle 5"/>
          <p:cNvSpPr/>
          <p:nvPr/>
        </p:nvSpPr>
        <p:spPr>
          <a:xfrm>
            <a:off x="836813" y="1645749"/>
            <a:ext cx="10759441" cy="1200329"/>
          </a:xfrm>
          <a:prstGeom prst="rect">
            <a:avLst/>
          </a:prstGeom>
        </p:spPr>
        <p:txBody>
          <a:bodyPr wrap="square">
            <a:spAutoFit/>
          </a:bodyPr>
          <a:lstStyle/>
          <a:p>
            <a:r>
              <a:rPr lang="en-US" dirty="0"/>
              <a:t>Manual transmissions are most commonly found in sports cars, enthusiast vehicles, and trucks, though they are becoming less common in new models. Examples include the Ford Mustang, Mazda Miata, Subaru BRZ, Toyota GR86, Toyota Tacoma, and Jeep Wrangler. They offer drivers a greater sense of control over the vehicle</a:t>
            </a:r>
          </a:p>
        </p:txBody>
      </p:sp>
      <p:sp>
        <p:nvSpPr>
          <p:cNvPr id="7" name="Rectangle 6"/>
          <p:cNvSpPr/>
          <p:nvPr/>
        </p:nvSpPr>
        <p:spPr>
          <a:xfrm>
            <a:off x="747566" y="2897872"/>
            <a:ext cx="6096000" cy="3139321"/>
          </a:xfrm>
          <a:prstGeom prst="rect">
            <a:avLst/>
          </a:prstGeom>
        </p:spPr>
        <p:txBody>
          <a:bodyPr>
            <a:spAutoFit/>
          </a:bodyPr>
          <a:lstStyle/>
          <a:p>
            <a:r>
              <a:rPr lang="en-US" dirty="0"/>
              <a:t>Sports cars and enthusiast vehicles</a:t>
            </a:r>
          </a:p>
          <a:p>
            <a:r>
              <a:rPr lang="en-US" dirty="0"/>
              <a:t>Acura: Integra, Integra Type S</a:t>
            </a:r>
          </a:p>
          <a:p>
            <a:r>
              <a:rPr lang="en-US" dirty="0"/>
              <a:t>BMW: M2, M3, M4, Z4</a:t>
            </a:r>
          </a:p>
          <a:p>
            <a:r>
              <a:rPr lang="en-US" dirty="0"/>
              <a:t>Cadillac: CT4-V, CT5-V</a:t>
            </a:r>
          </a:p>
          <a:p>
            <a:r>
              <a:rPr lang="en-US" dirty="0"/>
              <a:t>Honda: Civic Si, Civic Type R</a:t>
            </a:r>
          </a:p>
          <a:p>
            <a:r>
              <a:rPr lang="en-US" dirty="0"/>
              <a:t>Lotus: </a:t>
            </a:r>
            <a:r>
              <a:rPr lang="en-US" dirty="0" err="1"/>
              <a:t>Emira</a:t>
            </a:r>
            <a:endParaRPr lang="en-US" dirty="0"/>
          </a:p>
          <a:p>
            <a:r>
              <a:rPr lang="en-US" dirty="0"/>
              <a:t>Mazda: 3 Hatchback, Miata</a:t>
            </a:r>
          </a:p>
          <a:p>
            <a:r>
              <a:rPr lang="en-US" dirty="0"/>
              <a:t>Nissan: Z</a:t>
            </a:r>
          </a:p>
          <a:p>
            <a:r>
              <a:rPr lang="en-US" dirty="0"/>
              <a:t>Porsche: 718 Boxster and Cayman, 911</a:t>
            </a:r>
          </a:p>
          <a:p>
            <a:r>
              <a:rPr lang="en-US" dirty="0"/>
              <a:t>Subaru: BRZ, WRX</a:t>
            </a:r>
          </a:p>
          <a:p>
            <a:r>
              <a:rPr lang="en-US" dirty="0"/>
              <a:t>Toyota: GR86, GR Corolla, GR </a:t>
            </a:r>
            <a:r>
              <a:rPr lang="en-US" dirty="0" err="1"/>
              <a:t>Supr</a:t>
            </a:r>
            <a:endParaRPr lang="en-US" dirty="0"/>
          </a:p>
        </p:txBody>
      </p:sp>
    </p:spTree>
    <p:custDataLst>
      <p:tags r:id="rId1"/>
    </p:custDataLst>
    <p:extLst>
      <p:ext uri="{BB962C8B-B14F-4D97-AF65-F5344CB8AC3E}">
        <p14:creationId xmlns:p14="http://schemas.microsoft.com/office/powerpoint/2010/main" val="38624515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747566" y="865244"/>
            <a:ext cx="10018643" cy="370371"/>
          </a:xfrm>
          <a:prstGeom prst="rect">
            <a:avLst/>
          </a:prstGeom>
          <a:noFill/>
        </p:spPr>
        <p:txBody>
          <a:bodyPr wrap="square" rtlCol="0">
            <a:noAutofit/>
          </a:bodyPr>
          <a:lstStyle/>
          <a:p>
            <a:r>
              <a:rPr lang="en-US" b="1" dirty="0" smtClean="0"/>
              <a:t>Chapter 10 Inspection and Service Manual Transmission </a:t>
            </a:r>
          </a:p>
        </p:txBody>
      </p:sp>
      <p:sp>
        <p:nvSpPr>
          <p:cNvPr id="22" name="文本框 21"/>
          <p:cNvSpPr txBox="1"/>
          <p:nvPr>
            <p:custDataLst>
              <p:tags r:id="rId3"/>
            </p:custDataLst>
          </p:nvPr>
        </p:nvSpPr>
        <p:spPr>
          <a:xfrm>
            <a:off x="1956263" y="291480"/>
            <a:ext cx="8719930" cy="697735"/>
          </a:xfrm>
          <a:prstGeom prst="rect">
            <a:avLst/>
          </a:prstGeom>
          <a:noFill/>
        </p:spPr>
        <p:txBody>
          <a:bodyPr wrap="square" rtlCol="0" anchor="ctr" anchorCtr="0">
            <a:normAutofit/>
          </a:bodyPr>
          <a:lstStyle/>
          <a:p>
            <a:pPr lvl="0" algn="ctr">
              <a:lnSpc>
                <a:spcPct val="107000"/>
              </a:lnSpc>
              <a:spcAft>
                <a:spcPts val="800"/>
              </a:spcAft>
              <a:defRPr/>
            </a:pPr>
            <a:r>
              <a:rPr lang="en-US" sz="2800" b="1" kern="100" dirty="0">
                <a:solidFill>
                  <a:schemeClr val="accent3">
                    <a:lumMod val="50000"/>
                  </a:schemeClr>
                </a:solidFill>
                <a:latin typeface="Times New Roman" panose="02020603050405020304" pitchFamily="18" charset="0"/>
                <a:ea typeface="Calibri" panose="020F0502020204030204" pitchFamily="34" charset="0"/>
                <a:cs typeface="Arial" panose="020B0604020202020204" pitchFamily="34" charset="0"/>
              </a:rPr>
              <a:t>VEHICLE MAINTENACE AND REPAIR</a:t>
            </a:r>
            <a:endParaRPr lang="en-US" sz="2800" b="1" kern="100" dirty="0">
              <a:solidFill>
                <a:schemeClr val="accent3">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
        <p:nvSpPr>
          <p:cNvPr id="3" name="TextBox 2">
            <a:extLst>
              <a:ext uri="{FF2B5EF4-FFF2-40B4-BE49-F238E27FC236}">
                <a16:creationId xmlns:a16="http://schemas.microsoft.com/office/drawing/2014/main" id="{9C472C70-DEE9-F1B1-E1BE-971050E5C6AC}"/>
              </a:ext>
            </a:extLst>
          </p:cNvPr>
          <p:cNvSpPr txBox="1"/>
          <p:nvPr/>
        </p:nvSpPr>
        <p:spPr>
          <a:xfrm>
            <a:off x="584663" y="6077996"/>
            <a:ext cx="6096000" cy="646331"/>
          </a:xfrm>
          <a:prstGeom prst="rect">
            <a:avLst/>
          </a:prstGeom>
          <a:noFill/>
        </p:spPr>
        <p:txBody>
          <a:bodyPr wrap="square">
            <a:spAutoFit/>
          </a:bodyPr>
          <a:lstStyle/>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By Ibrahim </a:t>
            </a:r>
            <a:r>
              <a:rPr lang="en-US" altLang="zh-CN" cap="all" spc="100" dirty="0" err="1">
                <a:solidFill>
                  <a:srgbClr val="00B050"/>
                </a:solidFill>
                <a:latin typeface="微软雅黑" panose="020B0503020204020204" charset="-122"/>
                <a:ea typeface="微软雅黑" panose="020B0503020204020204" charset="-122"/>
              </a:rPr>
              <a:t>siraj</a:t>
            </a:r>
            <a:endParaRPr lang="en-US" altLang="zh-CN" cap="all" spc="100" dirty="0">
              <a:solidFill>
                <a:srgbClr val="00B050"/>
              </a:solidFill>
              <a:latin typeface="微软雅黑" panose="020B0503020204020204" charset="-122"/>
              <a:ea typeface="微软雅黑" panose="020B0503020204020204" charset="-122"/>
            </a:endParaRPr>
          </a:p>
          <a:p>
            <a:pPr marL="0" indent="0" algn="l">
              <a:lnSpc>
                <a:spcPct val="100000"/>
              </a:lnSpc>
              <a:spcBef>
                <a:spcPts val="0"/>
              </a:spcBef>
              <a:spcAft>
                <a:spcPts val="0"/>
              </a:spcAft>
              <a:buSzPct val="100000"/>
              <a:buNone/>
            </a:pPr>
            <a:r>
              <a:rPr lang="en-US" altLang="zh-CN" cap="all" spc="100" dirty="0">
                <a:solidFill>
                  <a:srgbClr val="00B050"/>
                </a:solidFill>
                <a:latin typeface="微软雅黑" panose="020B0503020204020204" charset="-122"/>
                <a:ea typeface="微软雅黑" panose="020B0503020204020204" charset="-122"/>
              </a:rPr>
              <a:t>Maldives polytechnic</a:t>
            </a:r>
          </a:p>
        </p:txBody>
      </p:sp>
      <p:sp>
        <p:nvSpPr>
          <p:cNvPr id="2" name="Rectangle 1"/>
          <p:cNvSpPr/>
          <p:nvPr/>
        </p:nvSpPr>
        <p:spPr>
          <a:xfrm>
            <a:off x="514652" y="1151547"/>
            <a:ext cx="7738787" cy="390363"/>
          </a:xfrm>
          <a:prstGeom prst="rect">
            <a:avLst/>
          </a:prstGeom>
        </p:spPr>
        <p:txBody>
          <a:bodyPr wrap="square">
            <a:spAutoFit/>
          </a:bodyPr>
          <a:lstStyle/>
          <a:p>
            <a:pPr marL="285750" indent="-285750">
              <a:lnSpc>
                <a:spcPct val="115000"/>
              </a:lnSpc>
              <a:spcAft>
                <a:spcPts val="800"/>
              </a:spcAft>
              <a:buFont typeface="Wingdings" panose="05000000000000000000" pitchFamily="2" charset="2"/>
              <a:buChar char="Ø"/>
            </a:pPr>
            <a:r>
              <a:rPr lang="en-US" b="1" dirty="0"/>
              <a:t>Typical Gear Ratios (5-Speed Manual)</a:t>
            </a:r>
            <a:endParaRPr lang="en-US" sz="1400" kern="100" dirty="0">
              <a:latin typeface="Calibri" panose="020F0502020204030204" pitchFamily="34" charset="0"/>
              <a:ea typeface="Calibri" panose="020F0502020204030204" pitchFamily="34" charset="0"/>
              <a:cs typeface="Arial" panose="020B0604020202020204" pitchFamily="34" charset="0"/>
            </a:endParaRPr>
          </a:p>
        </p:txBody>
      </p:sp>
      <p:sp>
        <p:nvSpPr>
          <p:cNvPr id="5" name="Rectangle 4"/>
          <p:cNvSpPr/>
          <p:nvPr/>
        </p:nvSpPr>
        <p:spPr>
          <a:xfrm>
            <a:off x="886691" y="1749332"/>
            <a:ext cx="9789502" cy="3693319"/>
          </a:xfrm>
          <a:prstGeom prst="rect">
            <a:avLst/>
          </a:prstGeom>
        </p:spPr>
        <p:txBody>
          <a:bodyPr wrap="square">
            <a:spAutoFit/>
          </a:bodyPr>
          <a:lstStyle/>
          <a:p>
            <a:r>
              <a:rPr lang="en-US" dirty="0"/>
              <a:t>Gear Change Approx. Speed Tachometer RPM Upshifting </a:t>
            </a:r>
            <a:endParaRPr lang="en-US" dirty="0" smtClean="0"/>
          </a:p>
          <a:p>
            <a:endParaRPr lang="en-US" dirty="0" smtClean="0"/>
          </a:p>
          <a:p>
            <a:r>
              <a:rPr lang="en-US" dirty="0" smtClean="0"/>
              <a:t>1 </a:t>
            </a:r>
            <a:r>
              <a:rPr lang="en-US" dirty="0" err="1"/>
              <a:t>st</a:t>
            </a:r>
            <a:r>
              <a:rPr lang="en-US" dirty="0"/>
              <a:t> – 2 </a:t>
            </a:r>
            <a:r>
              <a:rPr lang="en-US" dirty="0" err="1"/>
              <a:t>nd</a:t>
            </a:r>
            <a:r>
              <a:rPr lang="en-US" dirty="0"/>
              <a:t> 15 mph 2,000 – </a:t>
            </a:r>
            <a:r>
              <a:rPr lang="en-US" dirty="0" smtClean="0"/>
              <a:t>3,000</a:t>
            </a:r>
          </a:p>
          <a:p>
            <a:r>
              <a:rPr lang="en-US" dirty="0" smtClean="0"/>
              <a:t> </a:t>
            </a:r>
            <a:r>
              <a:rPr lang="en-US" dirty="0"/>
              <a:t>2 </a:t>
            </a:r>
            <a:r>
              <a:rPr lang="en-US" dirty="0" err="1"/>
              <a:t>nd</a:t>
            </a:r>
            <a:r>
              <a:rPr lang="en-US" dirty="0"/>
              <a:t> – 3 </a:t>
            </a:r>
            <a:r>
              <a:rPr lang="en-US" dirty="0" err="1"/>
              <a:t>rd</a:t>
            </a:r>
            <a:r>
              <a:rPr lang="en-US" dirty="0"/>
              <a:t> 25 mph 2,500 – 3,500 </a:t>
            </a:r>
            <a:endParaRPr lang="en-US" dirty="0" smtClean="0"/>
          </a:p>
          <a:p>
            <a:r>
              <a:rPr lang="en-US" dirty="0" smtClean="0"/>
              <a:t>3 </a:t>
            </a:r>
            <a:r>
              <a:rPr lang="en-US" dirty="0" err="1"/>
              <a:t>rd</a:t>
            </a:r>
            <a:r>
              <a:rPr lang="en-US" dirty="0"/>
              <a:t> – 4 </a:t>
            </a:r>
            <a:r>
              <a:rPr lang="en-US" dirty="0" err="1"/>
              <a:t>th</a:t>
            </a:r>
            <a:r>
              <a:rPr lang="en-US" dirty="0"/>
              <a:t> 40 mph 2,500 – </a:t>
            </a:r>
            <a:r>
              <a:rPr lang="en-US" dirty="0" smtClean="0"/>
              <a:t>3,500</a:t>
            </a:r>
          </a:p>
          <a:p>
            <a:r>
              <a:rPr lang="en-US" dirty="0" smtClean="0"/>
              <a:t> </a:t>
            </a:r>
            <a:r>
              <a:rPr lang="en-US" dirty="0"/>
              <a:t>4 </a:t>
            </a:r>
            <a:r>
              <a:rPr lang="en-US" dirty="0" err="1"/>
              <a:t>th</a:t>
            </a:r>
            <a:r>
              <a:rPr lang="en-US" dirty="0"/>
              <a:t> – 5 </a:t>
            </a:r>
            <a:r>
              <a:rPr lang="en-US" dirty="0" err="1"/>
              <a:t>th</a:t>
            </a:r>
            <a:r>
              <a:rPr lang="en-US" dirty="0"/>
              <a:t> 50 mph 2,500 – 3,500 </a:t>
            </a:r>
            <a:endParaRPr lang="en-US" dirty="0" smtClean="0"/>
          </a:p>
          <a:p>
            <a:endParaRPr lang="en-US" dirty="0"/>
          </a:p>
          <a:p>
            <a:r>
              <a:rPr lang="en-US" dirty="0" smtClean="0"/>
              <a:t>Downshifting</a:t>
            </a:r>
          </a:p>
          <a:p>
            <a:endParaRPr lang="en-US" dirty="0" smtClean="0"/>
          </a:p>
          <a:p>
            <a:r>
              <a:rPr lang="en-US" dirty="0" smtClean="0"/>
              <a:t> </a:t>
            </a:r>
            <a:r>
              <a:rPr lang="en-US" dirty="0"/>
              <a:t>5 </a:t>
            </a:r>
            <a:r>
              <a:rPr lang="en-US" dirty="0" err="1"/>
              <a:t>th</a:t>
            </a:r>
            <a:r>
              <a:rPr lang="en-US" dirty="0"/>
              <a:t> – 4 </a:t>
            </a:r>
            <a:r>
              <a:rPr lang="en-US" dirty="0" err="1"/>
              <a:t>th</a:t>
            </a:r>
            <a:r>
              <a:rPr lang="en-US" dirty="0"/>
              <a:t> 40 mph 2,000 </a:t>
            </a:r>
            <a:endParaRPr lang="en-US" dirty="0" smtClean="0"/>
          </a:p>
          <a:p>
            <a:r>
              <a:rPr lang="en-US" dirty="0" smtClean="0"/>
              <a:t>4 </a:t>
            </a:r>
            <a:r>
              <a:rPr lang="en-US" dirty="0" err="1"/>
              <a:t>th</a:t>
            </a:r>
            <a:r>
              <a:rPr lang="en-US" dirty="0"/>
              <a:t> – 3 </a:t>
            </a:r>
            <a:r>
              <a:rPr lang="en-US" dirty="0" err="1"/>
              <a:t>rd</a:t>
            </a:r>
            <a:r>
              <a:rPr lang="en-US" dirty="0"/>
              <a:t> 30 mph 2,000 </a:t>
            </a:r>
            <a:endParaRPr lang="en-US" dirty="0" smtClean="0"/>
          </a:p>
          <a:p>
            <a:r>
              <a:rPr lang="en-US" dirty="0" smtClean="0"/>
              <a:t>3 </a:t>
            </a:r>
            <a:r>
              <a:rPr lang="en-US" dirty="0" err="1"/>
              <a:t>rd</a:t>
            </a:r>
            <a:r>
              <a:rPr lang="en-US" dirty="0"/>
              <a:t> – 2 </a:t>
            </a:r>
            <a:r>
              <a:rPr lang="en-US" dirty="0" err="1"/>
              <a:t>nd</a:t>
            </a:r>
            <a:r>
              <a:rPr lang="en-US" dirty="0"/>
              <a:t> 20 mph </a:t>
            </a:r>
            <a:r>
              <a:rPr lang="en-US" dirty="0" smtClean="0"/>
              <a:t>2,000</a:t>
            </a:r>
          </a:p>
          <a:p>
            <a:r>
              <a:rPr lang="en-US" dirty="0" smtClean="0"/>
              <a:t> </a:t>
            </a:r>
            <a:r>
              <a:rPr lang="en-US" dirty="0"/>
              <a:t>2 </a:t>
            </a:r>
            <a:r>
              <a:rPr lang="en-US" dirty="0" err="1"/>
              <a:t>nd</a:t>
            </a:r>
            <a:r>
              <a:rPr lang="en-US" dirty="0"/>
              <a:t> – 1 </a:t>
            </a:r>
            <a:r>
              <a:rPr lang="en-US" dirty="0" err="1"/>
              <a:t>st</a:t>
            </a:r>
            <a:r>
              <a:rPr lang="en-US" dirty="0"/>
              <a:t> 10 mph 1,500</a:t>
            </a:r>
          </a:p>
        </p:txBody>
      </p:sp>
    </p:spTree>
    <p:custDataLst>
      <p:tags r:id="rId1"/>
    </p:custDataLst>
    <p:extLst>
      <p:ext uri="{BB962C8B-B14F-4D97-AF65-F5344CB8AC3E}">
        <p14:creationId xmlns:p14="http://schemas.microsoft.com/office/powerpoint/2010/main" val="40176593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custDataLst>
              <p:tags r:id="rId2"/>
            </p:custDataLst>
          </p:nvPr>
        </p:nvSpPr>
        <p:spPr>
          <a:xfrm>
            <a:off x="1192696" y="1527335"/>
            <a:ext cx="10018643" cy="4086802"/>
          </a:xfrm>
          <a:prstGeom prst="rect">
            <a:avLst/>
          </a:prstGeom>
          <a:noFill/>
        </p:spPr>
        <p:txBody>
          <a:bodyPr wrap="square" rtlCol="0">
            <a:noAutofit/>
          </a:bodyPr>
          <a:lstStyle/>
          <a:p>
            <a:pPr marL="342900" marR="0" lvl="0" indent="-34290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endParaRPr kumimoji="0" lang="en-US" altLang="zh-CN" sz="2400" b="1" i="0" u="none" strike="noStrike" kern="1200" cap="all" spc="100" normalizeH="0" baseline="0" noProof="0" dirty="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2" name="TextBox 1">
            <a:extLst>
              <a:ext uri="{FF2B5EF4-FFF2-40B4-BE49-F238E27FC236}">
                <a16:creationId xmlns:a16="http://schemas.microsoft.com/office/drawing/2014/main" id="{736D334A-8353-F612-C4E0-A0790F8E500E}"/>
              </a:ext>
            </a:extLst>
          </p:cNvPr>
          <p:cNvSpPr txBox="1"/>
          <p:nvPr/>
        </p:nvSpPr>
        <p:spPr>
          <a:xfrm>
            <a:off x="3677478" y="3309126"/>
            <a:ext cx="441297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185587769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Q4MGY0NjJhMzczNGQ0NjZmYzYxODFkYTNkOWQ4NTQifQ=="/>
</p:tagLst>
</file>

<file path=ppt/tags/tag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 name="KSO_WM_TEMPLATE_CATEGORY" val="custom"/>
  <p:tag name="KSO_WM_TEMPLATE_INDEX" val="20223075"/>
</p:tagLst>
</file>

<file path=ppt/tags/tag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INDEX" val="20223075"/>
  <p:tag name="KSO_WM_CHIP_COLORING" val="1"/>
</p:tagLst>
</file>

<file path=ppt/tags/tag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4*i*1"/>
  <p:tag name="KSO_WM_BEAUTIFY_FLAG" val="#wm#"/>
  <p:tag name="KSO_WM_TAG_VERSION" val="1.0"/>
  <p:tag name="KSO_WM_CHIP_GROUPID" val="62cb92ed67e1b3ac3a0df933"/>
  <p:tag name="KSO_WM_CHIP_XID" val="62cb92f267e1b3ac3a0dfd51"/>
  <p:tag name="KSO_WM_UNIT_DEC_AREA_ID" val="a11a73839daf4afd8c8eecb70bd8d2c5"/>
  <p:tag name="KSO_WM_CHIP_FILLAREA_FILL_RULE" val="{&quot;fill_align&quot;:&quot;cm&quot;,&quot;fill_effect&quot;:[],&quot;fill_mode&quot;:&quot;adaptive&quot;,&quot;sacle_strategy&quot;:&quot;stretch&quot;}"/>
  <p:tag name="KSO_WM_UNIT_DEC_SUPPORTCHANGEPIC" val="0"/>
  <p:tag name="KSO_WM_UNIT_DEC_CHANGEPICRESERVED" val="1"/>
  <p:tag name="KSO_WM_ASSEMBLE_CHIP_INDEX" val="74db68e000024515aa2d711777418aa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6*i*1"/>
  <p:tag name="KSO_WM_BEAUTIFY_FLAG" val="#wm#"/>
  <p:tag name="KSO_WM_TAG_VERSION" val="1.0"/>
  <p:tag name="KSO_WM_CHIP_GROUPID" val="62cb92ed67e1b3ac3a0df933"/>
  <p:tag name="KSO_WM_CHIP_XID" val="62cb92f267e1b3ac3a0dfc96"/>
  <p:tag name="KSO_WM_UNIT_DEC_AREA_ID" val="9fcaac9ea3384a638db80c6bdc5589bd"/>
  <p:tag name="KSO_WM_CHIP_FILLAREA_FILL_RULE" val="{&quot;fill_align&quot;:&quot;lt&quot;,&quot;fill_effect&quot;:[],&quot;fill_mode&quot;:&quot;adaptive&quot;,&quot;sacle_strategy&quot;:&quot;stretch&quot;}"/>
  <p:tag name="KSO_WM_UNIT_DEC_SUPPORTCHANGEPIC" val="0"/>
  <p:tag name="KSO_WM_UNIT_DEC_CHANGEPICRESERVED" val="1"/>
  <p:tag name="KSO_WM_ASSEMBLE_CHIP_INDEX" val="fc0d64f86cd3483cab8a5ed4c0ff90c2"/>
</p:tagLst>
</file>

<file path=ppt/tags/tag1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8*i*1"/>
  <p:tag name="KSO_WM_BEAUTIFY_FLAG" val="#wm#"/>
  <p:tag name="KSO_WM_TAG_VERSION" val="1.0"/>
  <p:tag name="KSO_WM_CHIP_GROUPID" val="62cb92ed67e1b3ac3a0df933"/>
  <p:tag name="KSO_WM_CHIP_XID" val="62cb92f267e1b3ac3a0dfcb7"/>
  <p:tag name="KSO_WM_UNIT_DEC_AREA_ID" val="0b6e32bb8e9b4cd59a73ec1ab58588a3"/>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6252d6d1848c46529fc1ac4283ac4f73"/>
</p:tagLst>
</file>

<file path=ppt/tags/tag11.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15*i*1"/>
  <p:tag name="KSO_WM_BEAUTIFY_FLAG" val="#wm#"/>
  <p:tag name="KSO_WM_TAG_VERSION" val="1.0"/>
  <p:tag name="KSO_WM_CHIP_GROUPID" val="62cb92ed67e1b3ac3a0df933"/>
  <p:tag name="KSO_WM_CHIP_XID" val="62cb92f267e1b3ac3a0dfd31"/>
  <p:tag name="KSO_WM_UNIT_DEC_AREA_ID" val="cedfc75459a64b91839f7c4e93fc4ab0"/>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2307ef49eb7844ab8170517694ba29cf"/>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7*i*1"/>
  <p:tag name="KSO_WM_BEAUTIFY_FLAG" val="#wm#"/>
  <p:tag name="KSO_WM_TAG_VERSION" val="1.0"/>
  <p:tag name="KSO_WM_CHIP_GROUPID" val="62cb92ed67e1b3ac3a0df933"/>
  <p:tag name="KSO_WM_CHIP_XID" val="62cb92f267e1b3ac3a0dfcb1"/>
  <p:tag name="KSO_WM_UNIT_DEC_AREA_ID" val="d0ce6c47bdc440d196dfdadc5c19a3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b4fe2c4d5bb440eb7542455658eee6d"/>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2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i*1"/>
  <p:tag name="KSO_WM_BEAUTIFY_FLAG" val="#wm#"/>
  <p:tag name="KSO_WM_TAG_VERSION" val="1.0"/>
  <p:tag name="KSO_WM_CHIP_GROUPID" val="62cb92ed67e1b3ac3a0df933"/>
  <p:tag name="KSO_WM_CHIP_XID" val="62cb92f267e1b3ac3a0dfbd8"/>
  <p:tag name="KSO_WM_UNIT_DEC_AREA_ID" val="353a2ba7688d4d109d88d8fbf076f1be"/>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c821e70711df4ae0a04b6ba18360b869"/>
</p:tagLst>
</file>

<file path=ppt/tags/tag27.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4*i*1"/>
  <p:tag name="KSO_WM_BEAUTIFY_FLAG" val="#wm#"/>
  <p:tag name="KSO_WM_TAG_VERSION" val="1.0"/>
  <p:tag name="KSO_WM_CHIP_GROUPID" val="62cb92ed67e1b3ac3a0df933"/>
  <p:tag name="KSO_WM_CHIP_XID" val="62cb92f267e1b3ac3a0dfbcb"/>
  <p:tag name="KSO_WM_UNIT_DEC_AREA_ID" val="4ab4fedb6c6640b484a0fdb113c32716"/>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0b2380889160463abab291528e337d23"/>
</p:tagLst>
</file>

<file path=ppt/tags/tag28.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3*i*1"/>
  <p:tag name="KSO_WM_BEAUTIFY_FLAG" val="#wm#"/>
  <p:tag name="KSO_WM_TAG_VERSION" val="1.0"/>
  <p:tag name="KSO_WM_CHIP_GROUPID" val="62cb92ed67e1b3ac3a0df933"/>
  <p:tag name="KSO_WM_CHIP_XID" val="62cb92f267e1b3ac3a0dfbc7"/>
  <p:tag name="KSO_WM_UNIT_DEC_AREA_ID" val="f51db6bba423479a96c7def23f363aa5"/>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46eb048d58f74aaaaaf7557c2b39a70c"/>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UNIT_DEFAULT_FONT" val="60;66;2"/>
  <p:tag name="KSO_WM_UNIT_BLOCK" val="0"/>
  <p:tag name="KSO_WM_UNIT_DEC_AREA_ID" val="e5577524724345448ce6d9c2ce3939e0"/>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15"/>
  <p:tag name="KSO_WM_UNIT_TEXT_FILL_FORE_SCHEMECOLOR_INDEX" val="13"/>
  <p:tag name="KSO_WM_UNIT_TEXT_FILL_TYPE" val="1"/>
  <p:tag name="KSO_WM_TEMPLATE_ASSEMBLE_XID" val="63156d2459d53ee3cde2290b"/>
  <p:tag name="KSO_WM_TEMPLATE_ASSEMBLE_GROUPID" val="62cb92ed67e1b3ac3a0df933"/>
</p:tagLst>
</file>

<file path=ppt/tags/tag33.xml><?xml version="1.0" encoding="utf-8"?>
<p:tagLst xmlns:a="http://schemas.openxmlformats.org/drawingml/2006/main" xmlns:r="http://schemas.openxmlformats.org/officeDocument/2006/relationships" xmlns:p="http://schemas.openxmlformats.org/presentationml/2006/main">
  <p:tag name="KSO_WM_UNIT_SUBTYPE" val="a"/>
  <p:tag name="KSO_WM_UNIT_PRESET_TEXT" val="单击此处添加正文，文字是您思想的提炼，为了演示发布的良好效果，请言简意赅地阐述您的观点。"/>
  <p:tag name="KSO_WM_UNIT_NOCLEAR" val="0"/>
  <p:tag name="KSO_WM_UNIT_VALUE" val="76"/>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UNIT_DEFAULT_FONT" val="14;14;2"/>
  <p:tag name="KSO_WM_UNIT_BLOCK" val="0"/>
  <p:tag name="KSO_WM_UNIT_DEC_AREA_ID" val="35127bff71ec4a98b1f1a512400e582e"/>
  <p:tag name="KSO_WM_CHIP_GROUPID" val="61849109a6a891b1f9dbb830"/>
  <p:tag name="KSO_WM_CHIP_XID" val="61849109a6a891b1f9dbb82d"/>
  <p:tag name="KSO_WM_CHIP_FILLAREA_FILL_RULE" val="{&quot;fill_align&quot;:&quot;cm&quot;,&quot;fill_mode&quot;:&quot;adaptive&quot;,&quot;sacle_strategy&quot;:&quot;smart&quot;}"/>
  <p:tag name="KSO_WM_ASSEMBLE_CHIP_INDEX" val="a3eb76d9cecc488caa04c4a7a8fcd523"/>
  <p:tag name="KSO_WM_UNIT_TEXT_FILL_FORE_SCHEMECOLOR_INDEX_BRIGHTNESS" val="0.5"/>
  <p:tag name="KSO_WM_UNIT_TEXT_FILL_FORE_SCHEMECOLOR_INDEX" val="13"/>
  <p:tag name="KSO_WM_UNIT_TEXT_FILL_TYPE" val="1"/>
  <p:tag name="KSO_WM_TEMPLATE_ASSEMBLE_XID" val="63156d2459d53ee3cde2290b"/>
  <p:tag name="KSO_WM_TEMPLATE_ASSEMBLE_GROUPID" val="62cb92ed67e1b3ac3a0df933"/>
</p:tagLst>
</file>

<file path=ppt/tags/tag3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3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3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4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4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6*i*1"/>
  <p:tag name="KSO_WM_BEAUTIFY_FLAG" val="#wm#"/>
  <p:tag name="KSO_WM_TAG_VERSION" val="1.0"/>
  <p:tag name="KSO_WM_CHIP_GROUPID" val="62cb92ed67e1b3ac3a0df933"/>
  <p:tag name="KSO_WM_CHIP_XID" val="62cb92f267e1b3ac3a0df99b"/>
  <p:tag name="KSO_WM_UNIT_DEC_AREA_ID" val="7ae053233a014cf5b087ba4b069db752"/>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4d0fe025b92a4121b116f65108e5c0b7"/>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7*i*1"/>
  <p:tag name="KSO_WM_BEAUTIFY_FLAG" val="#wm#"/>
  <p:tag name="KSO_WM_TAG_VERSION" val="1.0"/>
  <p:tag name="KSO_WM_CHIP_GROUPID" val="62cb92ed67e1b3ac3a0df933"/>
  <p:tag name="KSO_WM_CHIP_XID" val="62cb92f267e1b3ac3a0df93d"/>
  <p:tag name="KSO_WM_UNIT_DEC_AREA_ID" val="7aac52c509324246a2139159652c9dce"/>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26a1af26a8d74008b1380f22ba29d46f"/>
</p:tagLst>
</file>

<file path=ppt/tags/tag56.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8*i*1"/>
  <p:tag name="KSO_WM_BEAUTIFY_FLAG" val="#wm#"/>
  <p:tag name="KSO_WM_TAG_VERSION" val="1.0"/>
  <p:tag name="KSO_WM_CHIP_GROUPID" val="62cb92ed67e1b3ac3a0df933"/>
  <p:tag name="KSO_WM_CHIP_XID" val="62cb92f267e1b3ac3a0df990"/>
  <p:tag name="KSO_WM_UNIT_DEC_AREA_ID" val="b20fbc8bd01f4b7ebdd46d90e2647bbf"/>
  <p:tag name="KSO_WM_CHIP_FILLAREA_FILL_RULE" val="{&quot;fill_align&quot;:&quot;rt&quot;,&quot;fill_effect&quot;:[],&quot;fill_mode&quot;:&quot;adaptive&quot;,&quot;sacle_strategy&quot;:&quot;stretch&quot;}"/>
  <p:tag name="KSO_WM_UNIT_DEC_SUPPORTCHANGEPIC" val="0"/>
  <p:tag name="KSO_WM_UNIT_DEC_CHANGEPICRESERVED" val="1"/>
  <p:tag name="KSO_WM_ASSEMBLE_CHIP_INDEX" val="968a292b1c74438a8be59c5e124aa1e5"/>
</p:tagLst>
</file>

<file path=ppt/tags/tag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65.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6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74.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75.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1.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Lst>
</file>

<file path=ppt/tags/tag82.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Lst>
</file>

<file path=ppt/tags/tag83.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Lst>
</file>

<file path=ppt/tags/tag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8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20*i*1"/>
  <p:tag name="KSO_WM_BEAUTIFY_FLAG" val="#wm#"/>
  <p:tag name="KSO_WM_TAG_VERSION" val="1.0"/>
  <p:tag name="KSO_WM_CHIP_GROUPID" val="62cb92ed67e1b3ac3a0df933"/>
  <p:tag name="KSO_WM_CHIP_XID" val="62cb92f267e1b3ac3a0dfaaf"/>
  <p:tag name="KSO_WM_UNIT_DEC_AREA_ID" val="511aa335ee7d4245a08946cb05b9faa4"/>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6cad2575e594576b80f3f7814fb0824"/>
</p:tagLst>
</file>

<file path=ppt/tags/tag89.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2*i*1"/>
  <p:tag name="KSO_WM_BEAUTIFY_FLAG" val="#wm#"/>
  <p:tag name="KSO_WM_TAG_VERSION" val="1.0"/>
  <p:tag name="KSO_WM_CHIP_GROUPID" val="62cb92ed67e1b3ac3a0df933"/>
  <p:tag name="KSO_WM_CHIP_XID" val="62cb92f267e1b3ac3a0dfa9c"/>
  <p:tag name="KSO_WM_UNIT_DEC_AREA_ID" val="cd0b699e343a426dbd8923da658f7258"/>
  <p:tag name="KSO_WM_CHIP_FILLAREA_FILL_RULE" val="{&quot;fill_align&quot;:&quot;rb&quot;,&quot;fill_effect&quot;:[],&quot;fill_mode&quot;:&quot;adaptive&quot;,&quot;sacle_strategy&quot;:&quot;stretch&quot;}"/>
  <p:tag name="KSO_WM_UNIT_DEC_SUPPORTCHANGEPIC" val="0"/>
  <p:tag name="KSO_WM_UNIT_DEC_CHANGEPICRESERVED" val="1"/>
  <p:tag name="KSO_WM_ASSEMBLE_CHIP_INDEX" val="46079dca97b54b6f8f260c458203cdd5"/>
</p:tagLst>
</file>

<file path=ppt/tags/tag90.xml><?xml version="1.0" encoding="utf-8"?>
<p:tagLst xmlns:a="http://schemas.openxmlformats.org/drawingml/2006/main" xmlns:r="http://schemas.openxmlformats.org/officeDocument/2006/relationships" xmlns:p="http://schemas.openxmlformats.org/presentationml/2006/main">
  <p:tag name="KSO_WM_UNIT_SUBTYPE" val="u"/>
  <p:tag name="KSO_WM_TEMPLATE_CATEGORY" val="chip"/>
  <p:tag name="KSO_WM_TEMPLATE_INDEX" val="20223075"/>
  <p:tag name="KSO_WM_UNIT_TYPE" val="i"/>
  <p:tag name="KSO_WM_UNIT_INDEX" val="1"/>
  <p:tag name="KSO_WM_UNIT_ID" val="chip20223075_21*i*1"/>
  <p:tag name="KSO_WM_BEAUTIFY_FLAG" val="#wm#"/>
  <p:tag name="KSO_WM_TAG_VERSION" val="1.0"/>
  <p:tag name="KSO_WM_CHIP_GROUPID" val="62cb92ed67e1b3ac3a0df933"/>
  <p:tag name="KSO_WM_CHIP_XID" val="62cb92f267e1b3ac3a0dfa7d"/>
  <p:tag name="KSO_WM_UNIT_DEC_AREA_ID" val="61fe8ffa078a456db36c7c5a609a0b36"/>
  <p:tag name="KSO_WM_CHIP_FILLAREA_FILL_RULE" val="{&quot;fill_align&quot;:&quot;lm&quot;,&quot;fill_effect&quot;:[],&quot;fill_mode&quot;:&quot;adaptive&quot;,&quot;sacle_strategy&quot;:&quot;stretch&quot;}"/>
  <p:tag name="KSO_WM_UNIT_DEC_SUPPORTCHANGEPIC" val="0"/>
  <p:tag name="KSO_WM_UNIT_DEC_CHANGEPICRESERVED" val="1"/>
  <p:tag name="KSO_WM_ASSEMBLE_CHIP_INDEX" val="a3844cc6be254379824c635ec2fa7326"/>
</p:tagLst>
</file>

<file path=ppt/tags/tag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94.xml><?xml version="1.0" encoding="utf-8"?>
<p:tagLst xmlns:a="http://schemas.openxmlformats.org/drawingml/2006/main" xmlns:r="http://schemas.openxmlformats.org/officeDocument/2006/relationships" xmlns:p="http://schemas.openxmlformats.org/presentationml/2006/main">
  <p:tag name="KSO_WM_UNIT_DEFAULT_FONT" val="66;74;2"/>
  <p:tag name="KSO_WM_UNIT_BLOCK" val="0"/>
  <p:tag name="KSO_WM_UNIT_DEC_AREA_ID" val="024cb455de114c8590873753d08ef7c9"/>
  <p:tag name="KSO_WM_UNIT_ISCONTENTSTITLE" val="0"/>
  <p:tag name="KSO_WM_UNIT_ISNUMDGMTITLE" val="0"/>
  <p:tag name="KSO_WM_UNIT_PRESET_TEXT" val="感谢各位的观看"/>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23075_1*a*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5.xml><?xml version="1.0" encoding="utf-8"?>
<p:tagLst xmlns:a="http://schemas.openxmlformats.org/drawingml/2006/main" xmlns:r="http://schemas.openxmlformats.org/officeDocument/2006/relationships" xmlns:p="http://schemas.openxmlformats.org/presentationml/2006/main">
  <p:tag name="KSO_WM_UNIT_DEFAULT_FONT" val="16;18;2"/>
  <p:tag name="KSO_WM_UNIT_BLOCK" val="0"/>
  <p:tag name="KSO_WM_UNIT_DEC_AREA_ID" val="59dd0d01bf8d46bc94fd640b0712b633"/>
  <p:tag name="KSO_WM_UNIT_SUBTYPE" val="a"/>
  <p:tag name="KSO_WM_UNIT_PRESET_TEXT" val="点击此处添加正文，文字是您思想的提炼，为了演示发布的良好效果，请言简意赅地阐述您的观点。"/>
  <p:tag name="KSO_WM_UNIT_NOCLEAR" val="0"/>
  <p:tag name="KSO_WM_UNIT_VALUE" val="68"/>
  <p:tag name="KSO_WM_UNIT_HIGHLIGHT" val="0"/>
  <p:tag name="KSO_WM_UNIT_COMPATIBLE" val="0"/>
  <p:tag name="KSO_WM_UNIT_DIAGRAM_ISNUMVISUAL" val="0"/>
  <p:tag name="KSO_WM_UNIT_DIAGRAM_ISREFERUNIT" val="0"/>
  <p:tag name="KSO_WM_UNIT_TYPE" val="f"/>
  <p:tag name="KSO_WM_UNIT_INDEX" val="1"/>
  <p:tag name="KSO_WM_UNIT_ID" val="custom20223075_1*f*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6.xml><?xml version="1.0" encoding="utf-8"?>
<p:tagLst xmlns:a="http://schemas.openxmlformats.org/drawingml/2006/main" xmlns:r="http://schemas.openxmlformats.org/officeDocument/2006/relationships" xmlns:p="http://schemas.openxmlformats.org/presentationml/2006/main">
  <p:tag name="KSO_WM_UNIT_DEFAULT_FONT" val="20;22;2"/>
  <p:tag name="KSO_WM_UNIT_BLOCK" val="0"/>
  <p:tag name="KSO_WM_UNIT_DEC_AREA_ID" val="c54f68c39bda4efea42a2b1659b9e2ea"/>
  <p:tag name="KSO_WM_UNIT_ISCONTENTSTITLE" val="0"/>
  <p:tag name="KSO_WM_UNIT_ISNUMDGMTITLE" val="0"/>
  <p:tag name="KSO_WM_UNIT_PRESET_TEXT" val="单击此处添加副标题"/>
  <p:tag name="KSO_WM_UNIT_NOCLEAR" val="0"/>
  <p:tag name="KSO_WM_UNIT_VALUE" val="31"/>
  <p:tag name="KSO_WM_UNIT_HIGHLIGHT" val="0"/>
  <p:tag name="KSO_WM_UNIT_COMPATIBLE" val="0"/>
  <p:tag name="KSO_WM_UNIT_DIAGRAM_ISNUMVISUAL" val="0"/>
  <p:tag name="KSO_WM_UNIT_DIAGRAM_ISREFERUNIT" val="0"/>
  <p:tag name="KSO_WM_UNIT_TYPE" val="b"/>
  <p:tag name="KSO_WM_UNIT_INDEX" val="1"/>
  <p:tag name="KSO_WM_UNIT_ID" val="custom20223075_1*b*1"/>
  <p:tag name="KSO_WM_TEMPLATE_CATEGORY" val="custom"/>
  <p:tag name="KSO_WM_TEMPLATE_INDEX" val="20223075"/>
  <p:tag name="KSO_WM_UNIT_LAYERLEVEL" val="1"/>
  <p:tag name="KSO_WM_TAG_VERSION" val="1.0"/>
  <p:tag name="KSO_WM_BEAUTIFY_FLAG" val="#wm#"/>
  <p:tag name="KSO_WM_CHIP_GROUPID" val="624cf5358c72ca61f790a24e"/>
  <p:tag name="KSO_WM_CHIP_XID" val="624cf5358c72ca61f790a24d"/>
  <p:tag name="KSO_WM_CHIP_FILLAREA_FILL_RULE" val="{&quot;fill_align&quot;:&quot;lm&quot;,&quot;fill_mode&quot;:&quot;adaptive&quot;,&quot;sacle_strategy&quot;:&quot;smart&quot;}"/>
  <p:tag name="KSO_WM_ASSEMBLE_CHIP_INDEX" val="67f268fdcbc847b9988fd24dee148e1a"/>
  <p:tag name="KSO_WM_UNIT_TEXT_FILL_FORE_SCHEMECOLOR_INDEX_BRIGHTNESS" val="0.15"/>
  <p:tag name="KSO_WM_UNIT_TEXT_FILL_FORE_SCHEMECOLOR_INDEX" val="13"/>
  <p:tag name="KSO_WM_UNIT_TEXT_FILL_TYPE" val="1"/>
  <p:tag name="KSO_WM_TEMPLATE_ASSEMBLE_XID" val="62cb942967e1b3ac3a0e02d4"/>
  <p:tag name="KSO_WM_TEMPLATE_ASSEMBLE_GROUPID" val="62cb92ed67e1b3ac3a0df933"/>
</p:tagLst>
</file>

<file path=ppt/tags/tag9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cd488bc4ebe43e69282eb89adcc0a8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7505a78c30ed4fc0916a1a33c730545e"/>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SUBTYPE" val="w"/>
  <p:tag name="KSO_WM_TEMPLATE_CATEGORY" val="chip"/>
  <p:tag name="KSO_WM_TEMPLATE_INDEX" val="20223075"/>
  <p:tag name="KSO_WM_UNIT_TYPE" val="i"/>
  <p:tag name="KSO_WM_UNIT_INDEX" val="1"/>
  <p:tag name="KSO_WM_UNIT_ID" val="chip20223075_11*i*1"/>
  <p:tag name="KSO_WM_BEAUTIFY_FLAG" val="#wm#"/>
  <p:tag name="KSO_WM_TAG_VERSION" val="1.0"/>
  <p:tag name="KSO_WM_CHIP_GROUPID" val="62cb92ed67e1b3ac3a0df933"/>
  <p:tag name="KSO_WM_CHIP_XID" val="62cb92f267e1b3ac3a0dfc67"/>
  <p:tag name="KSO_WM_UNIT_DEC_AREA_ID" val="bbca014db4ec4cd4a2f47bc823ecca86"/>
  <p:tag name="KSO_WM_CHIP_FILLAREA_FILL_RULE" val="{&quot;fill_align&quot;:&quot;rm&quot;,&quot;fill_effect&quot;:[],&quot;fill_mode&quot;:&quot;adaptive&quot;,&quot;sacle_strategy&quot;:&quot;stretch&quot;}"/>
  <p:tag name="KSO_WM_UNIT_DEC_SUPPORTCHANGEPIC" val="0"/>
  <p:tag name="KSO_WM_UNIT_DEC_CHANGEPICRESERVED" val="1"/>
  <p:tag name="KSO_WM_ASSEMBLE_CHIP_INDEX" val="ff9a3247c6de407d85378c41f6e54de8"/>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5a74a9a17ed410e933628120f12edf9"/>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56e18d8b25b44b528e8e0aa62934d498"/>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TEXT_FILL_FORE_SCHEMECOLOR_INDEX_BRIGHTNESS" val="0"/>
  <p:tag name="KSO_WM_UNIT_TEXT_FILL_FORE_SCHEMECOLOR_INDEX" val="13"/>
  <p:tag name="KSO_WM_UNIT_TEXT_FILL_TYPE" val="1"/>
</p:tagLst>
</file>

<file path=ppt/tags/tag104.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5ce45d99c9346cabff41e6ef0eb7af0"/>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6537d4269ae34ae59ff37b0111906262"/>
  <p:tag name="KSO_WM_SLIDE_BACKGROUND_TYPE" val="frame"/>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bg20220522_2*i*1"/>
  <p:tag name="KSO_WM_UNIT_LAYERLEVEL" val="1"/>
  <p:tag name="KSO_WM_TAG_VERSION" val="1.0"/>
  <p:tag name="KSO_WM_BEAUTIFY_FLAG" val="#wm#"/>
  <p:tag name="KSO_WM_UNIT_BK_DARK_LIGHT" val="2"/>
  <p:tag name="KSO_WM_UNIT_SUBTYPE" val="h"/>
  <p:tag name="KSO_WM_UNIT_TYPE" val="i"/>
  <p:tag name="KSO_WM_UNIT_INDEX" val="1"/>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9f"/>
</p:tagLst>
</file>

<file path=ppt/tags/tag106.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c42cf1ad8d3b4eb0bc92d6509446e45a"/>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d066acbe25924c35ba7e4d0e178721a0"/>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8.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09.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TEXT_FILL_FORE_SCHEMECOLOR_INDEX_BRIGHTNESS" val="0"/>
  <p:tag name="KSO_WM_UNIT_TEXT_FILL_FORE_SCHEMECOLOR_INDEX" val="13"/>
  <p:tag name="KSO_WM_UNIT_TEXT_FILL_TYPE" val="1"/>
</p:tagLst>
</file>

<file path=ppt/tags/tag112.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2039976cc11543efbf63e0c103feb90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eb60c42fd64e447c9b8f4cd9ce8e4ce2"/>
  <p:tag name="KSO_WM_SLIDE_BACKGROUND_TYPE" val="leftRight"/>
</p:tagLst>
</file>

<file path=ppt/tags/tag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bg20220522_3*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0"/>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UNIT_TEXT_FILL_FORE_SCHEMECOLOR_INDEX_BRIGHTNESS" val="0"/>
  <p:tag name="KSO_WM_UNIT_TEXT_FILL_FORE_SCHEMECOLOR_INDEX" val="13"/>
  <p:tag name="KSO_WM_UNIT_TEXT_FILL_TYPE" val="1"/>
</p:tagLst>
</file>

<file path=ppt/tags/tag120.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2ad48e2b17a4f77b87a10486738724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a3575a3699ba4e9590b75c31e722b4ff"/>
  <p:tag name="KSO_WM_SLIDE_BACKGROUND_TYPE" val="topBotto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bg20220522_4*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1"/>
</p:tagLst>
</file>

<file path=ppt/tags/tag122.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e58b3c5437b14b488da16b18285e6cbb"/>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49d04b894b834011bbf293d67fba658e"/>
  <p:tag name="KSO_WM_SLIDE_BACKGROUND_TYPE" val="topBottom"/>
</p:tagLst>
</file>

<file path=ppt/tags/tag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TEXT_FILL_FORE_SCHEMECOLOR_INDEX_BRIGHTNESS" val="0"/>
  <p:tag name="KSO_WM_UNIT_TEXT_FILL_FORE_SCHEMECOLOR_INDEX" val="13"/>
  <p:tag name="KSO_WM_UNIT_TEXT_FILL_TYPE" val="1"/>
</p:tagLst>
</file>

<file path=ppt/tags/tag129.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cf00e2266f384317bf6fac64cc483ba7"/>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92e98fb069d54a89a4b8b1732f73ed81"/>
  <p:tag name="KSO_WM_SLIDE_BACKGROUND_TYPE" val="bottomTop"/>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bg20220522_5*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2"/>
</p:tagLst>
</file>

<file path=ppt/tags/tag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TEXT_FILL_FORE_SCHEMECOLOR_INDEX_BRIGHTNESS" val="0"/>
  <p:tag name="KSO_WM_UNIT_TEXT_FILL_FORE_SCHEMECOLOR_INDEX" val="13"/>
  <p:tag name="KSO_WM_UNIT_TEXT_FILL_TYPE" val="1"/>
</p:tagLst>
</file>

<file path=ppt/tags/tag137.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4bb42711b180428ea5bd2cfefbce329f"/>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36697363c1ad4851b9c268ca0b1630f5"/>
  <p:tag name="KSO_WM_SLIDE_BACKGROUND_TYPE" val="navigation"/>
</p:tagLst>
</file>

<file path=ppt/tags/tag1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bg20220522_6*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3"/>
</p:tagLst>
</file>

<file path=ppt/tags/tag139.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2b1a7f510dda4678a34427de5d8de730"/>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1bf646edba524302864a0e38be5e443b"/>
  <p:tag name="KSO_WM_SLIDE_BACKGROUND_TYPE" val="navigation"/>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UNIT_TEXT_FILL_FORE_SCHEMECOLOR_INDEX_BRIGHTNESS" val="0"/>
  <p:tag name="KSO_WM_UNIT_TEXT_FILL_FORE_SCHEMECOLOR_INDEX" val="13"/>
  <p:tag name="KSO_WM_UNIT_TEXT_FILL_TYPE" val="1"/>
</p:tagLst>
</file>

<file path=ppt/tags/tag148.xml><?xml version="1.0" encoding="utf-8"?>
<p:tagLst xmlns:a="http://schemas.openxmlformats.org/drawingml/2006/main" xmlns:r="http://schemas.openxmlformats.org/officeDocument/2006/relationships" xmlns:p="http://schemas.openxmlformats.org/presentationml/2006/main">
  <p:tag name="KSO_WM_UNIT_SUBTYPE" val="v"/>
  <p:tag name="KSO_WM_TEMPLATE_CATEGORY" val="chip"/>
  <p:tag name="KSO_WM_TEMPLATE_INDEX" val="20223075"/>
  <p:tag name="KSO_WM_UNIT_TYPE" val="i"/>
  <p:tag name="KSO_WM_UNIT_INDEX" val="1"/>
  <p:tag name="KSO_WM_UNIT_ID" val="chip20223075_10*i*1"/>
  <p:tag name="KSO_WM_BEAUTIFY_FLAG" val="#wm#"/>
  <p:tag name="KSO_WM_TAG_VERSION" val="1.0"/>
  <p:tag name="KSO_WM_CHIP_GROUPID" val="62cb92ed67e1b3ac3a0df933"/>
  <p:tag name="KSO_WM_CHIP_XID" val="62cb92f267e1b3ac3a0dfc76"/>
  <p:tag name="KSO_WM_UNIT_DEC_AREA_ID" val="a69f6163a09d4335b371cbcbaaa3e57a"/>
  <p:tag name="KSO_WM_CHIP_FILLAREA_FILL_RULE" val="{&quot;fill_align&quot;:&quot;cm&quot;,&quot;fill_effect&quot;:[],&quot;fill_mode&quot;:&quot;full&quot;,&quot;sacle_strategy&quot;:&quot;stretch&quot;}"/>
  <p:tag name="KSO_WM_UNIT_DEC_SUPPORTCHANGEPIC" val="0"/>
  <p:tag name="KSO_WM_UNIT_DEC_CHANGEPICRESERVED" val="1"/>
  <p:tag name="KSO_WM_ASSEMBLE_CHIP_INDEX" val="dcb46b93d9964b6e9394b5aded1e27e0"/>
  <p:tag name="KSO_WM_SLIDE_BACKGROUND_TYPE" val="belt"/>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bg20220522_7*i*1"/>
  <p:tag name="KSO_WM_UNIT_LAYERLEVEL" val="1"/>
  <p:tag name="KSO_WM_TAG_VERSION" val="1.0"/>
  <p:tag name="KSO_WM_BEAUTIFY_FLAG" val="#wm#"/>
  <p:tag name="KSO_WM_UNIT_SUBTYPE" val="h"/>
  <p:tag name="KSO_WM_UNIT_TYPE" val="i"/>
  <p:tag name="KSO_WM_UNIT_INDEX" val="1"/>
  <p:tag name="KSO_WM_UNIT_BK_DARK_LIGHT" val="2"/>
  <p:tag name="KSO_WM_TEMPLATE_CATEGORY" val="bg"/>
  <p:tag name="KSO_WM_TEMPLATE_INDEX" val="20220522"/>
  <p:tag name="KSO_WM_UNIT_FILL_FORE_SCHEMECOLOR_INDEX_BRIGHTNESS" val="0"/>
  <p:tag name="KSO_WM_UNIT_FILL_TYPE" val="1"/>
  <p:tag name="KSO_WM_UNIT_TEXT_FILL_FORE_SCHEMECOLOR_INDEX_BRIGHTNESS" val="0"/>
  <p:tag name="KSO_WM_UNIT_TEXT_FILL_FORE_SCHEMECOLOR_INDEX" val="2"/>
  <p:tag name="KSO_WM_UNIT_TEXT_FILL_TYPE" val="1"/>
  <p:tag name="KSO_WM_CHIP_GROUPID" val="61837b50a6a891b1f9db06a2"/>
  <p:tag name="KSO_WM_CHIP_XID" val="618b765618adb49c6c1f28a4"/>
</p:tagLst>
</file>

<file path=ppt/tags/tag150.xml><?xml version="1.0" encoding="utf-8"?>
<p:tagLst xmlns:a="http://schemas.openxmlformats.org/drawingml/2006/main" xmlns:r="http://schemas.openxmlformats.org/officeDocument/2006/relationships" xmlns:p="http://schemas.openxmlformats.org/presentationml/2006/main">
  <p:tag name="KSO_WM_UNIT_SUBTYPE" val="t"/>
  <p:tag name="KSO_WM_TEMPLATE_CATEGORY" val="chip"/>
  <p:tag name="KSO_WM_TEMPLATE_INDEX" val="20223075"/>
  <p:tag name="KSO_WM_UNIT_TYPE" val="i"/>
  <p:tag name="KSO_WM_UNIT_INDEX" val="1"/>
  <p:tag name="KSO_WM_UNIT_ID" val="chip20223075_12*i*1"/>
  <p:tag name="KSO_WM_BEAUTIFY_FLAG" val="#wm#"/>
  <p:tag name="KSO_WM_TAG_VERSION" val="1.0"/>
  <p:tag name="KSO_WM_CHIP_GROUPID" val="62cb92ed67e1b3ac3a0df933"/>
  <p:tag name="KSO_WM_CHIP_XID" val="62cb92f267e1b3ac3a0dfc3e"/>
  <p:tag name="KSO_WM_UNIT_DEC_AREA_ID" val="a4ccf5ccfb9b44a896f37319a9a629a5"/>
  <p:tag name="KSO_WM_CHIP_FILLAREA_FILL_RULE" val="{&quot;fill_align&quot;:&quot;lb&quot;,&quot;fill_effect&quot;:[],&quot;fill_mode&quot;:&quot;adaptive&quot;,&quot;sacle_strategy&quot;:&quot;stretch&quot;}"/>
  <p:tag name="KSO_WM_UNIT_DEC_SUPPORTCHANGEPIC" val="0"/>
  <p:tag name="KSO_WM_UNIT_DEC_CHANGEPICRESERVED" val="1"/>
  <p:tag name="KSO_WM_ASSEMBLE_CHIP_INDEX" val="f530d658cf74450e8cb5f979b7fa71d8"/>
  <p:tag name="KSO_WM_SLIDE_BACKGROUND_TYPE" val="belt"/>
</p:tagLst>
</file>

<file path=ppt/tags/tag151.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belt"/>
  <p:tag name="KSO_WM_UNIT_TEXT_FILL_FORE_SCHEMECOLOR_INDEX_BRIGHTNESS" val="0"/>
  <p:tag name="KSO_WM_UNIT_TEXT_FILL_FORE_SCHEMECOLOR_INDEX" val="13"/>
  <p:tag name="KSO_WM_UNIT_TEXT_FILL_TYPE" val="1"/>
</p:tagLst>
</file>

<file path=ppt/tags/tag15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5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5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6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6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0.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2.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5.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6.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78.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79.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0.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1.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2.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3.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4.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5.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87.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89.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0.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1.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2.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3.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5.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6.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ags/tag197.xml><?xml version="1.0" encoding="utf-8"?>
<p:tagLst xmlns:a="http://schemas.openxmlformats.org/drawingml/2006/main" xmlns:r="http://schemas.openxmlformats.org/officeDocument/2006/relationships" xmlns:p="http://schemas.openxmlformats.org/presentationml/2006/main">
  <p:tag name="KSO_WM_UNIT_DEFAULT_FONT" val="56;60;2"/>
  <p:tag name="KSO_WM_UNIT_BLOCK" val="0"/>
  <p:tag name="KSO_WM_UNIT_DEC_AREA_ID" val="5a98cb67407541d98bcf1eed4d3787f8"/>
  <p:tag name="KSO_WM_UNIT_ISCONTENTSTITLE" val="0"/>
  <p:tag name="KSO_WM_UNIT_ISNUMDGMTITLE" val="0"/>
  <p:tag name="KSO_WM_UNIT_PRESET_TEXT" val="单击此处添加&#10;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20769_1*a*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23075_1"/>
  <p:tag name="KSO_WM_TEMPLATE_SUBCATEGORY" val="21"/>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23075"/>
  <p:tag name="KSO_WM_SLIDE_LAYOUT" val="a_f"/>
  <p:tag name="KSO_WM_SLIDE_LAYOUT_CNT" val="1_2"/>
  <p:tag name="KSO_WM_UNIT_SHOW_EDIT_AREA_INDICATION" val="1"/>
  <p:tag name="KSO_WM_TEMPLATE_THUMBS_INDEX" val="1、2、6、7、9、25"/>
  <p:tag name="KSO_WM_CHIP_INFOS" val="{&quot;type&quot;:0,&quot;layout_type&quot;:&quot;1_NF_LC_7&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扁平风&quot;,&quot;手绘风&quot;,&quot;立体风&quot;,&quot;炫酷&quot;,&quot;复古风&quot;,&quot;科技风&quot;,&quot;水彩风&quot;,&quot;ios风&quot;,&quot;快闪&quot;,&quot;波普风&quot;,&quot;孟菲斯&quot;,&quot;蒸汽波&quot;,&quot;MBE&quot;,&quot;剪纸风&quot;,&quot;酸性风&quot;,&quot;像素风&quot;,&quot;涂鸦风&quot;,&quot;实景&quot;]},&quot;slide_type&quot;:[&quot;title&quot;,&quot;sectionTitle&quot;,&quot;contents&quot;,&quot;endPage&quot;],&quot;useType&quot;:[&quot;ppt&quot;]}"/>
  <p:tag name="KSO_WM_CHIP_XID" val="614a9d9b1e630cfd8f114d27"/>
  <p:tag name="KSO_WM_CHIP_FILLPROP" val="[[{&quot;text_align&quot;:&quot;lm&quot;,&quot;text_direction&quot;:&quot;horizontal&quot;,&quot;support_big_font&quot;:false,&quot;picture_toward&quot;:0,&quot;picture_dockside&quot;:[],&quot;fill_id&quot;:&quot;3b50f7cce9dd429da8d2fb599840cb10&quot;,&quot;fill_align&quot;:&quot;lm&quot;,&quot;chip_types&quot;:[&quot;diagram&quot;,&quot;header&quot;]}],[{&quot;text_align&quot;:&quot;rm&quot;,&quot;text_direction&quot;:&quot;horizontal&quot;,&quot;support_big_font&quot;:false,&quot;picture_toward&quot;:0,&quot;picture_dockside&quot;:[],&quot;fill_id&quot;:&quot;3b50f7cce9dd429da8d2fb599840cb10&quot;,&quot;fill_align&quot;:&quot;rb&quot;,&quot;chip_types&quot;:[&quot;header&quot;]}],[{&quot;text_align&quot;:&quot;rm&quot;,&quot;text_direction&quot;:&quot;horizontal&quot;,&quot;support_big_font&quot;:false,&quot;picture_toward&quot;:0,&quot;picture_dockside&quot;:[],&quot;fill_id&quot;:&quot;3b50f7cce9dd429da8d2fb599840cb10&quot;,&quot;fill_align&quot;:&quot;rt&quot;,&quot;chip_types&quot;:[&quot;header&quot;]}],[{&quot;text_align&quot;:&quot;rm&quot;,&quot;text_direction&quot;:&quot;horizontal&quot;,&quot;support_big_font&quot;:false,&quot;picture_toward&quot;:0,&quot;picture_dockside&quot;:[],&quot;fill_id&quot;:&quot;3b50f7cce9dd429da8d2fb599840cb10&quot;,&quot;fill_align&quot;:&quot;rm&quot;,&quot;chip_types&quot;:[&quot;header&quot;]}],[{&quot;text_align&quot;:&quot;lm&quot;,&quot;text_direction&quot;:&quot;horizontal&quot;,&quot;support_big_font&quot;:false,&quot;picture_toward&quot;:0,&quot;picture_dockside&quot;:[],&quot;fill_id&quot;:&quot;3b50f7cce9dd429da8d2fb599840cb10&quot;,&quot;fill_align&quot;:&quot;lt&quot;,&quot;chip_types&quot;:[&quot;header&quot;]}],[{&quot;text_align&quot;:&quot;cm&quot;,&quot;text_direction&quot;:&quot;horizontal&quot;,&quot;support_big_font&quot;:false,&quot;picture_toward&quot;:0,&quot;picture_dockside&quot;:[],&quot;fill_id&quot;:&quot;3b50f7cce9dd429da8d2fb599840cb10&quot;,&quot;fill_align&quot;:&quot;lt&quot;,&quot;chip_types&quot;:[&quot;header&quot;]}],[{&quot;text_align&quot;:&quot;lm&quot;,&quot;text_direction&quot;:&quot;horizontal&quot;,&quot;support_big_font&quot;:false,&quot;picture_toward&quot;:0,&quot;picture_dockside&quot;:[],&quot;fill_id&quot;:&quot;3b50f7cce9dd429da8d2fb599840cb10&quot;,&quot;fill_align&quot;:&quot;lb&quot;,&quot;chip_types&quot;:[&quot;header&quot;]}],[{&quot;text_align&quot;:&quot;cm&quot;,&quot;text_direction&quot;:&quot;horizontal&quot;,&quot;support_big_font&quot;:false,&quot;picture_toward&quot;:0,&quot;picture_dockside&quot;:[],&quot;fill_id&quot;:&quot;3b50f7cce9dd429da8d2fb599840cb10&quot;,&quot;fill_align&quot;:&quot;lb&quot;,&quot;chip_types&quot;:[&quot;header&quot;]}],[{&quot;text_align&quot;:&quot;l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lm&quot;,&quot;chip_types&quot;:[&quot;header&quot;]}],[{&quot;text_align&quot;:&quot;cm&quot;,&quot;text_direction&quot;:&quot;horizontal&quot;,&quot;support_big_font&quot;:false,&quot;picture_toward&quot;:0,&quot;picture_dockside&quot;:[],&quot;fill_id&quot;:&quot;3b50f7cce9dd429da8d2fb599840cb10&quot;,&quot;fill_align&quot;:&quot;cm&quot;,&quot;chip_types&quot;:[&quot;header&quot;]}],[{&quot;text_align&quot;:&quot;lm&quot;,&quot;text_direction&quot;:&quot;horizontal&quot;,&quot;support_big_font&quot;:false,&quot;picture_toward&quot;:0,&quot;picture_dockside&quot;:[],&quot;fill_id&quot;:&quot;3b50f7cce9dd429da8d2fb599840cb10&quot;,&quot;fill_align&quot;:&quot;cm&quot;,&quot;chip_types&quot;:[&quot;header&quot;]}],[{&quot;text_align&quot;:&quot;cm&quot;,&quot;text_direction&quot;:&quot;horizontal&quot;,&quot;support_big_font&quot;:false,&quot;picture_toward&quot;:0,&quot;picture_dockside&quot;:[],&quot;fill_id&quot;:&quot;3b50f7cce9dd429da8d2fb599840cb10&quot;,&quot;fill_align&quot;:&quot;ct&quot;,&quot;chip_types&quot;:[&quot;header&quot;]}],[{&quot;text_align&quot;:&quot;lm&quot;,&quot;text_direction&quot;:&quot;horizontal&quot;,&quot;support_big_font&quot;:false,&quot;picture_toward&quot;:0,&quot;picture_dockside&quot;:[],&quot;fill_id&quot;:&quot;3b50f7cce9dd429da8d2fb599840cb10&quot;,&quot;fill_align&quot;:&quot;ct&quot;,&quot;chip_types&quot;:[&quot;header&quot;]}],[{&quot;text_align&quot;:&quot;cm&quot;,&quot;text_direction&quot;:&quot;horizontal&quot;,&quot;support_big_font&quot;:false,&quot;picture_toward&quot;:0,&quot;picture_dockside&quot;:[],&quot;fill_id&quot;:&quot;3b50f7cce9dd429da8d2fb599840cb10&quot;,&quot;fill_align&quot;:&quot;cb&quot;,&quot;chip_types&quot;:[&quot;header&quot;]}],[{&quot;text_align&quot;:&quot;lm&quot;,&quot;text_direction&quot;:&quot;horizontal&quot;,&quot;support_big_font&quot;:false,&quot;picture_toward&quot;:0,&quot;picture_dockside&quot;:[],&quot;fill_id&quot;:&quot;3b50f7cce9dd429da8d2fb599840cb10&quot;,&quot;fill_align&quot;:&quot;cb&quot;,&quot;chip_types&quot;:[&quot;header&quot;]}]]"/>
  <p:tag name="KSO_WM_CHIP_DECFILLPROP" val="[]"/>
  <p:tag name="KSO_WM_CHIP_GROUPID" val="614a9d9b1e630cfd8f114d26"/>
  <p:tag name="KSO_WM_SLIDE_LAYOUT_INFO" val="{&quot;id&quot;:&quot;2022-09-05T11:30:32&quot;,&quot;margin&quot;:{&quot;bottom&quot;:3.684757709503174,&quot;left&quot;:0.9507361650466919,&quot;right&quot;:14.313993453979492,&quot;top&quot;:5.182305335998535},&quot;type&quot;:0}"/>
  <p:tag name="KSO_WM_SLIDE_BK_DARK_LIGHT" val="2"/>
  <p:tag name="KSO_WM_SLIDE_BACKGROUND_TYPE" val="general"/>
  <p:tag name="KSO_WM_SLIDE_SUPPORT_FEATURE_TYPE" val="0"/>
  <p:tag name="KSO_WM_TEMPLATE_MASTER_THUMB_INDEX" val="12"/>
  <p:tag name="KSO_WM_CHIP_COLORING" val="1"/>
  <p:tag name="KSO_WM_TEMPLATE_ASSEMBLE_XID" val="63156d2459d53ee3cde22885"/>
  <p:tag name="KSO_WM_TEMPLATE_ASSEMBLE_GROUPID" val="62cb92ed67e1b3ac3a0df933"/>
</p:tagLst>
</file>

<file path=ppt/tags/tag199.xml><?xml version="1.0" encoding="utf-8"?>
<p:tagLst xmlns:a="http://schemas.openxmlformats.org/drawingml/2006/main" xmlns:r="http://schemas.openxmlformats.org/officeDocument/2006/relationships" xmlns:p="http://schemas.openxmlformats.org/presentationml/2006/main">
  <p:tag name="KSO_WM_UNIT_DEFAULT_FONT" val="24;30;2"/>
  <p:tag name="KSO_WM_UNIT_BLOCK" val="0"/>
  <p:tag name="KSO_WM_UNIT_DEC_AREA_ID" val="729cfe767e514265b8b6e98bba9614de"/>
  <p:tag name="KSO_WM_UNIT_ISCONTENTSTITLE" val="0"/>
  <p:tag name="KSO_WM_UNIT_ISNUMDGMTITLE" val="0"/>
  <p:tag name="KSO_WM_UNIT_PRESET_TEXT" val="单击此处添加副标题"/>
  <p:tag name="KSO_WM_UNIT_NOCLEAR" val="0"/>
  <p:tag name="KSO_WM_UNIT_VALUE" val="13"/>
  <p:tag name="KSO_WM_UNIT_HIGHLIGHT" val="0"/>
  <p:tag name="KSO_WM_UNIT_COMPATIBLE" val="0"/>
  <p:tag name="KSO_WM_UNIT_DIAGRAM_ISNUMVISUAL" val="0"/>
  <p:tag name="KSO_WM_UNIT_DIAGRAM_ISREFERUNIT" val="0"/>
  <p:tag name="KSO_WM_UNIT_TYPE" val="b"/>
  <p:tag name="KSO_WM_UNIT_INDEX" val="1"/>
  <p:tag name="KSO_WM_UNIT_ID" val="diagram20220769_1*b*1"/>
  <p:tag name="KSO_WM_TEMPLATE_CATEGORY" val="diagram"/>
  <p:tag name="KSO_WM_TEMPLATE_INDEX" val="20220769"/>
  <p:tag name="KSO_WM_UNIT_LAYERLEVEL" val="1"/>
  <p:tag name="KSO_WM_TAG_VERSION" val="1.0"/>
  <p:tag name="KSO_WM_BEAUTIFY_FLAG" val="#wm#"/>
  <p:tag name="KSO_WM_CHIP_GROUPID" val="6192042818adb49c6c1f3bc3"/>
  <p:tag name="KSO_WM_CHIP_XID" val="6192042818adb49c6c1f3bc0"/>
  <p:tag name="KSO_WM_UNIT_TEXT_FILL_FORE_SCHEMECOLOR_INDEX_BRIGHTNESS" val="0"/>
  <p:tag name="KSO_WM_UNIT_TEXT_FILL_FORE_SCHEMECOLOR_INDEX" val="5"/>
  <p:tag name="KSO_WM_UNIT_TEXT_FILL_TYPE" val="1"/>
</p:tagLst>
</file>

<file path=ppt/theme/theme1.xml><?xml version="1.0" encoding="utf-8"?>
<a:theme xmlns:a="http://schemas.openxmlformats.org/drawingml/2006/main" name="2_Office 主题​​">
  <a:themeElements>
    <a:clrScheme name="">
      <a:dk1>
        <a:srgbClr val="000000"/>
      </a:dk1>
      <a:lt1>
        <a:srgbClr val="FFFFFF"/>
      </a:lt1>
      <a:dk2>
        <a:srgbClr val="D88D7B"/>
      </a:dk2>
      <a:lt2>
        <a:srgbClr val="FFFFFF"/>
      </a:lt2>
      <a:accent1>
        <a:srgbClr val="FE7959"/>
      </a:accent1>
      <a:accent2>
        <a:srgbClr val="FE935E"/>
      </a:accent2>
      <a:accent3>
        <a:srgbClr val="FFAD63"/>
      </a:accent3>
      <a:accent4>
        <a:srgbClr val="FFA965"/>
      </a:accent4>
      <a:accent5>
        <a:srgbClr val="FF8864"/>
      </a:accent5>
      <a:accent6>
        <a:srgbClr val="FF6763"/>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2235</TotalTime>
  <Words>1431</Words>
  <Application>Microsoft Office PowerPoint</Application>
  <PresentationFormat>Widescreen</PresentationFormat>
  <Paragraphs>169</Paragraphs>
  <Slides>15</Slides>
  <Notes>0</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Microsoft YaHei</vt:lpstr>
      <vt:lpstr>SimSun</vt:lpstr>
      <vt:lpstr>Arial</vt:lpstr>
      <vt:lpstr>Calibri</vt:lpstr>
      <vt:lpstr>Courier New</vt:lpstr>
      <vt:lpstr>Google Sans</vt:lpstr>
      <vt:lpstr>Times New Roman</vt:lpstr>
      <vt:lpstr>Wingdings</vt:lpstr>
      <vt:lpstr>汉仪文黑-55简</vt:lpstr>
      <vt:lpstr>汉仪文黑-85简</vt:lpstr>
      <vt:lpstr>2_Office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Su Jiajing</dc:creator>
  <cp:lastModifiedBy>Ibrahim Siraj</cp:lastModifiedBy>
  <cp:revision>222</cp:revision>
  <dcterms:created xsi:type="dcterms:W3CDTF">2019-06-19T02:08:00Z</dcterms:created>
  <dcterms:modified xsi:type="dcterms:W3CDTF">2025-11-24T08:07:34Z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A05E1846C5A840C580943081378365C3_11</vt:lpwstr>
  </property>
</Properties>
</file>